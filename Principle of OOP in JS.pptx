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77" r:id="rId4"/>
    <p:sldMasterId id="2147484789" r:id="rId5"/>
    <p:sldMasterId id="2147484842" r:id="rId6"/>
  </p:sldMasterIdLst>
  <p:notesMasterIdLst>
    <p:notesMasterId r:id="rId22"/>
  </p:notesMasterIdLst>
  <p:sldIdLst>
    <p:sldId id="1224" r:id="rId7"/>
    <p:sldId id="1230" r:id="rId8"/>
    <p:sldId id="1232" r:id="rId9"/>
    <p:sldId id="1231" r:id="rId10"/>
    <p:sldId id="1228" r:id="rId11"/>
    <p:sldId id="1225" r:id="rId12"/>
    <p:sldId id="1238" r:id="rId13"/>
    <p:sldId id="1237" r:id="rId14"/>
    <p:sldId id="1240" r:id="rId15"/>
    <p:sldId id="1233" r:id="rId16"/>
    <p:sldId id="1234" r:id="rId17"/>
    <p:sldId id="1235" r:id="rId18"/>
    <p:sldId id="1241" r:id="rId19"/>
    <p:sldId id="1239" r:id="rId20"/>
    <p:sldId id="1206"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p:defaultTextStyle>
  <p:extLst>
    <p:ext uri="{521415D9-36F7-43E2-AB2F-B90AF26B5E84}">
      <p14:sectionLst xmlns:p14="http://schemas.microsoft.com/office/powerpoint/2010/main">
        <p14:section name="Default Section" id="{5993470C-4786-4D38-90BE-AF14FB3A0120}">
          <p14:sldIdLst>
            <p14:sldId id="1224"/>
            <p14:sldId id="1230"/>
            <p14:sldId id="1232"/>
            <p14:sldId id="1231"/>
            <p14:sldId id="1228"/>
            <p14:sldId id="1225"/>
            <p14:sldId id="1238"/>
            <p14:sldId id="1237"/>
            <p14:sldId id="1240"/>
            <p14:sldId id="1233"/>
            <p14:sldId id="1234"/>
            <p14:sldId id="1235"/>
            <p14:sldId id="1241"/>
            <p14:sldId id="1239"/>
            <p14:sldId id="1206"/>
          </p14:sldIdLst>
        </p14:section>
      </p14:sectionLst>
    </p:ext>
    <p:ext uri="{EFAFB233-063F-42B5-8137-9DF3F51BA10A}">
      <p15:sldGuideLst xmlns:p15="http://schemas.microsoft.com/office/powerpoint/2012/main">
        <p15:guide id="1" orient="horz" pos="1979" userDrawn="1">
          <p15:clr>
            <a:srgbClr val="A4A3A4"/>
          </p15:clr>
        </p15:guide>
        <p15:guide id="2" pos="688" userDrawn="1">
          <p15:clr>
            <a:srgbClr val="A4A3A4"/>
          </p15:clr>
        </p15:guide>
        <p15:guide id="3" orient="horz" pos="1729" userDrawn="1">
          <p15:clr>
            <a:srgbClr val="A4A3A4"/>
          </p15:clr>
        </p15:guide>
        <p15:guide id="4" pos="7242" userDrawn="1">
          <p15:clr>
            <a:srgbClr val="A4A3A4"/>
          </p15:clr>
        </p15:guide>
        <p15:guide id="5" orient="horz" pos="1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ktoriya Shyryayeva" initials="" lastIdx="3" clrIdx="0"/>
  <p:cmAuthor id="2" name="Alona Golopuz" initials="AG" lastIdx="3" clrIdx="1"/>
  <p:cmAuthor id="3" name="Tania Kuz" initials="TK" lastIdx="7" clrIdx="2"/>
  <p:cmAuthor id="4" name="Viktoriya Shyryayeva" initials="VS" lastIdx="29" clrIdx="3"/>
  <p:cmAuthor id="5" name="Shaun Greene" initials="SG" lastIdx="1" clrIdx="4">
    <p:extLst>
      <p:ext uri="{19B8F6BF-5375-455C-9EA6-DF929625EA0E}">
        <p15:presenceInfo xmlns:p15="http://schemas.microsoft.com/office/powerpoint/2012/main" userId="S::sgree@softserveinc.com::aada7fc0-4079-4dff-b590-112c10cd22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2585"/>
    <a:srgbClr val="F26D26"/>
    <a:srgbClr val="BA124A"/>
    <a:srgbClr val="E93BDD"/>
    <a:srgbClr val="F49EEE"/>
    <a:srgbClr val="42D109"/>
    <a:srgbClr val="159B3B"/>
    <a:srgbClr val="0F45B1"/>
    <a:srgbClr val="E3602B"/>
    <a:srgbClr val="F4AB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0A7EBB-A71E-E244-9638-CA7B1C0FB579}" v="4" dt="2020-02-11T15:37:01.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guide orient="horz" pos="1979"/>
        <p:guide pos="688"/>
        <p:guide orient="horz" pos="1729"/>
        <p:guide pos="7242"/>
        <p:guide orient="horz" pos="129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s Lopushanskyi" userId="7b479547-1ac6-4c3e-bfc7-6a03fe16e469" providerId="ADAL" clId="{A68BF3D1-7A73-6B4B-B776-FB4227A94BC4}"/>
    <pc:docChg chg="addSld modSld sldOrd modMainMaster">
      <pc:chgData name="Taras Lopushanskyi" userId="7b479547-1ac6-4c3e-bfc7-6a03fe16e469" providerId="ADAL" clId="{A68BF3D1-7A73-6B4B-B776-FB4227A94BC4}" dt="2019-10-31T13:17:38.316" v="6"/>
      <pc:docMkLst>
        <pc:docMk/>
      </pc:docMkLst>
      <pc:sldChg chg="ord">
        <pc:chgData name="Taras Lopushanskyi" userId="7b479547-1ac6-4c3e-bfc7-6a03fe16e469" providerId="ADAL" clId="{A68BF3D1-7A73-6B4B-B776-FB4227A94BC4}" dt="2019-10-31T13:16:23.350" v="4"/>
        <pc:sldMkLst>
          <pc:docMk/>
          <pc:sldMk cId="1735758878" sldId="1206"/>
        </pc:sldMkLst>
      </pc:sldChg>
      <pc:sldChg chg="addSp delSp modSp add">
        <pc:chgData name="Taras Lopushanskyi" userId="7b479547-1ac6-4c3e-bfc7-6a03fe16e469" providerId="ADAL" clId="{A68BF3D1-7A73-6B4B-B776-FB4227A94BC4}" dt="2019-10-31T13:16:12.015" v="1"/>
        <pc:sldMkLst>
          <pc:docMk/>
          <pc:sldMk cId="1639771642" sldId="1225"/>
        </pc:sldMkLst>
        <pc:spChg chg="del">
          <ac:chgData name="Taras Lopushanskyi" userId="7b479547-1ac6-4c3e-bfc7-6a03fe16e469" providerId="ADAL" clId="{A68BF3D1-7A73-6B4B-B776-FB4227A94BC4}" dt="2019-10-31T13:16:12.015" v="1"/>
          <ac:spMkLst>
            <pc:docMk/>
            <pc:sldMk cId="1639771642" sldId="1225"/>
            <ac:spMk id="2" creationId="{8076658C-F2A3-8D4A-86D8-FEBF3263A091}"/>
          </ac:spMkLst>
        </pc:spChg>
        <pc:spChg chg="del">
          <ac:chgData name="Taras Lopushanskyi" userId="7b479547-1ac6-4c3e-bfc7-6a03fe16e469" providerId="ADAL" clId="{A68BF3D1-7A73-6B4B-B776-FB4227A94BC4}" dt="2019-10-31T13:16:12.015" v="1"/>
          <ac:spMkLst>
            <pc:docMk/>
            <pc:sldMk cId="1639771642" sldId="1225"/>
            <ac:spMk id="3" creationId="{56A54168-4AEC-104E-9045-AB55EC5D9176}"/>
          </ac:spMkLst>
        </pc:spChg>
        <pc:spChg chg="add mod">
          <ac:chgData name="Taras Lopushanskyi" userId="7b479547-1ac6-4c3e-bfc7-6a03fe16e469" providerId="ADAL" clId="{A68BF3D1-7A73-6B4B-B776-FB4227A94BC4}" dt="2019-10-31T13:16:12.015" v="1"/>
          <ac:spMkLst>
            <pc:docMk/>
            <pc:sldMk cId="1639771642" sldId="1225"/>
            <ac:spMk id="4" creationId="{C6AC858A-ED29-5C41-BD32-8ECE7DBAE66B}"/>
          </ac:spMkLst>
        </pc:spChg>
        <pc:spChg chg="add mod">
          <ac:chgData name="Taras Lopushanskyi" userId="7b479547-1ac6-4c3e-bfc7-6a03fe16e469" providerId="ADAL" clId="{A68BF3D1-7A73-6B4B-B776-FB4227A94BC4}" dt="2019-10-31T13:16:12.015" v="1"/>
          <ac:spMkLst>
            <pc:docMk/>
            <pc:sldMk cId="1639771642" sldId="1225"/>
            <ac:spMk id="5" creationId="{19780850-A300-724E-8E7E-7AB9F732A244}"/>
          </ac:spMkLst>
        </pc:spChg>
      </pc:sldChg>
      <pc:sldChg chg="addSp delSp modSp add">
        <pc:chgData name="Taras Lopushanskyi" userId="7b479547-1ac6-4c3e-bfc7-6a03fe16e469" providerId="ADAL" clId="{A68BF3D1-7A73-6B4B-B776-FB4227A94BC4}" dt="2019-10-31T13:17:38.316" v="6"/>
        <pc:sldMkLst>
          <pc:docMk/>
          <pc:sldMk cId="671565239" sldId="1226"/>
        </pc:sldMkLst>
        <pc:spChg chg="del">
          <ac:chgData name="Taras Lopushanskyi" userId="7b479547-1ac6-4c3e-bfc7-6a03fe16e469" providerId="ADAL" clId="{A68BF3D1-7A73-6B4B-B776-FB4227A94BC4}" dt="2019-10-31T13:16:19.054" v="3"/>
          <ac:spMkLst>
            <pc:docMk/>
            <pc:sldMk cId="671565239" sldId="1226"/>
            <ac:spMk id="2" creationId="{73C71268-C3B4-B347-BA8C-4F1ECD4E1265}"/>
          </ac:spMkLst>
        </pc:spChg>
        <pc:spChg chg="del">
          <ac:chgData name="Taras Lopushanskyi" userId="7b479547-1ac6-4c3e-bfc7-6a03fe16e469" providerId="ADAL" clId="{A68BF3D1-7A73-6B4B-B776-FB4227A94BC4}" dt="2019-10-31T13:16:19.054" v="3"/>
          <ac:spMkLst>
            <pc:docMk/>
            <pc:sldMk cId="671565239" sldId="1226"/>
            <ac:spMk id="3" creationId="{B2456797-FD03-3A46-87F7-7B63AF16E6B2}"/>
          </ac:spMkLst>
        </pc:spChg>
        <pc:spChg chg="add del mod">
          <ac:chgData name="Taras Lopushanskyi" userId="7b479547-1ac6-4c3e-bfc7-6a03fe16e469" providerId="ADAL" clId="{A68BF3D1-7A73-6B4B-B776-FB4227A94BC4}" dt="2019-10-31T13:17:38.316" v="6"/>
          <ac:spMkLst>
            <pc:docMk/>
            <pc:sldMk cId="671565239" sldId="1226"/>
            <ac:spMk id="4" creationId="{71432E24-899F-EA4A-ABC5-5AB32C618634}"/>
          </ac:spMkLst>
        </pc:spChg>
        <pc:spChg chg="add del mod">
          <ac:chgData name="Taras Lopushanskyi" userId="7b479547-1ac6-4c3e-bfc7-6a03fe16e469" providerId="ADAL" clId="{A68BF3D1-7A73-6B4B-B776-FB4227A94BC4}" dt="2019-10-31T13:17:38.316" v="6"/>
          <ac:spMkLst>
            <pc:docMk/>
            <pc:sldMk cId="671565239" sldId="1226"/>
            <ac:spMk id="5" creationId="{751E9ABB-000C-C54F-A157-7FFE41A08932}"/>
          </ac:spMkLst>
        </pc:spChg>
        <pc:spChg chg="add mod">
          <ac:chgData name="Taras Lopushanskyi" userId="7b479547-1ac6-4c3e-bfc7-6a03fe16e469" providerId="ADAL" clId="{A68BF3D1-7A73-6B4B-B776-FB4227A94BC4}" dt="2019-10-31T13:17:38.316" v="6"/>
          <ac:spMkLst>
            <pc:docMk/>
            <pc:sldMk cId="671565239" sldId="1226"/>
            <ac:spMk id="6" creationId="{AC9F75E4-15BC-FC4F-9F29-F0D3A14A0B0C}"/>
          </ac:spMkLst>
        </pc:spChg>
        <pc:spChg chg="add mod">
          <ac:chgData name="Taras Lopushanskyi" userId="7b479547-1ac6-4c3e-bfc7-6a03fe16e469" providerId="ADAL" clId="{A68BF3D1-7A73-6B4B-B776-FB4227A94BC4}" dt="2019-10-31T13:17:38.316" v="6"/>
          <ac:spMkLst>
            <pc:docMk/>
            <pc:sldMk cId="671565239" sldId="1226"/>
            <ac:spMk id="7" creationId="{1A16E419-1C84-E041-B29C-349214FCE0D2}"/>
          </ac:spMkLst>
        </pc:spChg>
      </pc:sldChg>
      <pc:sldMasterChg chg="modSldLayout">
        <pc:chgData name="Taras Lopushanskyi" userId="7b479547-1ac6-4c3e-bfc7-6a03fe16e469" providerId="ADAL" clId="{A68BF3D1-7A73-6B4B-B776-FB4227A94BC4}" dt="2019-10-31T13:17:22.654" v="5" actId="207"/>
        <pc:sldMasterMkLst>
          <pc:docMk/>
          <pc:sldMasterMk cId="3674229508" sldId="2147484777"/>
        </pc:sldMasterMkLst>
        <pc:sldLayoutChg chg="modSp">
          <pc:chgData name="Taras Lopushanskyi" userId="7b479547-1ac6-4c3e-bfc7-6a03fe16e469" providerId="ADAL" clId="{A68BF3D1-7A73-6B4B-B776-FB4227A94BC4}" dt="2019-10-31T13:17:22.654" v="5" actId="207"/>
          <pc:sldLayoutMkLst>
            <pc:docMk/>
            <pc:sldMasterMk cId="3674229508" sldId="2147484777"/>
            <pc:sldLayoutMk cId="103784457" sldId="2147484780"/>
          </pc:sldLayoutMkLst>
          <pc:spChg chg="mod">
            <ac:chgData name="Taras Lopushanskyi" userId="7b479547-1ac6-4c3e-bfc7-6a03fe16e469" providerId="ADAL" clId="{A68BF3D1-7A73-6B4B-B776-FB4227A94BC4}" dt="2019-10-31T13:17:22.654" v="5" actId="207"/>
            <ac:spMkLst>
              <pc:docMk/>
              <pc:sldMasterMk cId="3674229508" sldId="2147484777"/>
              <pc:sldLayoutMk cId="103784457" sldId="2147484780"/>
              <ac:spMk id="7" creationId="{00000000-0000-0000-0000-000000000000}"/>
            </ac:spMkLst>
          </pc:spChg>
        </pc:sldLayoutChg>
      </pc:sldMasterChg>
    </pc:docChg>
  </pc:docChgLst>
  <pc:docChgLst>
    <pc:chgData name="Olha Kuklieva" userId="8058d566-3e94-4190-bb8d-b787b7329c88" providerId="ADAL" clId="{82B65C56-0DDA-4F6B-BC61-117E65D91B3A}"/>
    <pc:docChg chg="undo custSel addSld delSld modSld sldOrd modMainMaster modSection">
      <pc:chgData name="Olha Kuklieva" userId="8058d566-3e94-4190-bb8d-b787b7329c88" providerId="ADAL" clId="{82B65C56-0DDA-4F6B-BC61-117E65D91B3A}" dt="2019-10-31T13:25:54.541" v="67" actId="2696"/>
      <pc:docMkLst>
        <pc:docMk/>
      </pc:docMkLst>
      <pc:sldChg chg="modSp">
        <pc:chgData name="Olha Kuklieva" userId="8058d566-3e94-4190-bb8d-b787b7329c88" providerId="ADAL" clId="{82B65C56-0DDA-4F6B-BC61-117E65D91B3A}" dt="2019-10-31T13:19:23.257" v="10" actId="20577"/>
        <pc:sldMkLst>
          <pc:docMk/>
          <pc:sldMk cId="4001193277" sldId="1224"/>
        </pc:sldMkLst>
        <pc:spChg chg="mod">
          <ac:chgData name="Olha Kuklieva" userId="8058d566-3e94-4190-bb8d-b787b7329c88" providerId="ADAL" clId="{82B65C56-0DDA-4F6B-BC61-117E65D91B3A}" dt="2019-10-31T13:19:23.257" v="10" actId="20577"/>
          <ac:spMkLst>
            <pc:docMk/>
            <pc:sldMk cId="4001193277" sldId="1224"/>
            <ac:spMk id="4" creationId="{C6BFCD7C-0C79-467A-9369-0675D4B541D4}"/>
          </ac:spMkLst>
        </pc:spChg>
      </pc:sldChg>
      <pc:sldChg chg="addSp delSp modSp add">
        <pc:chgData name="Olha Kuklieva" userId="8058d566-3e94-4190-bb8d-b787b7329c88" providerId="ADAL" clId="{82B65C56-0DDA-4F6B-BC61-117E65D91B3A}" dt="2019-10-31T13:20:31.922" v="33"/>
        <pc:sldMkLst>
          <pc:docMk/>
          <pc:sldMk cId="759534034" sldId="1225"/>
        </pc:sldMkLst>
        <pc:spChg chg="add del">
          <ac:chgData name="Olha Kuklieva" userId="8058d566-3e94-4190-bb8d-b787b7329c88" providerId="ADAL" clId="{82B65C56-0DDA-4F6B-BC61-117E65D91B3A}" dt="2019-10-31T13:20:31.922" v="33"/>
          <ac:spMkLst>
            <pc:docMk/>
            <pc:sldMk cId="759534034" sldId="1225"/>
            <ac:spMk id="2" creationId="{595464EC-D1C5-456B-B9F8-1F6E06556084}"/>
          </ac:spMkLst>
        </pc:spChg>
        <pc:spChg chg="add del">
          <ac:chgData name="Olha Kuklieva" userId="8058d566-3e94-4190-bb8d-b787b7329c88" providerId="ADAL" clId="{82B65C56-0DDA-4F6B-BC61-117E65D91B3A}" dt="2019-10-31T13:20:31.922" v="33"/>
          <ac:spMkLst>
            <pc:docMk/>
            <pc:sldMk cId="759534034" sldId="1225"/>
            <ac:spMk id="3" creationId="{03225F8D-77CD-4007-8F3A-710F10C8E7DD}"/>
          </ac:spMkLst>
        </pc:spChg>
        <pc:spChg chg="add del mod">
          <ac:chgData name="Olha Kuklieva" userId="8058d566-3e94-4190-bb8d-b787b7329c88" providerId="ADAL" clId="{82B65C56-0DDA-4F6B-BC61-117E65D91B3A}" dt="2019-10-31T13:19:32.530" v="18"/>
          <ac:spMkLst>
            <pc:docMk/>
            <pc:sldMk cId="759534034" sldId="1225"/>
            <ac:spMk id="4" creationId="{BCA96069-B365-4100-9F96-5D807972B8B9}"/>
          </ac:spMkLst>
        </pc:spChg>
        <pc:spChg chg="add del mod">
          <ac:chgData name="Olha Kuklieva" userId="8058d566-3e94-4190-bb8d-b787b7329c88" providerId="ADAL" clId="{82B65C56-0DDA-4F6B-BC61-117E65D91B3A}" dt="2019-10-31T13:19:32.530" v="18"/>
          <ac:spMkLst>
            <pc:docMk/>
            <pc:sldMk cId="759534034" sldId="1225"/>
            <ac:spMk id="5" creationId="{C6A279E8-94D6-4886-8FF6-8A8EC28F6554}"/>
          </ac:spMkLst>
        </pc:spChg>
        <pc:spChg chg="add mod">
          <ac:chgData name="Olha Kuklieva" userId="8058d566-3e94-4190-bb8d-b787b7329c88" providerId="ADAL" clId="{82B65C56-0DDA-4F6B-BC61-117E65D91B3A}" dt="2019-10-31T13:20:31.922" v="33"/>
          <ac:spMkLst>
            <pc:docMk/>
            <pc:sldMk cId="759534034" sldId="1225"/>
            <ac:spMk id="6" creationId="{C26BA086-93B2-44A2-8B1B-22E693D2ABB6}"/>
          </ac:spMkLst>
        </pc:spChg>
        <pc:spChg chg="add mod">
          <ac:chgData name="Olha Kuklieva" userId="8058d566-3e94-4190-bb8d-b787b7329c88" providerId="ADAL" clId="{82B65C56-0DDA-4F6B-BC61-117E65D91B3A}" dt="2019-10-31T13:20:31.922" v="33"/>
          <ac:spMkLst>
            <pc:docMk/>
            <pc:sldMk cId="759534034" sldId="1225"/>
            <ac:spMk id="7" creationId="{B3EDC24C-EE02-4845-99B9-F77A9B3BC1BB}"/>
          </ac:spMkLst>
        </pc:spChg>
      </pc:sldChg>
      <pc:sldChg chg="add del">
        <pc:chgData name="Olha Kuklieva" userId="8058d566-3e94-4190-bb8d-b787b7329c88" providerId="ADAL" clId="{82B65C56-0DDA-4F6B-BC61-117E65D91B3A}" dt="2019-10-31T13:19:19.956" v="6"/>
        <pc:sldMkLst>
          <pc:docMk/>
          <pc:sldMk cId="2522737897" sldId="1225"/>
        </pc:sldMkLst>
      </pc:sldChg>
      <pc:sldChg chg="addSp delSp modSp add">
        <pc:chgData name="Olha Kuklieva" userId="8058d566-3e94-4190-bb8d-b787b7329c88" providerId="ADAL" clId="{82B65C56-0DDA-4F6B-BC61-117E65D91B3A}" dt="2019-10-31T13:20:37.163" v="35"/>
        <pc:sldMkLst>
          <pc:docMk/>
          <pc:sldMk cId="2736104985" sldId="1226"/>
        </pc:sldMkLst>
        <pc:spChg chg="del">
          <ac:chgData name="Olha Kuklieva" userId="8058d566-3e94-4190-bb8d-b787b7329c88" providerId="ADAL" clId="{82B65C56-0DDA-4F6B-BC61-117E65D91B3A}" dt="2019-10-31T13:20:37.163" v="35"/>
          <ac:spMkLst>
            <pc:docMk/>
            <pc:sldMk cId="2736104985" sldId="1226"/>
            <ac:spMk id="2" creationId="{5AF2CF7F-B1CA-40D9-B487-7FC1D9DEF6F7}"/>
          </ac:spMkLst>
        </pc:spChg>
        <pc:spChg chg="del">
          <ac:chgData name="Olha Kuklieva" userId="8058d566-3e94-4190-bb8d-b787b7329c88" providerId="ADAL" clId="{82B65C56-0DDA-4F6B-BC61-117E65D91B3A}" dt="2019-10-31T13:20:37.163" v="35"/>
          <ac:spMkLst>
            <pc:docMk/>
            <pc:sldMk cId="2736104985" sldId="1226"/>
            <ac:spMk id="3" creationId="{61A4F8C9-BE4C-4212-A593-B334DC08425C}"/>
          </ac:spMkLst>
        </pc:spChg>
        <pc:spChg chg="add mod">
          <ac:chgData name="Olha Kuklieva" userId="8058d566-3e94-4190-bb8d-b787b7329c88" providerId="ADAL" clId="{82B65C56-0DDA-4F6B-BC61-117E65D91B3A}" dt="2019-10-31T13:20:37.163" v="35"/>
          <ac:spMkLst>
            <pc:docMk/>
            <pc:sldMk cId="2736104985" sldId="1226"/>
            <ac:spMk id="4" creationId="{99B3B0FC-3F87-4318-A857-A0F462CAFFEA}"/>
          </ac:spMkLst>
        </pc:spChg>
        <pc:spChg chg="add mod">
          <ac:chgData name="Olha Kuklieva" userId="8058d566-3e94-4190-bb8d-b787b7329c88" providerId="ADAL" clId="{82B65C56-0DDA-4F6B-BC61-117E65D91B3A}" dt="2019-10-31T13:20:37.163" v="35"/>
          <ac:spMkLst>
            <pc:docMk/>
            <pc:sldMk cId="2736104985" sldId="1226"/>
            <ac:spMk id="5" creationId="{3A9FB3B7-57FB-42BB-B446-0677226703DE}"/>
          </ac:spMkLst>
        </pc:spChg>
        <pc:spChg chg="add mod">
          <ac:chgData name="Olha Kuklieva" userId="8058d566-3e94-4190-bb8d-b787b7329c88" providerId="ADAL" clId="{82B65C56-0DDA-4F6B-BC61-117E65D91B3A}" dt="2019-10-31T13:20:37.163" v="35"/>
          <ac:spMkLst>
            <pc:docMk/>
            <pc:sldMk cId="2736104985" sldId="1226"/>
            <ac:spMk id="6" creationId="{86CCEA01-F57D-41CB-89BB-D59127C3A278}"/>
          </ac:spMkLst>
        </pc:spChg>
        <pc:spChg chg="add mod">
          <ac:chgData name="Olha Kuklieva" userId="8058d566-3e94-4190-bb8d-b787b7329c88" providerId="ADAL" clId="{82B65C56-0DDA-4F6B-BC61-117E65D91B3A}" dt="2019-10-31T13:20:37.163" v="35"/>
          <ac:spMkLst>
            <pc:docMk/>
            <pc:sldMk cId="2736104985" sldId="1226"/>
            <ac:spMk id="7" creationId="{899447FB-C7CD-42DA-AEBC-3440527073AC}"/>
          </ac:spMkLst>
        </pc:spChg>
      </pc:sldChg>
      <pc:sldChg chg="addSp delSp modSp add">
        <pc:chgData name="Olha Kuklieva" userId="8058d566-3e94-4190-bb8d-b787b7329c88" providerId="ADAL" clId="{82B65C56-0DDA-4F6B-BC61-117E65D91B3A}" dt="2019-10-31T13:22:27.303" v="63"/>
        <pc:sldMkLst>
          <pc:docMk/>
          <pc:sldMk cId="175485925" sldId="1227"/>
        </pc:sldMkLst>
        <pc:spChg chg="del">
          <ac:chgData name="Olha Kuklieva" userId="8058d566-3e94-4190-bb8d-b787b7329c88" providerId="ADAL" clId="{82B65C56-0DDA-4F6B-BC61-117E65D91B3A}" dt="2019-10-31T13:20:47.224" v="37"/>
          <ac:spMkLst>
            <pc:docMk/>
            <pc:sldMk cId="175485925" sldId="1227"/>
            <ac:spMk id="2" creationId="{327513D4-3B83-4300-B69B-4AC85EEDC8D9}"/>
          </ac:spMkLst>
        </pc:spChg>
        <pc:spChg chg="del">
          <ac:chgData name="Olha Kuklieva" userId="8058d566-3e94-4190-bb8d-b787b7329c88" providerId="ADAL" clId="{82B65C56-0DDA-4F6B-BC61-117E65D91B3A}" dt="2019-10-31T13:20:47.224" v="37"/>
          <ac:spMkLst>
            <pc:docMk/>
            <pc:sldMk cId="175485925" sldId="1227"/>
            <ac:spMk id="3" creationId="{C55CDE06-A103-4615-A5CF-0D391BC50FC5}"/>
          </ac:spMkLst>
        </pc:spChg>
        <pc:spChg chg="del">
          <ac:chgData name="Olha Kuklieva" userId="8058d566-3e94-4190-bb8d-b787b7329c88" providerId="ADAL" clId="{82B65C56-0DDA-4F6B-BC61-117E65D91B3A}" dt="2019-10-31T13:20:47.224" v="37"/>
          <ac:spMkLst>
            <pc:docMk/>
            <pc:sldMk cId="175485925" sldId="1227"/>
            <ac:spMk id="4" creationId="{0512DBA5-833F-4171-ABFB-4276D6BF0A4C}"/>
          </ac:spMkLst>
        </pc:spChg>
        <pc:spChg chg="del">
          <ac:chgData name="Olha Kuklieva" userId="8058d566-3e94-4190-bb8d-b787b7329c88" providerId="ADAL" clId="{82B65C56-0DDA-4F6B-BC61-117E65D91B3A}" dt="2019-10-31T13:20:47.224" v="37"/>
          <ac:spMkLst>
            <pc:docMk/>
            <pc:sldMk cId="175485925" sldId="1227"/>
            <ac:spMk id="5" creationId="{6D0FE103-98B7-4675-A27D-E67C87E88899}"/>
          </ac:spMkLst>
        </pc:spChg>
        <pc:spChg chg="add del mod">
          <ac:chgData name="Olha Kuklieva" userId="8058d566-3e94-4190-bb8d-b787b7329c88" providerId="ADAL" clId="{82B65C56-0DDA-4F6B-BC61-117E65D91B3A}" dt="2019-10-31T13:22:27.303" v="63"/>
          <ac:spMkLst>
            <pc:docMk/>
            <pc:sldMk cId="175485925" sldId="1227"/>
            <ac:spMk id="6" creationId="{FBDCDD2A-4E15-469D-BEA3-61049F5145CD}"/>
          </ac:spMkLst>
        </pc:spChg>
        <pc:spChg chg="add del mod">
          <ac:chgData name="Olha Kuklieva" userId="8058d566-3e94-4190-bb8d-b787b7329c88" providerId="ADAL" clId="{82B65C56-0DDA-4F6B-BC61-117E65D91B3A}" dt="2019-10-31T13:22:27.303" v="63"/>
          <ac:spMkLst>
            <pc:docMk/>
            <pc:sldMk cId="175485925" sldId="1227"/>
            <ac:spMk id="7" creationId="{83416B48-18DC-4F3C-9537-87FB8BA8E8A1}"/>
          </ac:spMkLst>
        </pc:spChg>
        <pc:spChg chg="add mod">
          <ac:chgData name="Olha Kuklieva" userId="8058d566-3e94-4190-bb8d-b787b7329c88" providerId="ADAL" clId="{82B65C56-0DDA-4F6B-BC61-117E65D91B3A}" dt="2019-10-31T13:22:27.303" v="63"/>
          <ac:spMkLst>
            <pc:docMk/>
            <pc:sldMk cId="175485925" sldId="1227"/>
            <ac:spMk id="8" creationId="{1C879ED0-FB0F-496C-A28D-E63CA7ACFAFF}"/>
          </ac:spMkLst>
        </pc:spChg>
        <pc:spChg chg="add mod">
          <ac:chgData name="Olha Kuklieva" userId="8058d566-3e94-4190-bb8d-b787b7329c88" providerId="ADAL" clId="{82B65C56-0DDA-4F6B-BC61-117E65D91B3A}" dt="2019-10-31T13:22:27.303" v="63"/>
          <ac:spMkLst>
            <pc:docMk/>
            <pc:sldMk cId="175485925" sldId="1227"/>
            <ac:spMk id="9" creationId="{CA4E5058-9026-462C-B16F-44D90B73FCAD}"/>
          </ac:spMkLst>
        </pc:spChg>
        <pc:spChg chg="add mod">
          <ac:chgData name="Olha Kuklieva" userId="8058d566-3e94-4190-bb8d-b787b7329c88" providerId="ADAL" clId="{82B65C56-0DDA-4F6B-BC61-117E65D91B3A}" dt="2019-10-31T13:22:27.303" v="63"/>
          <ac:spMkLst>
            <pc:docMk/>
            <pc:sldMk cId="175485925" sldId="1227"/>
            <ac:spMk id="10" creationId="{0055DE7F-03EA-4D23-AD9C-CE1E65F90EFD}"/>
          </ac:spMkLst>
        </pc:spChg>
        <pc:spChg chg="add mod">
          <ac:chgData name="Olha Kuklieva" userId="8058d566-3e94-4190-bb8d-b787b7329c88" providerId="ADAL" clId="{82B65C56-0DDA-4F6B-BC61-117E65D91B3A}" dt="2019-10-31T13:22:27.303" v="63"/>
          <ac:spMkLst>
            <pc:docMk/>
            <pc:sldMk cId="175485925" sldId="1227"/>
            <ac:spMk id="11" creationId="{E6D38E12-0B8B-4A45-AA22-FFF26BA4BDCF}"/>
          </ac:spMkLst>
        </pc:spChg>
        <pc:spChg chg="add mod">
          <ac:chgData name="Olha Kuklieva" userId="8058d566-3e94-4190-bb8d-b787b7329c88" providerId="ADAL" clId="{82B65C56-0DDA-4F6B-BC61-117E65D91B3A}" dt="2019-10-31T13:22:27.303" v="63"/>
          <ac:spMkLst>
            <pc:docMk/>
            <pc:sldMk cId="175485925" sldId="1227"/>
            <ac:spMk id="12" creationId="{DDF14CDB-48E1-4C5B-B40C-D700FCD6F957}"/>
          </ac:spMkLst>
        </pc:spChg>
        <pc:spChg chg="add mod">
          <ac:chgData name="Olha Kuklieva" userId="8058d566-3e94-4190-bb8d-b787b7329c88" providerId="ADAL" clId="{82B65C56-0DDA-4F6B-BC61-117E65D91B3A}" dt="2019-10-31T13:22:27.303" v="63"/>
          <ac:spMkLst>
            <pc:docMk/>
            <pc:sldMk cId="175485925" sldId="1227"/>
            <ac:spMk id="13" creationId="{276D560C-9AA8-4A22-A278-EE90E939A6AC}"/>
          </ac:spMkLst>
        </pc:spChg>
      </pc:sldChg>
      <pc:sldChg chg="addSp delSp modSp add ord">
        <pc:chgData name="Olha Kuklieva" userId="8058d566-3e94-4190-bb8d-b787b7329c88" providerId="ADAL" clId="{82B65C56-0DDA-4F6B-BC61-117E65D91B3A}" dt="2019-10-31T13:20:58.460" v="40"/>
        <pc:sldMkLst>
          <pc:docMk/>
          <pc:sldMk cId="1943036412" sldId="1228"/>
        </pc:sldMkLst>
        <pc:spChg chg="del">
          <ac:chgData name="Olha Kuklieva" userId="8058d566-3e94-4190-bb8d-b787b7329c88" providerId="ADAL" clId="{82B65C56-0DDA-4F6B-BC61-117E65D91B3A}" dt="2019-10-31T13:20:55.616" v="39"/>
          <ac:spMkLst>
            <pc:docMk/>
            <pc:sldMk cId="1943036412" sldId="1228"/>
            <ac:spMk id="2" creationId="{243A08A1-FE81-4669-8010-AB512AEBF8B5}"/>
          </ac:spMkLst>
        </pc:spChg>
        <pc:spChg chg="del">
          <ac:chgData name="Olha Kuklieva" userId="8058d566-3e94-4190-bb8d-b787b7329c88" providerId="ADAL" clId="{82B65C56-0DDA-4F6B-BC61-117E65D91B3A}" dt="2019-10-31T13:20:55.616" v="39"/>
          <ac:spMkLst>
            <pc:docMk/>
            <pc:sldMk cId="1943036412" sldId="1228"/>
            <ac:spMk id="3" creationId="{93B389C7-D385-4774-9726-10C8CAF10EAE}"/>
          </ac:spMkLst>
        </pc:spChg>
        <pc:spChg chg="add mod">
          <ac:chgData name="Olha Kuklieva" userId="8058d566-3e94-4190-bb8d-b787b7329c88" providerId="ADAL" clId="{82B65C56-0DDA-4F6B-BC61-117E65D91B3A}" dt="2019-10-31T13:20:55.616" v="39"/>
          <ac:spMkLst>
            <pc:docMk/>
            <pc:sldMk cId="1943036412" sldId="1228"/>
            <ac:spMk id="4" creationId="{CA236E6E-CCA1-48F4-8FC1-2690E5DA5F74}"/>
          </ac:spMkLst>
        </pc:spChg>
        <pc:spChg chg="add mod">
          <ac:chgData name="Olha Kuklieva" userId="8058d566-3e94-4190-bb8d-b787b7329c88" providerId="ADAL" clId="{82B65C56-0DDA-4F6B-BC61-117E65D91B3A}" dt="2019-10-31T13:20:55.616" v="39"/>
          <ac:spMkLst>
            <pc:docMk/>
            <pc:sldMk cId="1943036412" sldId="1228"/>
            <ac:spMk id="5" creationId="{9C6E0AE2-DB35-40C9-B9A1-25494B29AECD}"/>
          </ac:spMkLst>
        </pc:spChg>
      </pc:sldChg>
      <pc:sldChg chg="addSp delSp modSp add">
        <pc:chgData name="Olha Kuklieva" userId="8058d566-3e94-4190-bb8d-b787b7329c88" providerId="ADAL" clId="{82B65C56-0DDA-4F6B-BC61-117E65D91B3A}" dt="2019-10-31T13:21:09.202" v="42"/>
        <pc:sldMkLst>
          <pc:docMk/>
          <pc:sldMk cId="796952511" sldId="1229"/>
        </pc:sldMkLst>
        <pc:spChg chg="del">
          <ac:chgData name="Olha Kuklieva" userId="8058d566-3e94-4190-bb8d-b787b7329c88" providerId="ADAL" clId="{82B65C56-0DDA-4F6B-BC61-117E65D91B3A}" dt="2019-10-31T13:21:09.202" v="42"/>
          <ac:spMkLst>
            <pc:docMk/>
            <pc:sldMk cId="796952511" sldId="1229"/>
            <ac:spMk id="2" creationId="{E6E13410-90BD-470E-AA47-C4C5C4C388EC}"/>
          </ac:spMkLst>
        </pc:spChg>
        <pc:spChg chg="del">
          <ac:chgData name="Olha Kuklieva" userId="8058d566-3e94-4190-bb8d-b787b7329c88" providerId="ADAL" clId="{82B65C56-0DDA-4F6B-BC61-117E65D91B3A}" dt="2019-10-31T13:21:09.202" v="42"/>
          <ac:spMkLst>
            <pc:docMk/>
            <pc:sldMk cId="796952511" sldId="1229"/>
            <ac:spMk id="3" creationId="{D6DB02A1-9EBB-4826-8D38-69FD1460AFF5}"/>
          </ac:spMkLst>
        </pc:spChg>
        <pc:spChg chg="add mod">
          <ac:chgData name="Olha Kuklieva" userId="8058d566-3e94-4190-bb8d-b787b7329c88" providerId="ADAL" clId="{82B65C56-0DDA-4F6B-BC61-117E65D91B3A}" dt="2019-10-31T13:21:09.202" v="42"/>
          <ac:spMkLst>
            <pc:docMk/>
            <pc:sldMk cId="796952511" sldId="1229"/>
            <ac:spMk id="4" creationId="{5831415F-B9DB-4820-AEA0-7D4B3738F685}"/>
          </ac:spMkLst>
        </pc:spChg>
        <pc:spChg chg="add mod">
          <ac:chgData name="Olha Kuklieva" userId="8058d566-3e94-4190-bb8d-b787b7329c88" providerId="ADAL" clId="{82B65C56-0DDA-4F6B-BC61-117E65D91B3A}" dt="2019-10-31T13:21:09.202" v="42"/>
          <ac:spMkLst>
            <pc:docMk/>
            <pc:sldMk cId="796952511" sldId="1229"/>
            <ac:spMk id="5" creationId="{548BC74F-B18A-4578-98FC-BCE7C88CA179}"/>
          </ac:spMkLst>
        </pc:spChg>
      </pc:sldChg>
      <pc:sldChg chg="addSp delSp modSp add">
        <pc:chgData name="Olha Kuklieva" userId="8058d566-3e94-4190-bb8d-b787b7329c88" providerId="ADAL" clId="{82B65C56-0DDA-4F6B-BC61-117E65D91B3A}" dt="2019-10-31T13:21:13.117" v="44"/>
        <pc:sldMkLst>
          <pc:docMk/>
          <pc:sldMk cId="1856492653" sldId="1230"/>
        </pc:sldMkLst>
        <pc:spChg chg="del">
          <ac:chgData name="Olha Kuklieva" userId="8058d566-3e94-4190-bb8d-b787b7329c88" providerId="ADAL" clId="{82B65C56-0DDA-4F6B-BC61-117E65D91B3A}" dt="2019-10-31T13:21:13.117" v="44"/>
          <ac:spMkLst>
            <pc:docMk/>
            <pc:sldMk cId="1856492653" sldId="1230"/>
            <ac:spMk id="2" creationId="{0AC469AC-C6FF-4003-B95F-89980C5C3E02}"/>
          </ac:spMkLst>
        </pc:spChg>
        <pc:spChg chg="del">
          <ac:chgData name="Olha Kuklieva" userId="8058d566-3e94-4190-bb8d-b787b7329c88" providerId="ADAL" clId="{82B65C56-0DDA-4F6B-BC61-117E65D91B3A}" dt="2019-10-31T13:21:13.117" v="44"/>
          <ac:spMkLst>
            <pc:docMk/>
            <pc:sldMk cId="1856492653" sldId="1230"/>
            <ac:spMk id="3" creationId="{534F63C9-4974-45FF-8754-4E152E5BF9FC}"/>
          </ac:spMkLst>
        </pc:spChg>
        <pc:spChg chg="add mod">
          <ac:chgData name="Olha Kuklieva" userId="8058d566-3e94-4190-bb8d-b787b7329c88" providerId="ADAL" clId="{82B65C56-0DDA-4F6B-BC61-117E65D91B3A}" dt="2019-10-31T13:21:13.117" v="44"/>
          <ac:spMkLst>
            <pc:docMk/>
            <pc:sldMk cId="1856492653" sldId="1230"/>
            <ac:spMk id="4" creationId="{AAFA0E05-D6A3-44DB-8E1F-AE9104489031}"/>
          </ac:spMkLst>
        </pc:spChg>
        <pc:spChg chg="add mod">
          <ac:chgData name="Olha Kuklieva" userId="8058d566-3e94-4190-bb8d-b787b7329c88" providerId="ADAL" clId="{82B65C56-0DDA-4F6B-BC61-117E65D91B3A}" dt="2019-10-31T13:21:13.117" v="44"/>
          <ac:spMkLst>
            <pc:docMk/>
            <pc:sldMk cId="1856492653" sldId="1230"/>
            <ac:spMk id="5" creationId="{817D4F48-03D6-4A34-979F-5C60DD1330B6}"/>
          </ac:spMkLst>
        </pc:spChg>
      </pc:sldChg>
      <pc:sldChg chg="addSp delSp modSp add">
        <pc:chgData name="Olha Kuklieva" userId="8058d566-3e94-4190-bb8d-b787b7329c88" providerId="ADAL" clId="{82B65C56-0DDA-4F6B-BC61-117E65D91B3A}" dt="2019-10-31T13:21:18.439" v="46"/>
        <pc:sldMkLst>
          <pc:docMk/>
          <pc:sldMk cId="3440774989" sldId="1231"/>
        </pc:sldMkLst>
        <pc:spChg chg="del">
          <ac:chgData name="Olha Kuklieva" userId="8058d566-3e94-4190-bb8d-b787b7329c88" providerId="ADAL" clId="{82B65C56-0DDA-4F6B-BC61-117E65D91B3A}" dt="2019-10-31T13:21:18.439" v="46"/>
          <ac:spMkLst>
            <pc:docMk/>
            <pc:sldMk cId="3440774989" sldId="1231"/>
            <ac:spMk id="2" creationId="{414DAAB3-A6A9-41E2-B080-6E455B2E14B5}"/>
          </ac:spMkLst>
        </pc:spChg>
        <pc:spChg chg="del">
          <ac:chgData name="Olha Kuklieva" userId="8058d566-3e94-4190-bb8d-b787b7329c88" providerId="ADAL" clId="{82B65C56-0DDA-4F6B-BC61-117E65D91B3A}" dt="2019-10-31T13:21:18.439" v="46"/>
          <ac:spMkLst>
            <pc:docMk/>
            <pc:sldMk cId="3440774989" sldId="1231"/>
            <ac:spMk id="3" creationId="{D9233D15-17C2-49C8-AD55-6911C3DEBA37}"/>
          </ac:spMkLst>
        </pc:spChg>
        <pc:spChg chg="add mod">
          <ac:chgData name="Olha Kuklieva" userId="8058d566-3e94-4190-bb8d-b787b7329c88" providerId="ADAL" clId="{82B65C56-0DDA-4F6B-BC61-117E65D91B3A}" dt="2019-10-31T13:21:18.439" v="46"/>
          <ac:spMkLst>
            <pc:docMk/>
            <pc:sldMk cId="3440774989" sldId="1231"/>
            <ac:spMk id="4" creationId="{B89C1B92-534C-47A0-B35C-7F8EBB8DA40C}"/>
          </ac:spMkLst>
        </pc:spChg>
        <pc:spChg chg="add mod">
          <ac:chgData name="Olha Kuklieva" userId="8058d566-3e94-4190-bb8d-b787b7329c88" providerId="ADAL" clId="{82B65C56-0DDA-4F6B-BC61-117E65D91B3A}" dt="2019-10-31T13:21:18.439" v="46"/>
          <ac:spMkLst>
            <pc:docMk/>
            <pc:sldMk cId="3440774989" sldId="1231"/>
            <ac:spMk id="5" creationId="{8FA807B4-AFD7-4059-940E-031033A6C169}"/>
          </ac:spMkLst>
        </pc:spChg>
      </pc:sldChg>
      <pc:sldChg chg="addSp delSp modSp add">
        <pc:chgData name="Olha Kuklieva" userId="8058d566-3e94-4190-bb8d-b787b7329c88" providerId="ADAL" clId="{82B65C56-0DDA-4F6B-BC61-117E65D91B3A}" dt="2019-10-31T13:21:30.607" v="48"/>
        <pc:sldMkLst>
          <pc:docMk/>
          <pc:sldMk cId="370164559" sldId="1232"/>
        </pc:sldMkLst>
        <pc:spChg chg="del">
          <ac:chgData name="Olha Kuklieva" userId="8058d566-3e94-4190-bb8d-b787b7329c88" providerId="ADAL" clId="{82B65C56-0DDA-4F6B-BC61-117E65D91B3A}" dt="2019-10-31T13:21:30.607" v="48"/>
          <ac:spMkLst>
            <pc:docMk/>
            <pc:sldMk cId="370164559" sldId="1232"/>
            <ac:spMk id="2" creationId="{AEFF3FA5-4F9A-47C5-9282-15004FDD5FA0}"/>
          </ac:spMkLst>
        </pc:spChg>
        <pc:spChg chg="del">
          <ac:chgData name="Olha Kuklieva" userId="8058d566-3e94-4190-bb8d-b787b7329c88" providerId="ADAL" clId="{82B65C56-0DDA-4F6B-BC61-117E65D91B3A}" dt="2019-10-31T13:21:30.607" v="48"/>
          <ac:spMkLst>
            <pc:docMk/>
            <pc:sldMk cId="370164559" sldId="1232"/>
            <ac:spMk id="3" creationId="{6AA47D9C-991C-44A7-B46B-E6C01B7D3F19}"/>
          </ac:spMkLst>
        </pc:spChg>
        <pc:spChg chg="add mod">
          <ac:chgData name="Olha Kuklieva" userId="8058d566-3e94-4190-bb8d-b787b7329c88" providerId="ADAL" clId="{82B65C56-0DDA-4F6B-BC61-117E65D91B3A}" dt="2019-10-31T13:21:30.607" v="48"/>
          <ac:spMkLst>
            <pc:docMk/>
            <pc:sldMk cId="370164559" sldId="1232"/>
            <ac:spMk id="4" creationId="{C4F1E8A9-C2C6-413C-BF2D-8D22F2332193}"/>
          </ac:spMkLst>
        </pc:spChg>
        <pc:spChg chg="add mod">
          <ac:chgData name="Olha Kuklieva" userId="8058d566-3e94-4190-bb8d-b787b7329c88" providerId="ADAL" clId="{82B65C56-0DDA-4F6B-BC61-117E65D91B3A}" dt="2019-10-31T13:21:30.607" v="48"/>
          <ac:spMkLst>
            <pc:docMk/>
            <pc:sldMk cId="370164559" sldId="1232"/>
            <ac:spMk id="5" creationId="{61B47164-5C4E-46ED-A751-8C8D4443061B}"/>
          </ac:spMkLst>
        </pc:spChg>
        <pc:spChg chg="add mod">
          <ac:chgData name="Olha Kuklieva" userId="8058d566-3e94-4190-bb8d-b787b7329c88" providerId="ADAL" clId="{82B65C56-0DDA-4F6B-BC61-117E65D91B3A}" dt="2019-10-31T13:21:30.607" v="48"/>
          <ac:spMkLst>
            <pc:docMk/>
            <pc:sldMk cId="370164559" sldId="1232"/>
            <ac:spMk id="6" creationId="{74334EBB-850A-4BB3-AD6E-C0E5759930A3}"/>
          </ac:spMkLst>
        </pc:spChg>
      </pc:sldChg>
      <pc:sldChg chg="addSp delSp modSp add">
        <pc:chgData name="Olha Kuklieva" userId="8058d566-3e94-4190-bb8d-b787b7329c88" providerId="ADAL" clId="{82B65C56-0DDA-4F6B-BC61-117E65D91B3A}" dt="2019-10-31T13:21:35.157" v="50"/>
        <pc:sldMkLst>
          <pc:docMk/>
          <pc:sldMk cId="2206258584" sldId="1233"/>
        </pc:sldMkLst>
        <pc:spChg chg="del">
          <ac:chgData name="Olha Kuklieva" userId="8058d566-3e94-4190-bb8d-b787b7329c88" providerId="ADAL" clId="{82B65C56-0DDA-4F6B-BC61-117E65D91B3A}" dt="2019-10-31T13:21:35.157" v="50"/>
          <ac:spMkLst>
            <pc:docMk/>
            <pc:sldMk cId="2206258584" sldId="1233"/>
            <ac:spMk id="2" creationId="{F1E522FB-5637-4F0F-B84F-6172AF70EDE3}"/>
          </ac:spMkLst>
        </pc:spChg>
        <pc:spChg chg="del">
          <ac:chgData name="Olha Kuklieva" userId="8058d566-3e94-4190-bb8d-b787b7329c88" providerId="ADAL" clId="{82B65C56-0DDA-4F6B-BC61-117E65D91B3A}" dt="2019-10-31T13:21:35.157" v="50"/>
          <ac:spMkLst>
            <pc:docMk/>
            <pc:sldMk cId="2206258584" sldId="1233"/>
            <ac:spMk id="3" creationId="{C3DDFADB-9649-4C6A-ACE2-244024000276}"/>
          </ac:spMkLst>
        </pc:spChg>
        <pc:spChg chg="del">
          <ac:chgData name="Olha Kuklieva" userId="8058d566-3e94-4190-bb8d-b787b7329c88" providerId="ADAL" clId="{82B65C56-0DDA-4F6B-BC61-117E65D91B3A}" dt="2019-10-31T13:21:35.157" v="50"/>
          <ac:spMkLst>
            <pc:docMk/>
            <pc:sldMk cId="2206258584" sldId="1233"/>
            <ac:spMk id="4" creationId="{F97ED3CC-02AE-4272-836A-215B3EB3F8AA}"/>
          </ac:spMkLst>
        </pc:spChg>
        <pc:spChg chg="add mod">
          <ac:chgData name="Olha Kuklieva" userId="8058d566-3e94-4190-bb8d-b787b7329c88" providerId="ADAL" clId="{82B65C56-0DDA-4F6B-BC61-117E65D91B3A}" dt="2019-10-31T13:21:35.157" v="50"/>
          <ac:spMkLst>
            <pc:docMk/>
            <pc:sldMk cId="2206258584" sldId="1233"/>
            <ac:spMk id="5" creationId="{07F232F8-3DCC-42F6-918D-253C12D87F55}"/>
          </ac:spMkLst>
        </pc:spChg>
        <pc:spChg chg="add mod">
          <ac:chgData name="Olha Kuklieva" userId="8058d566-3e94-4190-bb8d-b787b7329c88" providerId="ADAL" clId="{82B65C56-0DDA-4F6B-BC61-117E65D91B3A}" dt="2019-10-31T13:21:35.157" v="50"/>
          <ac:spMkLst>
            <pc:docMk/>
            <pc:sldMk cId="2206258584" sldId="1233"/>
            <ac:spMk id="6" creationId="{3BD6F3A0-B8BF-41EB-A614-48D90DB3A7F7}"/>
          </ac:spMkLst>
        </pc:spChg>
        <pc:spChg chg="add mod">
          <ac:chgData name="Olha Kuklieva" userId="8058d566-3e94-4190-bb8d-b787b7329c88" providerId="ADAL" clId="{82B65C56-0DDA-4F6B-BC61-117E65D91B3A}" dt="2019-10-31T13:21:35.157" v="50"/>
          <ac:spMkLst>
            <pc:docMk/>
            <pc:sldMk cId="2206258584" sldId="1233"/>
            <ac:spMk id="7" creationId="{2FF701EB-017D-4DCB-8484-2297D8189D7A}"/>
          </ac:spMkLst>
        </pc:spChg>
        <pc:spChg chg="add mod">
          <ac:chgData name="Olha Kuklieva" userId="8058d566-3e94-4190-bb8d-b787b7329c88" providerId="ADAL" clId="{82B65C56-0DDA-4F6B-BC61-117E65D91B3A}" dt="2019-10-31T13:21:35.157" v="50"/>
          <ac:spMkLst>
            <pc:docMk/>
            <pc:sldMk cId="2206258584" sldId="1233"/>
            <ac:spMk id="8" creationId="{F7F2DB32-9C4E-4DB0-886F-43B87BC86204}"/>
          </ac:spMkLst>
        </pc:spChg>
        <pc:spChg chg="add mod">
          <ac:chgData name="Olha Kuklieva" userId="8058d566-3e94-4190-bb8d-b787b7329c88" providerId="ADAL" clId="{82B65C56-0DDA-4F6B-BC61-117E65D91B3A}" dt="2019-10-31T13:21:35.157" v="50"/>
          <ac:spMkLst>
            <pc:docMk/>
            <pc:sldMk cId="2206258584" sldId="1233"/>
            <ac:spMk id="9" creationId="{C884F33B-DAF6-48C5-B73F-15CA78409C7A}"/>
          </ac:spMkLst>
        </pc:spChg>
        <pc:spChg chg="add mod">
          <ac:chgData name="Olha Kuklieva" userId="8058d566-3e94-4190-bb8d-b787b7329c88" providerId="ADAL" clId="{82B65C56-0DDA-4F6B-BC61-117E65D91B3A}" dt="2019-10-31T13:21:35.157" v="50"/>
          <ac:spMkLst>
            <pc:docMk/>
            <pc:sldMk cId="2206258584" sldId="1233"/>
            <ac:spMk id="10" creationId="{EB64B8B9-D9F6-4431-B684-602795A15DDD}"/>
          </ac:spMkLst>
        </pc:spChg>
      </pc:sldChg>
      <pc:sldChg chg="addSp delSp modSp add">
        <pc:chgData name="Olha Kuklieva" userId="8058d566-3e94-4190-bb8d-b787b7329c88" providerId="ADAL" clId="{82B65C56-0DDA-4F6B-BC61-117E65D91B3A}" dt="2019-10-31T13:21:48.777" v="55"/>
        <pc:sldMkLst>
          <pc:docMk/>
          <pc:sldMk cId="138160587" sldId="1234"/>
        </pc:sldMkLst>
        <pc:spChg chg="del">
          <ac:chgData name="Olha Kuklieva" userId="8058d566-3e94-4190-bb8d-b787b7329c88" providerId="ADAL" clId="{82B65C56-0DDA-4F6B-BC61-117E65D91B3A}" dt="2019-10-31T13:21:41.006" v="52"/>
          <ac:spMkLst>
            <pc:docMk/>
            <pc:sldMk cId="138160587" sldId="1234"/>
            <ac:spMk id="2" creationId="{176F6549-E1E7-4A73-BA3F-66D5A69F98EB}"/>
          </ac:spMkLst>
        </pc:spChg>
        <pc:spChg chg="del">
          <ac:chgData name="Olha Kuklieva" userId="8058d566-3e94-4190-bb8d-b787b7329c88" providerId="ADAL" clId="{82B65C56-0DDA-4F6B-BC61-117E65D91B3A}" dt="2019-10-31T13:21:41.006" v="52"/>
          <ac:spMkLst>
            <pc:docMk/>
            <pc:sldMk cId="138160587" sldId="1234"/>
            <ac:spMk id="3" creationId="{AC47A63F-3C3D-4ECB-AB6F-A1712D885026}"/>
          </ac:spMkLst>
        </pc:spChg>
        <pc:spChg chg="del">
          <ac:chgData name="Olha Kuklieva" userId="8058d566-3e94-4190-bb8d-b787b7329c88" providerId="ADAL" clId="{82B65C56-0DDA-4F6B-BC61-117E65D91B3A}" dt="2019-10-31T13:21:41.006" v="52"/>
          <ac:spMkLst>
            <pc:docMk/>
            <pc:sldMk cId="138160587" sldId="1234"/>
            <ac:spMk id="4" creationId="{4C0B0985-B27B-459A-943D-2997DA842B16}"/>
          </ac:spMkLst>
        </pc:spChg>
        <pc:spChg chg="del">
          <ac:chgData name="Olha Kuklieva" userId="8058d566-3e94-4190-bb8d-b787b7329c88" providerId="ADAL" clId="{82B65C56-0DDA-4F6B-BC61-117E65D91B3A}" dt="2019-10-31T13:21:41.006" v="52"/>
          <ac:spMkLst>
            <pc:docMk/>
            <pc:sldMk cId="138160587" sldId="1234"/>
            <ac:spMk id="5" creationId="{AA329F11-EC5C-4BA6-8036-5D41DEA89FAD}"/>
          </ac:spMkLst>
        </pc:spChg>
        <pc:spChg chg="del">
          <ac:chgData name="Olha Kuklieva" userId="8058d566-3e94-4190-bb8d-b787b7329c88" providerId="ADAL" clId="{82B65C56-0DDA-4F6B-BC61-117E65D91B3A}" dt="2019-10-31T13:21:41.006" v="52"/>
          <ac:spMkLst>
            <pc:docMk/>
            <pc:sldMk cId="138160587" sldId="1234"/>
            <ac:spMk id="6" creationId="{609B4149-A2B1-4FB0-A323-C5ACB9F5F87B}"/>
          </ac:spMkLst>
        </pc:spChg>
        <pc:spChg chg="del">
          <ac:chgData name="Olha Kuklieva" userId="8058d566-3e94-4190-bb8d-b787b7329c88" providerId="ADAL" clId="{82B65C56-0DDA-4F6B-BC61-117E65D91B3A}" dt="2019-10-31T13:21:41.006" v="52"/>
          <ac:spMkLst>
            <pc:docMk/>
            <pc:sldMk cId="138160587" sldId="1234"/>
            <ac:spMk id="7" creationId="{5CC034BD-2514-4DEE-9F20-591D91F0F473}"/>
          </ac:spMkLst>
        </pc:spChg>
        <pc:spChg chg="add del mod">
          <ac:chgData name="Olha Kuklieva" userId="8058d566-3e94-4190-bb8d-b787b7329c88" providerId="ADAL" clId="{82B65C56-0DDA-4F6B-BC61-117E65D91B3A}" dt="2019-10-31T13:21:48.777" v="55"/>
          <ac:spMkLst>
            <pc:docMk/>
            <pc:sldMk cId="138160587" sldId="1234"/>
            <ac:spMk id="8" creationId="{63DEA8AE-C6CF-4784-93A5-86DD907A9A5C}"/>
          </ac:spMkLst>
        </pc:spChg>
        <pc:spChg chg="add del mod">
          <ac:chgData name="Olha Kuklieva" userId="8058d566-3e94-4190-bb8d-b787b7329c88" providerId="ADAL" clId="{82B65C56-0DDA-4F6B-BC61-117E65D91B3A}" dt="2019-10-31T13:21:48.777" v="55"/>
          <ac:spMkLst>
            <pc:docMk/>
            <pc:sldMk cId="138160587" sldId="1234"/>
            <ac:spMk id="9" creationId="{9680BDFE-7646-4F3A-BCA5-F47C02A39C05}"/>
          </ac:spMkLst>
        </pc:spChg>
        <pc:spChg chg="add mod">
          <ac:chgData name="Olha Kuklieva" userId="8058d566-3e94-4190-bb8d-b787b7329c88" providerId="ADAL" clId="{82B65C56-0DDA-4F6B-BC61-117E65D91B3A}" dt="2019-10-31T13:21:48.777" v="55"/>
          <ac:spMkLst>
            <pc:docMk/>
            <pc:sldMk cId="138160587" sldId="1234"/>
            <ac:spMk id="10" creationId="{C2C01860-88AA-4983-9D84-DB6CD67B99FA}"/>
          </ac:spMkLst>
        </pc:spChg>
        <pc:spChg chg="add mod">
          <ac:chgData name="Olha Kuklieva" userId="8058d566-3e94-4190-bb8d-b787b7329c88" providerId="ADAL" clId="{82B65C56-0DDA-4F6B-BC61-117E65D91B3A}" dt="2019-10-31T13:21:48.777" v="55"/>
          <ac:spMkLst>
            <pc:docMk/>
            <pc:sldMk cId="138160587" sldId="1234"/>
            <ac:spMk id="11" creationId="{CF3D1018-5EBF-47E8-BCA9-73CE5FFDDFC4}"/>
          </ac:spMkLst>
        </pc:spChg>
      </pc:sldChg>
      <pc:sldChg chg="addSp delSp modSp add">
        <pc:chgData name="Olha Kuklieva" userId="8058d566-3e94-4190-bb8d-b787b7329c88" providerId="ADAL" clId="{82B65C56-0DDA-4F6B-BC61-117E65D91B3A}" dt="2019-10-31T13:21:52.450" v="56"/>
        <pc:sldMkLst>
          <pc:docMk/>
          <pc:sldMk cId="1929071914" sldId="1235"/>
        </pc:sldMkLst>
        <pc:spChg chg="del">
          <ac:chgData name="Olha Kuklieva" userId="8058d566-3e94-4190-bb8d-b787b7329c88" providerId="ADAL" clId="{82B65C56-0DDA-4F6B-BC61-117E65D91B3A}" dt="2019-10-31T13:21:44.502" v="54"/>
          <ac:spMkLst>
            <pc:docMk/>
            <pc:sldMk cId="1929071914" sldId="1235"/>
            <ac:spMk id="2" creationId="{461BE51E-4C08-41AA-80FA-11C38A0245D2}"/>
          </ac:spMkLst>
        </pc:spChg>
        <pc:spChg chg="del">
          <ac:chgData name="Olha Kuklieva" userId="8058d566-3e94-4190-bb8d-b787b7329c88" providerId="ADAL" clId="{82B65C56-0DDA-4F6B-BC61-117E65D91B3A}" dt="2019-10-31T13:21:44.502" v="54"/>
          <ac:spMkLst>
            <pc:docMk/>
            <pc:sldMk cId="1929071914" sldId="1235"/>
            <ac:spMk id="3" creationId="{3E51AC74-5C4C-4D8B-8CDE-5A0F2C1E9D9C}"/>
          </ac:spMkLst>
        </pc:spChg>
        <pc:spChg chg="add del mod">
          <ac:chgData name="Olha Kuklieva" userId="8058d566-3e94-4190-bb8d-b787b7329c88" providerId="ADAL" clId="{82B65C56-0DDA-4F6B-BC61-117E65D91B3A}" dt="2019-10-31T13:21:52.450" v="56"/>
          <ac:spMkLst>
            <pc:docMk/>
            <pc:sldMk cId="1929071914" sldId="1235"/>
            <ac:spMk id="4" creationId="{7CE279CF-3BD5-4824-A27C-DC37634BDC47}"/>
          </ac:spMkLst>
        </pc:spChg>
        <pc:spChg chg="add del mod">
          <ac:chgData name="Olha Kuklieva" userId="8058d566-3e94-4190-bb8d-b787b7329c88" providerId="ADAL" clId="{82B65C56-0DDA-4F6B-BC61-117E65D91B3A}" dt="2019-10-31T13:21:52.450" v="56"/>
          <ac:spMkLst>
            <pc:docMk/>
            <pc:sldMk cId="1929071914" sldId="1235"/>
            <ac:spMk id="5" creationId="{D455A3A1-0149-49CA-9D4F-AD68D4166B21}"/>
          </ac:spMkLst>
        </pc:spChg>
        <pc:spChg chg="add mod">
          <ac:chgData name="Olha Kuklieva" userId="8058d566-3e94-4190-bb8d-b787b7329c88" providerId="ADAL" clId="{82B65C56-0DDA-4F6B-BC61-117E65D91B3A}" dt="2019-10-31T13:21:52.450" v="56"/>
          <ac:spMkLst>
            <pc:docMk/>
            <pc:sldMk cId="1929071914" sldId="1235"/>
            <ac:spMk id="6" creationId="{E7799C24-7F17-4319-B7A6-4385F217E7DA}"/>
          </ac:spMkLst>
        </pc:spChg>
        <pc:spChg chg="add mod">
          <ac:chgData name="Olha Kuklieva" userId="8058d566-3e94-4190-bb8d-b787b7329c88" providerId="ADAL" clId="{82B65C56-0DDA-4F6B-BC61-117E65D91B3A}" dt="2019-10-31T13:21:52.450" v="56"/>
          <ac:spMkLst>
            <pc:docMk/>
            <pc:sldMk cId="1929071914" sldId="1235"/>
            <ac:spMk id="7" creationId="{BB481E08-7C2D-4866-9DA7-E948FC06EE63}"/>
          </ac:spMkLst>
        </pc:spChg>
      </pc:sldChg>
      <pc:sldChg chg="addSp delSp modSp add">
        <pc:chgData name="Olha Kuklieva" userId="8058d566-3e94-4190-bb8d-b787b7329c88" providerId="ADAL" clId="{82B65C56-0DDA-4F6B-BC61-117E65D91B3A}" dt="2019-10-31T13:21:56.198" v="58"/>
        <pc:sldMkLst>
          <pc:docMk/>
          <pc:sldMk cId="1483906705" sldId="1236"/>
        </pc:sldMkLst>
        <pc:spChg chg="del">
          <ac:chgData name="Olha Kuklieva" userId="8058d566-3e94-4190-bb8d-b787b7329c88" providerId="ADAL" clId="{82B65C56-0DDA-4F6B-BC61-117E65D91B3A}" dt="2019-10-31T13:21:56.198" v="58"/>
          <ac:spMkLst>
            <pc:docMk/>
            <pc:sldMk cId="1483906705" sldId="1236"/>
            <ac:spMk id="2" creationId="{95DFADC9-7335-4F78-A5D4-A7BF31752D7F}"/>
          </ac:spMkLst>
        </pc:spChg>
        <pc:spChg chg="del">
          <ac:chgData name="Olha Kuklieva" userId="8058d566-3e94-4190-bb8d-b787b7329c88" providerId="ADAL" clId="{82B65C56-0DDA-4F6B-BC61-117E65D91B3A}" dt="2019-10-31T13:21:56.198" v="58"/>
          <ac:spMkLst>
            <pc:docMk/>
            <pc:sldMk cId="1483906705" sldId="1236"/>
            <ac:spMk id="3" creationId="{0269A099-CDF6-4EBA-A514-A2DAB86EFC04}"/>
          </ac:spMkLst>
        </pc:spChg>
        <pc:spChg chg="add mod">
          <ac:chgData name="Olha Kuklieva" userId="8058d566-3e94-4190-bb8d-b787b7329c88" providerId="ADAL" clId="{82B65C56-0DDA-4F6B-BC61-117E65D91B3A}" dt="2019-10-31T13:21:56.198" v="58"/>
          <ac:spMkLst>
            <pc:docMk/>
            <pc:sldMk cId="1483906705" sldId="1236"/>
            <ac:spMk id="4" creationId="{9C0E98AF-C5CD-4FAB-A01E-D24E37D15F8E}"/>
          </ac:spMkLst>
        </pc:spChg>
        <pc:spChg chg="add mod">
          <ac:chgData name="Olha Kuklieva" userId="8058d566-3e94-4190-bb8d-b787b7329c88" providerId="ADAL" clId="{82B65C56-0DDA-4F6B-BC61-117E65D91B3A}" dt="2019-10-31T13:21:56.198" v="58"/>
          <ac:spMkLst>
            <pc:docMk/>
            <pc:sldMk cId="1483906705" sldId="1236"/>
            <ac:spMk id="5" creationId="{2D815465-9810-4297-B7C7-CB93EFFC3510}"/>
          </ac:spMkLst>
        </pc:spChg>
      </pc:sldChg>
      <pc:sldChg chg="delSp add">
        <pc:chgData name="Olha Kuklieva" userId="8058d566-3e94-4190-bb8d-b787b7329c88" providerId="ADAL" clId="{82B65C56-0DDA-4F6B-BC61-117E65D91B3A}" dt="2019-10-31T13:22:04.395" v="60"/>
        <pc:sldMkLst>
          <pc:docMk/>
          <pc:sldMk cId="1744341630" sldId="1237"/>
        </pc:sldMkLst>
        <pc:spChg chg="del">
          <ac:chgData name="Olha Kuklieva" userId="8058d566-3e94-4190-bb8d-b787b7329c88" providerId="ADAL" clId="{82B65C56-0DDA-4F6B-BC61-117E65D91B3A}" dt="2019-10-31T13:22:04.395" v="60"/>
          <ac:spMkLst>
            <pc:docMk/>
            <pc:sldMk cId="1744341630" sldId="1237"/>
            <ac:spMk id="2" creationId="{1498270B-F795-4657-B078-0A65B2F27EA8}"/>
          </ac:spMkLst>
        </pc:spChg>
        <pc:spChg chg="del">
          <ac:chgData name="Olha Kuklieva" userId="8058d566-3e94-4190-bb8d-b787b7329c88" providerId="ADAL" clId="{82B65C56-0DDA-4F6B-BC61-117E65D91B3A}" dt="2019-10-31T13:22:04.395" v="60"/>
          <ac:spMkLst>
            <pc:docMk/>
            <pc:sldMk cId="1744341630" sldId="1237"/>
            <ac:spMk id="3" creationId="{73635B2F-3EEC-4D33-BAC8-1F7FD7E72004}"/>
          </ac:spMkLst>
        </pc:spChg>
      </pc:sldChg>
      <pc:sldChg chg="addSp modSp add">
        <pc:chgData name="Olha Kuklieva" userId="8058d566-3e94-4190-bb8d-b787b7329c88" providerId="ADAL" clId="{82B65C56-0DDA-4F6B-BC61-117E65D91B3A}" dt="2019-10-31T13:22:12.857" v="62"/>
        <pc:sldMkLst>
          <pc:docMk/>
          <pc:sldMk cId="2199953829" sldId="1238"/>
        </pc:sldMkLst>
        <pc:spChg chg="add mod">
          <ac:chgData name="Olha Kuklieva" userId="8058d566-3e94-4190-bb8d-b787b7329c88" providerId="ADAL" clId="{82B65C56-0DDA-4F6B-BC61-117E65D91B3A}" dt="2019-10-31T13:22:12.857" v="62"/>
          <ac:spMkLst>
            <pc:docMk/>
            <pc:sldMk cId="2199953829" sldId="1238"/>
            <ac:spMk id="2" creationId="{8C88C5F5-6CB3-4FAC-992E-C7AF0C1AEAA9}"/>
          </ac:spMkLst>
        </pc:spChg>
        <pc:spChg chg="add mod">
          <ac:chgData name="Olha Kuklieva" userId="8058d566-3e94-4190-bb8d-b787b7329c88" providerId="ADAL" clId="{82B65C56-0DDA-4F6B-BC61-117E65D91B3A}" dt="2019-10-31T13:22:12.857" v="62"/>
          <ac:spMkLst>
            <pc:docMk/>
            <pc:sldMk cId="2199953829" sldId="1238"/>
            <ac:spMk id="3" creationId="{84A8E77E-B539-4F18-9F02-51D8362FC622}"/>
          </ac:spMkLst>
        </pc:spChg>
        <pc:spChg chg="add mod">
          <ac:chgData name="Olha Kuklieva" userId="8058d566-3e94-4190-bb8d-b787b7329c88" providerId="ADAL" clId="{82B65C56-0DDA-4F6B-BC61-117E65D91B3A}" dt="2019-10-31T13:22:12.857" v="62"/>
          <ac:spMkLst>
            <pc:docMk/>
            <pc:sldMk cId="2199953829" sldId="1238"/>
            <ac:spMk id="4" creationId="{7F538B34-5B01-4C18-9A86-345B2E5C88AA}"/>
          </ac:spMkLst>
        </pc:spChg>
      </pc:sldChg>
      <pc:sldChg chg="del ord">
        <pc:chgData name="Olha Kuklieva" userId="8058d566-3e94-4190-bb8d-b787b7329c88" providerId="ADAL" clId="{82B65C56-0DDA-4F6B-BC61-117E65D91B3A}" dt="2019-10-31T13:25:54.534" v="66" actId="2696"/>
        <pc:sldMkLst>
          <pc:docMk/>
          <pc:sldMk cId="1639771642" sldId="1239"/>
        </pc:sldMkLst>
      </pc:sldChg>
      <pc:sldChg chg="del ord">
        <pc:chgData name="Olha Kuklieva" userId="8058d566-3e94-4190-bb8d-b787b7329c88" providerId="ADAL" clId="{82B65C56-0DDA-4F6B-BC61-117E65D91B3A}" dt="2019-10-31T13:25:54.541" v="67" actId="2696"/>
        <pc:sldMkLst>
          <pc:docMk/>
          <pc:sldMk cId="671565239" sldId="1240"/>
        </pc:sldMkLst>
      </pc:sldChg>
      <pc:sldMasterChg chg="modSldLayout">
        <pc:chgData name="Olha Kuklieva" userId="8058d566-3e94-4190-bb8d-b787b7329c88" providerId="ADAL" clId="{82B65C56-0DDA-4F6B-BC61-117E65D91B3A}" dt="2019-10-31T13:20:21.167" v="32"/>
        <pc:sldMasterMkLst>
          <pc:docMk/>
          <pc:sldMasterMk cId="3674229508" sldId="2147484777"/>
        </pc:sldMasterMkLst>
        <pc:sldLayoutChg chg="addSp delSp">
          <pc:chgData name="Olha Kuklieva" userId="8058d566-3e94-4190-bb8d-b787b7329c88" providerId="ADAL" clId="{82B65C56-0DDA-4F6B-BC61-117E65D91B3A}" dt="2019-10-31T13:20:21.167" v="32"/>
          <pc:sldLayoutMkLst>
            <pc:docMk/>
            <pc:sldMasterMk cId="3674229508" sldId="2147484777"/>
            <pc:sldLayoutMk cId="103784457" sldId="2147484780"/>
          </pc:sldLayoutMkLst>
          <pc:spChg chg="del">
            <ac:chgData name="Olha Kuklieva" userId="8058d566-3e94-4190-bb8d-b787b7329c88" providerId="ADAL" clId="{82B65C56-0DDA-4F6B-BC61-117E65D91B3A}" dt="2019-10-31T13:20:20.660" v="31" actId="478"/>
            <ac:spMkLst>
              <pc:docMk/>
              <pc:sldMasterMk cId="3674229508" sldId="2147484777"/>
              <pc:sldLayoutMk cId="103784457" sldId="2147484780"/>
              <ac:spMk id="7" creationId="{00000000-0000-0000-0000-000000000000}"/>
            </ac:spMkLst>
          </pc:spChg>
          <pc:spChg chg="add">
            <ac:chgData name="Olha Kuklieva" userId="8058d566-3e94-4190-bb8d-b787b7329c88" providerId="ADAL" clId="{82B65C56-0DDA-4F6B-BC61-117E65D91B3A}" dt="2019-10-31T13:20:21.167" v="32"/>
            <ac:spMkLst>
              <pc:docMk/>
              <pc:sldMasterMk cId="3674229508" sldId="2147484777"/>
              <pc:sldLayoutMk cId="103784457" sldId="2147484780"/>
              <ac:spMk id="10" creationId="{7E951F8F-95DA-4545-9B7B-92CF0D985F6F}"/>
            </ac:spMkLst>
          </pc:spChg>
        </pc:sldLayoutChg>
      </pc:sldMasterChg>
      <pc:sldMasterChg chg="modSldLayout">
        <pc:chgData name="Olha Kuklieva" userId="8058d566-3e94-4190-bb8d-b787b7329c88" providerId="ADAL" clId="{82B65C56-0DDA-4F6B-BC61-117E65D91B3A}" dt="2019-10-31T13:20:02.333" v="28" actId="1076"/>
        <pc:sldMasterMkLst>
          <pc:docMk/>
          <pc:sldMasterMk cId="341790936" sldId="2147484789"/>
        </pc:sldMasterMkLst>
        <pc:sldLayoutChg chg="modSp">
          <pc:chgData name="Olha Kuklieva" userId="8058d566-3e94-4190-bb8d-b787b7329c88" providerId="ADAL" clId="{82B65C56-0DDA-4F6B-BC61-117E65D91B3A}" dt="2019-10-31T13:20:02.333" v="28" actId="1076"/>
          <pc:sldLayoutMkLst>
            <pc:docMk/>
            <pc:sldMasterMk cId="341790936" sldId="2147484789"/>
            <pc:sldLayoutMk cId="3124640893" sldId="2147484792"/>
          </pc:sldLayoutMkLst>
          <pc:spChg chg="mod">
            <ac:chgData name="Olha Kuklieva" userId="8058d566-3e94-4190-bb8d-b787b7329c88" providerId="ADAL" clId="{82B65C56-0DDA-4F6B-BC61-117E65D91B3A}" dt="2019-10-31T13:19:18.002" v="5" actId="20577"/>
            <ac:spMkLst>
              <pc:docMk/>
              <pc:sldMasterMk cId="341790936" sldId="2147484789"/>
              <pc:sldLayoutMk cId="3124640893" sldId="2147484792"/>
              <ac:spMk id="3" creationId="{00000000-0000-0000-0000-000000000000}"/>
            </ac:spMkLst>
          </pc:spChg>
          <pc:spChg chg="mod">
            <ac:chgData name="Olha Kuklieva" userId="8058d566-3e94-4190-bb8d-b787b7329c88" providerId="ADAL" clId="{82B65C56-0DDA-4F6B-BC61-117E65D91B3A}" dt="2019-10-31T13:20:02.333" v="28" actId="1076"/>
            <ac:spMkLst>
              <pc:docMk/>
              <pc:sldMasterMk cId="341790936" sldId="2147484789"/>
              <pc:sldLayoutMk cId="3124640893" sldId="2147484792"/>
              <ac:spMk id="7" creationId="{00000000-0000-0000-0000-000000000000}"/>
            </ac:spMkLst>
          </pc:spChg>
        </pc:sldLayoutChg>
      </pc:sldMasterChg>
      <pc:sldMasterChg chg="modSldLayout">
        <pc:chgData name="Olha Kuklieva" userId="8058d566-3e94-4190-bb8d-b787b7329c88" providerId="ADAL" clId="{82B65C56-0DDA-4F6B-BC61-117E65D91B3A}" dt="2019-10-31T13:20:08.977" v="30"/>
        <pc:sldMasterMkLst>
          <pc:docMk/>
          <pc:sldMasterMk cId="3849270835" sldId="2147484842"/>
        </pc:sldMasterMkLst>
        <pc:sldLayoutChg chg="addSp delSp">
          <pc:chgData name="Olha Kuklieva" userId="8058d566-3e94-4190-bb8d-b787b7329c88" providerId="ADAL" clId="{82B65C56-0DDA-4F6B-BC61-117E65D91B3A}" dt="2019-10-31T13:20:08.977" v="30"/>
          <pc:sldLayoutMkLst>
            <pc:docMk/>
            <pc:sldMasterMk cId="3849270835" sldId="2147484842"/>
            <pc:sldLayoutMk cId="2933953185" sldId="2147484850"/>
          </pc:sldLayoutMkLst>
          <pc:spChg chg="add">
            <ac:chgData name="Olha Kuklieva" userId="8058d566-3e94-4190-bb8d-b787b7329c88" providerId="ADAL" clId="{82B65C56-0DDA-4F6B-BC61-117E65D91B3A}" dt="2019-10-31T13:20:08.977" v="30"/>
            <ac:spMkLst>
              <pc:docMk/>
              <pc:sldMasterMk cId="3849270835" sldId="2147484842"/>
              <pc:sldLayoutMk cId="2933953185" sldId="2147484850"/>
              <ac:spMk id="6" creationId="{6DDF5AB6-195E-47F9-91E3-98E599C01EFB}"/>
            </ac:spMkLst>
          </pc:spChg>
          <pc:spChg chg="del">
            <ac:chgData name="Olha Kuklieva" userId="8058d566-3e94-4190-bb8d-b787b7329c88" providerId="ADAL" clId="{82B65C56-0DDA-4F6B-BC61-117E65D91B3A}" dt="2019-10-31T13:20:08.389" v="29" actId="478"/>
            <ac:spMkLst>
              <pc:docMk/>
              <pc:sldMasterMk cId="3849270835" sldId="2147484842"/>
              <pc:sldLayoutMk cId="2933953185" sldId="2147484850"/>
              <ac:spMk id="7" creationId="{00000000-0000-0000-0000-000000000000}"/>
            </ac:spMkLst>
          </pc:spChg>
        </pc:sldLayoutChg>
      </pc:sldMasterChg>
    </pc:docChg>
  </pc:docChgLst>
  <pc:docChgLst>
    <pc:chgData name="Briana Mendoza" userId="c91bfef7-954f-4b54-95a0-187db890a228" providerId="ADAL" clId="{DE0A7EBB-A71E-E244-9638-CA7B1C0FB579}"/>
    <pc:docChg chg="addSld modSld">
      <pc:chgData name="Briana Mendoza" userId="c91bfef7-954f-4b54-95a0-187db890a228" providerId="ADAL" clId="{DE0A7EBB-A71E-E244-9638-CA7B1C0FB579}" dt="2020-02-11T15:37:01.634" v="2"/>
      <pc:docMkLst>
        <pc:docMk/>
      </pc:docMkLst>
      <pc:sldChg chg="addSp delSp modSp add">
        <pc:chgData name="Briana Mendoza" userId="c91bfef7-954f-4b54-95a0-187db890a228" providerId="ADAL" clId="{DE0A7EBB-A71E-E244-9638-CA7B1C0FB579}" dt="2020-02-11T15:37:01.634" v="2"/>
        <pc:sldMkLst>
          <pc:docMk/>
          <pc:sldMk cId="801574221" sldId="1239"/>
        </pc:sldMkLst>
        <pc:spChg chg="del">
          <ac:chgData name="Briana Mendoza" userId="c91bfef7-954f-4b54-95a0-187db890a228" providerId="ADAL" clId="{DE0A7EBB-A71E-E244-9638-CA7B1C0FB579}" dt="2020-02-11T15:36:41.101" v="1"/>
          <ac:spMkLst>
            <pc:docMk/>
            <pc:sldMk cId="801574221" sldId="1239"/>
            <ac:spMk id="2" creationId="{74E54B86-7300-084E-A2EA-4C64CC1F82ED}"/>
          </ac:spMkLst>
        </pc:spChg>
        <pc:spChg chg="del">
          <ac:chgData name="Briana Mendoza" userId="c91bfef7-954f-4b54-95a0-187db890a228" providerId="ADAL" clId="{DE0A7EBB-A71E-E244-9638-CA7B1C0FB579}" dt="2020-02-11T15:36:41.101" v="1"/>
          <ac:spMkLst>
            <pc:docMk/>
            <pc:sldMk cId="801574221" sldId="1239"/>
            <ac:spMk id="3" creationId="{2AC26678-36D1-1940-989C-87092E5FFD6F}"/>
          </ac:spMkLst>
        </pc:spChg>
        <pc:spChg chg="add del mod">
          <ac:chgData name="Briana Mendoza" userId="c91bfef7-954f-4b54-95a0-187db890a228" providerId="ADAL" clId="{DE0A7EBB-A71E-E244-9638-CA7B1C0FB579}" dt="2020-02-11T15:37:01.634" v="2"/>
          <ac:spMkLst>
            <pc:docMk/>
            <pc:sldMk cId="801574221" sldId="1239"/>
            <ac:spMk id="4" creationId="{40755D8C-6560-E04B-A898-B88A03B4DA47}"/>
          </ac:spMkLst>
        </pc:spChg>
        <pc:spChg chg="add del mod">
          <ac:chgData name="Briana Mendoza" userId="c91bfef7-954f-4b54-95a0-187db890a228" providerId="ADAL" clId="{DE0A7EBB-A71E-E244-9638-CA7B1C0FB579}" dt="2020-02-11T15:37:01.634" v="2"/>
          <ac:spMkLst>
            <pc:docMk/>
            <pc:sldMk cId="801574221" sldId="1239"/>
            <ac:spMk id="5" creationId="{EA190C6B-83CF-FA44-B2A2-0FC1B75C04A6}"/>
          </ac:spMkLst>
        </pc:spChg>
        <pc:spChg chg="add del mod">
          <ac:chgData name="Briana Mendoza" userId="c91bfef7-954f-4b54-95a0-187db890a228" providerId="ADAL" clId="{DE0A7EBB-A71E-E244-9638-CA7B1C0FB579}" dt="2020-02-11T15:37:01.634" v="2"/>
          <ac:spMkLst>
            <pc:docMk/>
            <pc:sldMk cId="801574221" sldId="1239"/>
            <ac:spMk id="6" creationId="{8E679A29-6F90-6C4C-970A-85B34E6A8B5C}"/>
          </ac:spMkLst>
        </pc:spChg>
        <pc:spChg chg="add del mod">
          <ac:chgData name="Briana Mendoza" userId="c91bfef7-954f-4b54-95a0-187db890a228" providerId="ADAL" clId="{DE0A7EBB-A71E-E244-9638-CA7B1C0FB579}" dt="2020-02-11T15:37:01.634" v="2"/>
          <ac:spMkLst>
            <pc:docMk/>
            <pc:sldMk cId="801574221" sldId="1239"/>
            <ac:spMk id="7" creationId="{E541A164-7EC1-2246-A6BF-402A097BD6ED}"/>
          </ac:spMkLst>
        </pc:spChg>
        <pc:spChg chg="add del mod">
          <ac:chgData name="Briana Mendoza" userId="c91bfef7-954f-4b54-95a0-187db890a228" providerId="ADAL" clId="{DE0A7EBB-A71E-E244-9638-CA7B1C0FB579}" dt="2020-02-11T15:37:01.634" v="2"/>
          <ac:spMkLst>
            <pc:docMk/>
            <pc:sldMk cId="801574221" sldId="1239"/>
            <ac:spMk id="8" creationId="{F64460B3-2375-9D4D-8234-4174BC3B6295}"/>
          </ac:spMkLst>
        </pc:spChg>
        <pc:spChg chg="add del mod">
          <ac:chgData name="Briana Mendoza" userId="c91bfef7-954f-4b54-95a0-187db890a228" providerId="ADAL" clId="{DE0A7EBB-A71E-E244-9638-CA7B1C0FB579}" dt="2020-02-11T15:37:01.634" v="2"/>
          <ac:spMkLst>
            <pc:docMk/>
            <pc:sldMk cId="801574221" sldId="1239"/>
            <ac:spMk id="9" creationId="{18176AEF-88AB-C24B-8F30-A8413B879A09}"/>
          </ac:spMkLst>
        </pc:spChg>
        <pc:spChg chg="add mod">
          <ac:chgData name="Briana Mendoza" userId="c91bfef7-954f-4b54-95a0-187db890a228" providerId="ADAL" clId="{DE0A7EBB-A71E-E244-9638-CA7B1C0FB579}" dt="2020-02-11T15:37:01.634" v="2"/>
          <ac:spMkLst>
            <pc:docMk/>
            <pc:sldMk cId="801574221" sldId="1239"/>
            <ac:spMk id="10" creationId="{FE6F92B3-0A64-344F-AACB-4E6E187DC37E}"/>
          </ac:spMkLst>
        </pc:spChg>
        <pc:spChg chg="add mod">
          <ac:chgData name="Briana Mendoza" userId="c91bfef7-954f-4b54-95a0-187db890a228" providerId="ADAL" clId="{DE0A7EBB-A71E-E244-9638-CA7B1C0FB579}" dt="2020-02-11T15:37:01.634" v="2"/>
          <ac:spMkLst>
            <pc:docMk/>
            <pc:sldMk cId="801574221" sldId="1239"/>
            <ac:spMk id="11" creationId="{C4182C9D-1897-824D-B491-0F7A8B610D23}"/>
          </ac:spMkLst>
        </pc:spChg>
        <pc:spChg chg="add mod">
          <ac:chgData name="Briana Mendoza" userId="c91bfef7-954f-4b54-95a0-187db890a228" providerId="ADAL" clId="{DE0A7EBB-A71E-E244-9638-CA7B1C0FB579}" dt="2020-02-11T15:37:01.634" v="2"/>
          <ac:spMkLst>
            <pc:docMk/>
            <pc:sldMk cId="801574221" sldId="1239"/>
            <ac:spMk id="12" creationId="{0BB31010-45BB-7746-BE81-D42559C95C3A}"/>
          </ac:spMkLst>
        </pc:spChg>
        <pc:spChg chg="add mod">
          <ac:chgData name="Briana Mendoza" userId="c91bfef7-954f-4b54-95a0-187db890a228" providerId="ADAL" clId="{DE0A7EBB-A71E-E244-9638-CA7B1C0FB579}" dt="2020-02-11T15:37:01.634" v="2"/>
          <ac:spMkLst>
            <pc:docMk/>
            <pc:sldMk cId="801574221" sldId="1239"/>
            <ac:spMk id="13" creationId="{D89F69B0-8928-7C44-AAF4-023C48E652CF}"/>
          </ac:spMkLst>
        </pc:spChg>
        <pc:spChg chg="add mod">
          <ac:chgData name="Briana Mendoza" userId="c91bfef7-954f-4b54-95a0-187db890a228" providerId="ADAL" clId="{DE0A7EBB-A71E-E244-9638-CA7B1C0FB579}" dt="2020-02-11T15:37:01.634" v="2"/>
          <ac:spMkLst>
            <pc:docMk/>
            <pc:sldMk cId="801574221" sldId="1239"/>
            <ac:spMk id="14" creationId="{16B6D339-815F-5140-BA2E-F4D179F7E23F}"/>
          </ac:spMkLst>
        </pc:spChg>
        <pc:spChg chg="add mod">
          <ac:chgData name="Briana Mendoza" userId="c91bfef7-954f-4b54-95a0-187db890a228" providerId="ADAL" clId="{DE0A7EBB-A71E-E244-9638-CA7B1C0FB579}" dt="2020-02-11T15:37:01.634" v="2"/>
          <ac:spMkLst>
            <pc:docMk/>
            <pc:sldMk cId="801574221" sldId="1239"/>
            <ac:spMk id="15" creationId="{3028D1EB-7057-3649-9CA8-4717FC9099A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B15B8B-5490-4FA6-8127-A1F561720896}" type="doc">
      <dgm:prSet loTypeId="urn:microsoft.com/office/officeart/2005/8/layout/matrix1" loCatId="matrix" qsTypeId="urn:microsoft.com/office/officeart/2005/8/quickstyle/simple5" qsCatId="simple" csTypeId="urn:microsoft.com/office/officeart/2005/8/colors/colorful5" csCatId="colorful" phldr="1"/>
      <dgm:spPr/>
      <dgm:t>
        <a:bodyPr/>
        <a:lstStyle/>
        <a:p>
          <a:endParaRPr lang="ru-RU"/>
        </a:p>
      </dgm:t>
    </dgm:pt>
    <dgm:pt modelId="{049EB6E5-BEEB-4E95-BA99-1893BB970540}">
      <dgm:prSet phldrT="[Текст]"/>
      <dgm:spPr/>
      <dgm:t>
        <a:bodyPr/>
        <a:lstStyle/>
        <a:p>
          <a:r>
            <a:rPr lang="en-US" dirty="0" smtClean="0"/>
            <a:t>OOP</a:t>
          </a:r>
          <a:endParaRPr lang="ru-RU" dirty="0"/>
        </a:p>
      </dgm:t>
    </dgm:pt>
    <dgm:pt modelId="{301772C5-92CB-4EDD-8E27-1006BEC74A27}" type="parTrans" cxnId="{E3C36C7D-113E-4083-93D2-79A1DC1CAB95}">
      <dgm:prSet/>
      <dgm:spPr/>
      <dgm:t>
        <a:bodyPr/>
        <a:lstStyle/>
        <a:p>
          <a:endParaRPr lang="ru-RU"/>
        </a:p>
      </dgm:t>
    </dgm:pt>
    <dgm:pt modelId="{11D4B97E-FDEC-4A69-85BC-FF813E439592}" type="sibTrans" cxnId="{E3C36C7D-113E-4083-93D2-79A1DC1CAB95}">
      <dgm:prSet/>
      <dgm:spPr/>
      <dgm:t>
        <a:bodyPr/>
        <a:lstStyle/>
        <a:p>
          <a:endParaRPr lang="ru-RU"/>
        </a:p>
      </dgm:t>
    </dgm:pt>
    <dgm:pt modelId="{766C50C0-1F7E-461B-8A13-83DEBC66E228}">
      <dgm:prSet phldrT="[Текст]"/>
      <dgm:spPr/>
      <dgm:t>
        <a:bodyPr/>
        <a:lstStyle/>
        <a:p>
          <a:r>
            <a:rPr lang="en-US" b="0" i="0" dirty="0" smtClean="0"/>
            <a:t>ENCAPSULATION</a:t>
          </a:r>
          <a:endParaRPr lang="ru-RU" dirty="0"/>
        </a:p>
      </dgm:t>
    </dgm:pt>
    <dgm:pt modelId="{96BC901E-BED7-418D-97B2-0A3D4229EB54}" type="parTrans" cxnId="{E30E9A00-8DF2-4543-A70E-61DA7BDBA296}">
      <dgm:prSet/>
      <dgm:spPr/>
      <dgm:t>
        <a:bodyPr/>
        <a:lstStyle/>
        <a:p>
          <a:endParaRPr lang="ru-RU"/>
        </a:p>
      </dgm:t>
    </dgm:pt>
    <dgm:pt modelId="{76439071-6510-450C-8A4E-A6E0629CE77D}" type="sibTrans" cxnId="{E30E9A00-8DF2-4543-A70E-61DA7BDBA296}">
      <dgm:prSet/>
      <dgm:spPr/>
      <dgm:t>
        <a:bodyPr/>
        <a:lstStyle/>
        <a:p>
          <a:endParaRPr lang="ru-RU"/>
        </a:p>
      </dgm:t>
    </dgm:pt>
    <dgm:pt modelId="{9083C1DF-6B57-42A0-9643-FCC3174C4B5D}">
      <dgm:prSet phldrT="[Текст]"/>
      <dgm:spPr/>
      <dgm:t>
        <a:bodyPr/>
        <a:lstStyle/>
        <a:p>
          <a:r>
            <a:rPr lang="en-US" b="0" i="0" dirty="0" smtClean="0"/>
            <a:t>ABSTRACTION</a:t>
          </a:r>
          <a:endParaRPr lang="ru-RU" dirty="0"/>
        </a:p>
      </dgm:t>
    </dgm:pt>
    <dgm:pt modelId="{49E41BAC-039B-4B37-A034-51E80D682906}" type="parTrans" cxnId="{BA860CEC-7F6A-4E98-A960-EE2CE85F454B}">
      <dgm:prSet/>
      <dgm:spPr/>
      <dgm:t>
        <a:bodyPr/>
        <a:lstStyle/>
        <a:p>
          <a:endParaRPr lang="ru-RU"/>
        </a:p>
      </dgm:t>
    </dgm:pt>
    <dgm:pt modelId="{F243E46B-D48A-4DEE-A564-DA0314B5F787}" type="sibTrans" cxnId="{BA860CEC-7F6A-4E98-A960-EE2CE85F454B}">
      <dgm:prSet/>
      <dgm:spPr/>
      <dgm:t>
        <a:bodyPr/>
        <a:lstStyle/>
        <a:p>
          <a:endParaRPr lang="ru-RU"/>
        </a:p>
      </dgm:t>
    </dgm:pt>
    <dgm:pt modelId="{C2FE1CF8-D1BC-4B5C-82D7-4BBCAABB68CF}">
      <dgm:prSet phldrT="[Текст]"/>
      <dgm:spPr/>
      <dgm:t>
        <a:bodyPr/>
        <a:lstStyle/>
        <a:p>
          <a:r>
            <a:rPr lang="en-US" b="0" i="0" dirty="0" smtClean="0"/>
            <a:t>INHERITANCE</a:t>
          </a:r>
          <a:endParaRPr lang="ru-RU" dirty="0"/>
        </a:p>
      </dgm:t>
    </dgm:pt>
    <dgm:pt modelId="{386B23EE-CA70-411F-B109-967CD8078285}" type="parTrans" cxnId="{91389D83-3C20-448A-AA4A-5D4B8094AAC6}">
      <dgm:prSet/>
      <dgm:spPr/>
      <dgm:t>
        <a:bodyPr/>
        <a:lstStyle/>
        <a:p>
          <a:endParaRPr lang="ru-RU"/>
        </a:p>
      </dgm:t>
    </dgm:pt>
    <dgm:pt modelId="{2F4D6E90-A2DD-4A0F-8DB1-A84080851A08}" type="sibTrans" cxnId="{91389D83-3C20-448A-AA4A-5D4B8094AAC6}">
      <dgm:prSet/>
      <dgm:spPr/>
      <dgm:t>
        <a:bodyPr/>
        <a:lstStyle/>
        <a:p>
          <a:endParaRPr lang="ru-RU"/>
        </a:p>
      </dgm:t>
    </dgm:pt>
    <dgm:pt modelId="{61D8817A-FAAB-48C4-8C7A-DA15773C533F}">
      <dgm:prSet phldrT="[Текст]"/>
      <dgm:spPr/>
      <dgm:t>
        <a:bodyPr/>
        <a:lstStyle/>
        <a:p>
          <a:r>
            <a:rPr lang="en-US" b="0" i="0" dirty="0" smtClean="0"/>
            <a:t>POLYMORPHISM</a:t>
          </a:r>
          <a:endParaRPr lang="ru-RU" dirty="0"/>
        </a:p>
      </dgm:t>
    </dgm:pt>
    <dgm:pt modelId="{EB35A3A5-2664-4D23-8031-C10B8836E244}" type="parTrans" cxnId="{8E1BB2FB-9540-4970-968D-AED53B27250D}">
      <dgm:prSet/>
      <dgm:spPr/>
      <dgm:t>
        <a:bodyPr/>
        <a:lstStyle/>
        <a:p>
          <a:endParaRPr lang="ru-RU"/>
        </a:p>
      </dgm:t>
    </dgm:pt>
    <dgm:pt modelId="{A9EB019D-C344-465E-AC34-842C30948E89}" type="sibTrans" cxnId="{8E1BB2FB-9540-4970-968D-AED53B27250D}">
      <dgm:prSet/>
      <dgm:spPr/>
      <dgm:t>
        <a:bodyPr/>
        <a:lstStyle/>
        <a:p>
          <a:endParaRPr lang="ru-RU"/>
        </a:p>
      </dgm:t>
    </dgm:pt>
    <dgm:pt modelId="{5BE47896-853B-4BA5-9190-480F2E06E0E4}" type="pres">
      <dgm:prSet presAssocID="{62B15B8B-5490-4FA6-8127-A1F561720896}" presName="diagram" presStyleCnt="0">
        <dgm:presLayoutVars>
          <dgm:chMax val="1"/>
          <dgm:dir/>
          <dgm:animLvl val="ctr"/>
          <dgm:resizeHandles val="exact"/>
        </dgm:presLayoutVars>
      </dgm:prSet>
      <dgm:spPr/>
      <dgm:t>
        <a:bodyPr/>
        <a:lstStyle/>
        <a:p>
          <a:endParaRPr lang="ru-RU"/>
        </a:p>
      </dgm:t>
    </dgm:pt>
    <dgm:pt modelId="{765B57E2-D08B-499D-A874-66215DD4EB0D}" type="pres">
      <dgm:prSet presAssocID="{62B15B8B-5490-4FA6-8127-A1F561720896}" presName="matrix" presStyleCnt="0"/>
      <dgm:spPr/>
    </dgm:pt>
    <dgm:pt modelId="{12B1E921-DF3A-4F9C-B315-5B9B189E318D}" type="pres">
      <dgm:prSet presAssocID="{62B15B8B-5490-4FA6-8127-A1F561720896}" presName="tile1" presStyleLbl="node1" presStyleIdx="0" presStyleCnt="4"/>
      <dgm:spPr/>
      <dgm:t>
        <a:bodyPr/>
        <a:lstStyle/>
        <a:p>
          <a:endParaRPr lang="ru-RU"/>
        </a:p>
      </dgm:t>
    </dgm:pt>
    <dgm:pt modelId="{E412542B-6975-4C4B-805E-2F96B64721C6}" type="pres">
      <dgm:prSet presAssocID="{62B15B8B-5490-4FA6-8127-A1F561720896}" presName="tile1text" presStyleLbl="node1" presStyleIdx="0" presStyleCnt="4">
        <dgm:presLayoutVars>
          <dgm:chMax val="0"/>
          <dgm:chPref val="0"/>
          <dgm:bulletEnabled val="1"/>
        </dgm:presLayoutVars>
      </dgm:prSet>
      <dgm:spPr/>
      <dgm:t>
        <a:bodyPr/>
        <a:lstStyle/>
        <a:p>
          <a:endParaRPr lang="ru-RU"/>
        </a:p>
      </dgm:t>
    </dgm:pt>
    <dgm:pt modelId="{A2CFE618-8A33-45AB-BF9A-F95C6BA14083}" type="pres">
      <dgm:prSet presAssocID="{62B15B8B-5490-4FA6-8127-A1F561720896}" presName="tile2" presStyleLbl="node1" presStyleIdx="1" presStyleCnt="4"/>
      <dgm:spPr/>
      <dgm:t>
        <a:bodyPr/>
        <a:lstStyle/>
        <a:p>
          <a:endParaRPr lang="ru-RU"/>
        </a:p>
      </dgm:t>
    </dgm:pt>
    <dgm:pt modelId="{1AC2024F-C2AE-4A62-89B4-C720B66C3B8B}" type="pres">
      <dgm:prSet presAssocID="{62B15B8B-5490-4FA6-8127-A1F561720896}" presName="tile2text" presStyleLbl="node1" presStyleIdx="1" presStyleCnt="4">
        <dgm:presLayoutVars>
          <dgm:chMax val="0"/>
          <dgm:chPref val="0"/>
          <dgm:bulletEnabled val="1"/>
        </dgm:presLayoutVars>
      </dgm:prSet>
      <dgm:spPr/>
      <dgm:t>
        <a:bodyPr/>
        <a:lstStyle/>
        <a:p>
          <a:endParaRPr lang="ru-RU"/>
        </a:p>
      </dgm:t>
    </dgm:pt>
    <dgm:pt modelId="{C185900B-B9D0-4497-BA85-F48CECB3A090}" type="pres">
      <dgm:prSet presAssocID="{62B15B8B-5490-4FA6-8127-A1F561720896}" presName="tile3" presStyleLbl="node1" presStyleIdx="2" presStyleCnt="4"/>
      <dgm:spPr/>
      <dgm:t>
        <a:bodyPr/>
        <a:lstStyle/>
        <a:p>
          <a:endParaRPr lang="ru-RU"/>
        </a:p>
      </dgm:t>
    </dgm:pt>
    <dgm:pt modelId="{CF10B1FE-F5E8-4D9D-8381-E2E58BEB67E1}" type="pres">
      <dgm:prSet presAssocID="{62B15B8B-5490-4FA6-8127-A1F561720896}" presName="tile3text" presStyleLbl="node1" presStyleIdx="2" presStyleCnt="4">
        <dgm:presLayoutVars>
          <dgm:chMax val="0"/>
          <dgm:chPref val="0"/>
          <dgm:bulletEnabled val="1"/>
        </dgm:presLayoutVars>
      </dgm:prSet>
      <dgm:spPr/>
      <dgm:t>
        <a:bodyPr/>
        <a:lstStyle/>
        <a:p>
          <a:endParaRPr lang="ru-RU"/>
        </a:p>
      </dgm:t>
    </dgm:pt>
    <dgm:pt modelId="{DF39BD9D-37F2-4DA1-A9AE-3FABC0CFDC5A}" type="pres">
      <dgm:prSet presAssocID="{62B15B8B-5490-4FA6-8127-A1F561720896}" presName="tile4" presStyleLbl="node1" presStyleIdx="3" presStyleCnt="4"/>
      <dgm:spPr/>
      <dgm:t>
        <a:bodyPr/>
        <a:lstStyle/>
        <a:p>
          <a:endParaRPr lang="ru-RU"/>
        </a:p>
      </dgm:t>
    </dgm:pt>
    <dgm:pt modelId="{AC115999-DA4B-446D-8C09-AE59D18931C1}" type="pres">
      <dgm:prSet presAssocID="{62B15B8B-5490-4FA6-8127-A1F561720896}" presName="tile4text" presStyleLbl="node1" presStyleIdx="3" presStyleCnt="4">
        <dgm:presLayoutVars>
          <dgm:chMax val="0"/>
          <dgm:chPref val="0"/>
          <dgm:bulletEnabled val="1"/>
        </dgm:presLayoutVars>
      </dgm:prSet>
      <dgm:spPr/>
      <dgm:t>
        <a:bodyPr/>
        <a:lstStyle/>
        <a:p>
          <a:endParaRPr lang="ru-RU"/>
        </a:p>
      </dgm:t>
    </dgm:pt>
    <dgm:pt modelId="{8CFE813F-9572-473A-B050-77AE4C974DD4}" type="pres">
      <dgm:prSet presAssocID="{62B15B8B-5490-4FA6-8127-A1F561720896}" presName="centerTile" presStyleLbl="fgShp" presStyleIdx="0" presStyleCnt="1">
        <dgm:presLayoutVars>
          <dgm:chMax val="0"/>
          <dgm:chPref val="0"/>
        </dgm:presLayoutVars>
      </dgm:prSet>
      <dgm:spPr/>
      <dgm:t>
        <a:bodyPr/>
        <a:lstStyle/>
        <a:p>
          <a:endParaRPr lang="ru-RU"/>
        </a:p>
      </dgm:t>
    </dgm:pt>
  </dgm:ptLst>
  <dgm:cxnLst>
    <dgm:cxn modelId="{E6E7E57F-2C49-4036-A207-FB1238D09D38}" type="presOf" srcId="{C2FE1CF8-D1BC-4B5C-82D7-4BBCAABB68CF}" destId="{CF10B1FE-F5E8-4D9D-8381-E2E58BEB67E1}" srcOrd="1" destOrd="0" presId="urn:microsoft.com/office/officeart/2005/8/layout/matrix1"/>
    <dgm:cxn modelId="{A491CE46-1138-45F2-8C58-D094DB902D58}" type="presOf" srcId="{9083C1DF-6B57-42A0-9643-FCC3174C4B5D}" destId="{A2CFE618-8A33-45AB-BF9A-F95C6BA14083}" srcOrd="0" destOrd="0" presId="urn:microsoft.com/office/officeart/2005/8/layout/matrix1"/>
    <dgm:cxn modelId="{65211CDA-F97E-403F-98E1-472BA9913395}" type="presOf" srcId="{766C50C0-1F7E-461B-8A13-83DEBC66E228}" destId="{12B1E921-DF3A-4F9C-B315-5B9B189E318D}" srcOrd="0" destOrd="0" presId="urn:microsoft.com/office/officeart/2005/8/layout/matrix1"/>
    <dgm:cxn modelId="{F7C6F581-E8D5-4A00-8162-C576DC038D7F}" type="presOf" srcId="{9083C1DF-6B57-42A0-9643-FCC3174C4B5D}" destId="{1AC2024F-C2AE-4A62-89B4-C720B66C3B8B}" srcOrd="1" destOrd="0" presId="urn:microsoft.com/office/officeart/2005/8/layout/matrix1"/>
    <dgm:cxn modelId="{FA28F96A-8F8E-41DD-A971-A497FF6B055D}" type="presOf" srcId="{61D8817A-FAAB-48C4-8C7A-DA15773C533F}" destId="{AC115999-DA4B-446D-8C09-AE59D18931C1}" srcOrd="1" destOrd="0" presId="urn:microsoft.com/office/officeart/2005/8/layout/matrix1"/>
    <dgm:cxn modelId="{E9252D08-EDB1-4C42-928F-9751B792D6E3}" type="presOf" srcId="{61D8817A-FAAB-48C4-8C7A-DA15773C533F}" destId="{DF39BD9D-37F2-4DA1-A9AE-3FABC0CFDC5A}" srcOrd="0" destOrd="0" presId="urn:microsoft.com/office/officeart/2005/8/layout/matrix1"/>
    <dgm:cxn modelId="{B9D69BB7-CA39-4D6F-B2FD-C5546C84E32E}" type="presOf" srcId="{766C50C0-1F7E-461B-8A13-83DEBC66E228}" destId="{E412542B-6975-4C4B-805E-2F96B64721C6}" srcOrd="1" destOrd="0" presId="urn:microsoft.com/office/officeart/2005/8/layout/matrix1"/>
    <dgm:cxn modelId="{8E1BB2FB-9540-4970-968D-AED53B27250D}" srcId="{049EB6E5-BEEB-4E95-BA99-1893BB970540}" destId="{61D8817A-FAAB-48C4-8C7A-DA15773C533F}" srcOrd="3" destOrd="0" parTransId="{EB35A3A5-2664-4D23-8031-C10B8836E244}" sibTransId="{A9EB019D-C344-465E-AC34-842C30948E89}"/>
    <dgm:cxn modelId="{B5A8C24E-4066-4B81-BBE3-A7D6C467C672}" type="presOf" srcId="{C2FE1CF8-D1BC-4B5C-82D7-4BBCAABB68CF}" destId="{C185900B-B9D0-4497-BA85-F48CECB3A090}" srcOrd="0" destOrd="0" presId="urn:microsoft.com/office/officeart/2005/8/layout/matrix1"/>
    <dgm:cxn modelId="{E3C36C7D-113E-4083-93D2-79A1DC1CAB95}" srcId="{62B15B8B-5490-4FA6-8127-A1F561720896}" destId="{049EB6E5-BEEB-4E95-BA99-1893BB970540}" srcOrd="0" destOrd="0" parTransId="{301772C5-92CB-4EDD-8E27-1006BEC74A27}" sibTransId="{11D4B97E-FDEC-4A69-85BC-FF813E439592}"/>
    <dgm:cxn modelId="{BA860CEC-7F6A-4E98-A960-EE2CE85F454B}" srcId="{049EB6E5-BEEB-4E95-BA99-1893BB970540}" destId="{9083C1DF-6B57-42A0-9643-FCC3174C4B5D}" srcOrd="1" destOrd="0" parTransId="{49E41BAC-039B-4B37-A034-51E80D682906}" sibTransId="{F243E46B-D48A-4DEE-A564-DA0314B5F787}"/>
    <dgm:cxn modelId="{9C13D1FC-2CB8-4BF0-ADC7-2DFF1F8952F5}" type="presOf" srcId="{62B15B8B-5490-4FA6-8127-A1F561720896}" destId="{5BE47896-853B-4BA5-9190-480F2E06E0E4}" srcOrd="0" destOrd="0" presId="urn:microsoft.com/office/officeart/2005/8/layout/matrix1"/>
    <dgm:cxn modelId="{E30E9A00-8DF2-4543-A70E-61DA7BDBA296}" srcId="{049EB6E5-BEEB-4E95-BA99-1893BB970540}" destId="{766C50C0-1F7E-461B-8A13-83DEBC66E228}" srcOrd="0" destOrd="0" parTransId="{96BC901E-BED7-418D-97B2-0A3D4229EB54}" sibTransId="{76439071-6510-450C-8A4E-A6E0629CE77D}"/>
    <dgm:cxn modelId="{E9F0D6A9-6FA0-4962-9475-2012AED315E9}" type="presOf" srcId="{049EB6E5-BEEB-4E95-BA99-1893BB970540}" destId="{8CFE813F-9572-473A-B050-77AE4C974DD4}" srcOrd="0" destOrd="0" presId="urn:microsoft.com/office/officeart/2005/8/layout/matrix1"/>
    <dgm:cxn modelId="{91389D83-3C20-448A-AA4A-5D4B8094AAC6}" srcId="{049EB6E5-BEEB-4E95-BA99-1893BB970540}" destId="{C2FE1CF8-D1BC-4B5C-82D7-4BBCAABB68CF}" srcOrd="2" destOrd="0" parTransId="{386B23EE-CA70-411F-B109-967CD8078285}" sibTransId="{2F4D6E90-A2DD-4A0F-8DB1-A84080851A08}"/>
    <dgm:cxn modelId="{9BF795F5-02EB-4303-BBA3-47579BF39596}" type="presParOf" srcId="{5BE47896-853B-4BA5-9190-480F2E06E0E4}" destId="{765B57E2-D08B-499D-A874-66215DD4EB0D}" srcOrd="0" destOrd="0" presId="urn:microsoft.com/office/officeart/2005/8/layout/matrix1"/>
    <dgm:cxn modelId="{49B7C2D9-904F-4329-992B-8FCF83EE74DB}" type="presParOf" srcId="{765B57E2-D08B-499D-A874-66215DD4EB0D}" destId="{12B1E921-DF3A-4F9C-B315-5B9B189E318D}" srcOrd="0" destOrd="0" presId="urn:microsoft.com/office/officeart/2005/8/layout/matrix1"/>
    <dgm:cxn modelId="{5C7D70CB-405B-415D-BE0B-730C64F01706}" type="presParOf" srcId="{765B57E2-D08B-499D-A874-66215DD4EB0D}" destId="{E412542B-6975-4C4B-805E-2F96B64721C6}" srcOrd="1" destOrd="0" presId="urn:microsoft.com/office/officeart/2005/8/layout/matrix1"/>
    <dgm:cxn modelId="{C86A36BB-13E4-4C50-8BE7-CA8A8780E6CC}" type="presParOf" srcId="{765B57E2-D08B-499D-A874-66215DD4EB0D}" destId="{A2CFE618-8A33-45AB-BF9A-F95C6BA14083}" srcOrd="2" destOrd="0" presId="urn:microsoft.com/office/officeart/2005/8/layout/matrix1"/>
    <dgm:cxn modelId="{BD34EBC0-E444-4059-8A03-9A1DA6925A57}" type="presParOf" srcId="{765B57E2-D08B-499D-A874-66215DD4EB0D}" destId="{1AC2024F-C2AE-4A62-89B4-C720B66C3B8B}" srcOrd="3" destOrd="0" presId="urn:microsoft.com/office/officeart/2005/8/layout/matrix1"/>
    <dgm:cxn modelId="{5DE555DC-68CE-4933-AFC0-AE05735227B1}" type="presParOf" srcId="{765B57E2-D08B-499D-A874-66215DD4EB0D}" destId="{C185900B-B9D0-4497-BA85-F48CECB3A090}" srcOrd="4" destOrd="0" presId="urn:microsoft.com/office/officeart/2005/8/layout/matrix1"/>
    <dgm:cxn modelId="{3EFD41BC-EC60-40F1-8AD8-109D7C43DB97}" type="presParOf" srcId="{765B57E2-D08B-499D-A874-66215DD4EB0D}" destId="{CF10B1FE-F5E8-4D9D-8381-E2E58BEB67E1}" srcOrd="5" destOrd="0" presId="urn:microsoft.com/office/officeart/2005/8/layout/matrix1"/>
    <dgm:cxn modelId="{362CA38A-C57F-433E-826E-01BDD3670052}" type="presParOf" srcId="{765B57E2-D08B-499D-A874-66215DD4EB0D}" destId="{DF39BD9D-37F2-4DA1-A9AE-3FABC0CFDC5A}" srcOrd="6" destOrd="0" presId="urn:microsoft.com/office/officeart/2005/8/layout/matrix1"/>
    <dgm:cxn modelId="{89B30C81-DD27-4A57-B833-2655F5C8EF7D}" type="presParOf" srcId="{765B57E2-D08B-499D-A874-66215DD4EB0D}" destId="{AC115999-DA4B-446D-8C09-AE59D18931C1}" srcOrd="7" destOrd="0" presId="urn:microsoft.com/office/officeart/2005/8/layout/matrix1"/>
    <dgm:cxn modelId="{317D0E79-EDC5-48EF-86E7-8B0A9C846CFD}" type="presParOf" srcId="{5BE47896-853B-4BA5-9190-480F2E06E0E4}" destId="{8CFE813F-9572-473A-B050-77AE4C974DD4}"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746818D-8EB4-40E0-B412-1AB8722040CC}" type="datetimeFigureOut">
              <a:rPr lang="en-GB"/>
              <a:pPr>
                <a:defRPr/>
              </a:pPr>
              <a:t>24/09/2020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A7524555-7A4A-402C-AA8C-9E148724DB57}" type="slidenum">
              <a:rPr lang="en-GB"/>
              <a:pPr>
                <a:defRPr/>
              </a:pPr>
              <a:t>‹#›</a:t>
            </a:fld>
            <a:endParaRPr lang="en-GB"/>
          </a:p>
        </p:txBody>
      </p:sp>
    </p:spTree>
    <p:extLst>
      <p:ext uri="{BB962C8B-B14F-4D97-AF65-F5344CB8AC3E}">
        <p14:creationId xmlns:p14="http://schemas.microsoft.com/office/powerpoint/2010/main" val="6655913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A7524555-7A4A-402C-AA8C-9E148724DB57}" type="slidenum">
              <a:rPr lang="en-GB" smtClean="0"/>
              <a:pPr>
                <a:defRPr/>
              </a:pPr>
              <a:t>1</a:t>
            </a:fld>
            <a:endParaRPr lang="en-GB"/>
          </a:p>
        </p:txBody>
      </p:sp>
    </p:spTree>
    <p:extLst>
      <p:ext uri="{BB962C8B-B14F-4D97-AF65-F5344CB8AC3E}">
        <p14:creationId xmlns:p14="http://schemas.microsoft.com/office/powerpoint/2010/main" val="3109304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xmlns=""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a16="http://schemas.microsoft.com/office/drawing/2014/main" xmlns=""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Tree>
    <p:extLst>
      <p:ext uri="{BB962C8B-B14F-4D97-AF65-F5344CB8AC3E}">
        <p14:creationId xmlns:p14="http://schemas.microsoft.com/office/powerpoint/2010/main" val="81653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xmlns=""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179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EXT-ONE-COLUMN-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9CC0A6A9-FB31-4A19-A170-D23A18C938E0}"/>
              </a:ext>
            </a:extLst>
          </p:cNvPr>
          <p:cNvSpPr/>
          <p:nvPr userDrawn="1"/>
        </p:nvSpPr>
        <p:spPr>
          <a:xfrm>
            <a:off x="0" y="0"/>
            <a:ext cx="12192000" cy="6858000"/>
          </a:xfrm>
          <a:prstGeom prst="rect">
            <a:avLst/>
          </a:prstGeom>
          <a:gradFill flip="none" rotWithShape="1">
            <a:gsLst>
              <a:gs pos="0">
                <a:schemeClr val="accent6"/>
              </a:gs>
              <a:gs pos="30000">
                <a:schemeClr val="accent6"/>
              </a:gs>
              <a:gs pos="100000">
                <a:schemeClr val="accent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solidFill>
                  <a:schemeClr val="bg1"/>
                </a:solidFill>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103784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FOR ICONS">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151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R IC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045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13287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914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4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17994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49239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a16="http://schemas.microsoft.com/office/drawing/2014/main" xmlns=""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2905492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b="0" i="0">
                <a:solidFill>
                  <a:prstClr val="black"/>
                </a:solidFill>
                <a:latin typeface="Open Sans Regular" panose="020B0606030504020204" pitchFamily="34" charset="0"/>
                <a:ea typeface="Open Sans Regular" panose="020B0606030504020204" pitchFamily="34" charset="0"/>
                <a:cs typeface="Open Sans Regular" panose="020B0606030504020204" pitchFamily="34" charset="0"/>
              </a:rPr>
              <a:t>SoftServe Confidential</a:t>
            </a:r>
          </a:p>
        </p:txBody>
      </p:sp>
    </p:spTree>
    <p:extLst>
      <p:ext uri="{BB962C8B-B14F-4D97-AF65-F5344CB8AC3E}">
        <p14:creationId xmlns:p14="http://schemas.microsoft.com/office/powerpoint/2010/main" val="66867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flip="none" rotWithShape="1">
          <a:gsLst>
            <a:gs pos="0">
              <a:srgbClr val="8F2585"/>
            </a:gs>
            <a:gs pos="100000">
              <a:srgbClr val="F26D26"/>
            </a:gs>
          </a:gsLst>
          <a:lin ang="10800000" scaled="0"/>
          <a:tileRect/>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xmlns=""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a16="http://schemas.microsoft.com/office/drawing/2014/main" xmlns=""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Tree>
    <p:extLst>
      <p:ext uri="{BB962C8B-B14F-4D97-AF65-F5344CB8AC3E}">
        <p14:creationId xmlns:p14="http://schemas.microsoft.com/office/powerpoint/2010/main" val="4199888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xmlns=""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748765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3124640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R ICONS">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7044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22737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246667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6371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7238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296732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7082367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a16="http://schemas.microsoft.com/office/drawing/2014/main" xmlns=""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3666243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SLIDE-DARK-1">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5459753"/>
          </a:xfrm>
          <a:prstGeom prst="rect">
            <a:avLst/>
          </a:prstGeom>
        </p:spPr>
        <p:txBody>
          <a:bodyPr anchor="t">
            <a:noAutofit/>
          </a:bodyPr>
          <a:lstStyle>
            <a:lvl1pPr>
              <a:lnSpc>
                <a:spcPts val="10500"/>
              </a:lnSpc>
              <a:defRPr sz="15000">
                <a:solidFill>
                  <a:schemeClr val="tx1"/>
                </a:solidFill>
                <a:latin typeface="Proxima Nova Black" panose="02000506030000020004" pitchFamily="50" charset="0"/>
              </a:defRPr>
            </a:lvl1pPr>
          </a:lstStyle>
          <a:p>
            <a:r>
              <a:rPr lang="en-US"/>
              <a:t>TITLE</a:t>
            </a:r>
            <a:r>
              <a:rPr lang="uk-UA"/>
              <a:t/>
            </a:r>
            <a:br>
              <a:rPr lang="uk-UA"/>
            </a:br>
            <a:r>
              <a:rPr lang="en-US"/>
              <a:t>TO</a:t>
            </a:r>
            <a:r>
              <a:rPr lang="uk-UA"/>
              <a:t> </a:t>
            </a:r>
            <a:r>
              <a:rPr lang="en-US"/>
              <a:t>BE</a:t>
            </a:r>
            <a:r>
              <a:rPr lang="uk-UA"/>
              <a:t> </a:t>
            </a:r>
            <a:r>
              <a:rPr lang="en-US"/>
              <a:t>CAPI</a:t>
            </a:r>
            <a:r>
              <a:rPr lang="uk-UA"/>
              <a:t/>
            </a:r>
            <a:br>
              <a:rPr lang="uk-UA"/>
            </a:br>
            <a:r>
              <a:rPr lang="en-US"/>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xmlns=""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3497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SLIDE-DARK-2">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xmlns=""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368485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EXT-ONE-COLUMN-DARK">
    <p:bg>
      <p:bgPr>
        <a:gradFill flip="none" rotWithShape="1">
          <a:gsLst>
            <a:gs pos="0">
              <a:schemeClr val="accent6"/>
            </a:gs>
            <a:gs pos="30000">
              <a:schemeClr val="accent6"/>
            </a:gs>
            <a:gs pos="100000">
              <a:srgbClr val="7030A0"/>
            </a:gs>
          </a:gsLst>
          <a:lin ang="10800000" scaled="0"/>
          <a:tileRect/>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
        <p:nvSpPr>
          <p:cNvPr id="6" name="Text Placeholder 6">
            <a:extLst>
              <a:ext uri="{FF2B5EF4-FFF2-40B4-BE49-F238E27FC236}">
                <a16:creationId xmlns:a16="http://schemas.microsoft.com/office/drawing/2014/main" xmlns="" id="{6DDF5AB6-195E-47F9-91E3-98E599C01EFB}"/>
              </a:ext>
            </a:extLst>
          </p:cNvPr>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9531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xmlns="" id="{320D1B1E-8401-8049-8729-0C74A6C1928C}"/>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853630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720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631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XT-TWO-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11217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EXT-THREE-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83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DESCRIPTION-SIDETEXT-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r>
              <a:rPr lang="uk-UA"/>
              <a:t/>
            </a:r>
            <a:br>
              <a:rPr lang="uk-UA"/>
            </a:br>
            <a:r>
              <a:rPr lang="en-US"/>
              <a:t>BE CAPITA</a:t>
            </a:r>
            <a:r>
              <a:rPr lang="uk-UA"/>
              <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25208856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3885753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TIMELINE-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Oval 25"/>
          <p:cNvSpPr/>
          <p:nvPr userDrawn="1"/>
        </p:nvSpPr>
        <p:spPr>
          <a:xfrm>
            <a:off x="28270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Oval 26"/>
          <p:cNvSpPr/>
          <p:nvPr userDrawn="1"/>
        </p:nvSpPr>
        <p:spPr>
          <a:xfrm>
            <a:off x="50368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Oval 27"/>
          <p:cNvSpPr/>
          <p:nvPr userDrawn="1"/>
        </p:nvSpPr>
        <p:spPr>
          <a:xfrm>
            <a:off x="72466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Oval 28"/>
          <p:cNvSpPr/>
          <p:nvPr userDrawn="1"/>
        </p:nvSpPr>
        <p:spPr>
          <a:xfrm>
            <a:off x="94564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a:noFill/>
          <a:ln>
            <a:noFill/>
          </a:ln>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pic>
        <p:nvPicPr>
          <p:cNvPr id="22" name="Picture 21">
            <a:extLst>
              <a:ext uri="{FF2B5EF4-FFF2-40B4-BE49-F238E27FC236}">
                <a16:creationId xmlns:a16="http://schemas.microsoft.com/office/drawing/2014/main" xmlns="" id="{D2C70A87-6824-3248-B448-307E7C5BC0C9}"/>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8302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emf"/><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4"/>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74229508"/>
      </p:ext>
    </p:extLst>
  </p:cSld>
  <p:clrMap bg1="dk1" tx1="lt1" bg2="dk2" tx2="lt2" accent1="accent1" accent2="accent2" accent3="accent3" accent4="accent4" accent5="accent5" accent6="accent6" hlink="hlink" folHlink="folHlink"/>
  <p:sldLayoutIdLst>
    <p:sldLayoutId id="2147484778" r:id="rId1"/>
    <p:sldLayoutId id="2147484779" r:id="rId2"/>
    <p:sldLayoutId id="2147484780" r:id="rId3"/>
    <p:sldLayoutId id="2147484802" r:id="rId4"/>
    <p:sldLayoutId id="2147484781" r:id="rId5"/>
    <p:sldLayoutId id="2147484782" r:id="rId6"/>
    <p:sldLayoutId id="2147484783" r:id="rId7"/>
    <p:sldLayoutId id="2147484784" r:id="rId8"/>
    <p:sldLayoutId id="2147484785" r:id="rId9"/>
    <p:sldLayoutId id="2147484786" r:id="rId10"/>
    <p:sldLayoutId id="2147484787" r:id="rId11"/>
    <p:sldLayoutId id="214748478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41790936"/>
      </p:ext>
    </p:extLst>
  </p:cSld>
  <p:clrMap bg1="dk1" tx1="lt1" bg2="dk2" tx2="lt2" accent1="accent1" accent2="accent2" accent3="accent3" accent4="accent4" accent5="accent5" accent6="accent6" hlink="hlink" folHlink="folHlink"/>
  <p:sldLayoutIdLst>
    <p:sldLayoutId id="2147484790" r:id="rId1"/>
    <p:sldLayoutId id="2147484791" r:id="rId2"/>
    <p:sldLayoutId id="2147484792" r:id="rId3"/>
    <p:sldLayoutId id="2147484793" r:id="rId4"/>
    <p:sldLayoutId id="2147484803" r:id="rId5"/>
    <p:sldLayoutId id="2147484794" r:id="rId6"/>
    <p:sldLayoutId id="2147484795" r:id="rId7"/>
    <p:sldLayoutId id="2147484796" r:id="rId8"/>
    <p:sldLayoutId id="2147484797" r:id="rId9"/>
    <p:sldLayoutId id="2147484798" r:id="rId10"/>
    <p:sldLayoutId id="21474847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849270835"/>
      </p:ext>
    </p:extLst>
  </p:cSld>
  <p:clrMap bg1="dk1" tx1="lt1" bg2="dk2" tx2="lt2" accent1="accent1" accent2="accent2" accent3="accent3" accent4="accent4" accent5="accent5" accent6="accent6" hlink="hlink" folHlink="folHlink"/>
  <p:sldLayoutIdLst>
    <p:sldLayoutId id="2147484844" r:id="rId1"/>
    <p:sldLayoutId id="2147484845" r:id="rId2"/>
    <p:sldLayoutId id="2147484850" r:id="rId3"/>
    <p:sldLayoutId id="2147484849" r:id="rId4"/>
    <p:sldLayoutId id="2147484853" r:id="rId5"/>
    <p:sldLayoutId id="2147484854" r:id="rId6"/>
    <p:sldLayoutId id="2147484855" r:id="rId7"/>
    <p:sldLayoutId id="2147484856" r:id="rId8"/>
    <p:sldLayoutId id="2147484857" r:id="rId9"/>
    <p:sldLayoutId id="2147484858" r:id="rId10"/>
    <p:sldLayoutId id="21474848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typescriptlang.org/" TargetMode="Externa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eveloper.mozilla.org/en-US/docs/Web/JavaScript/Reference/Statements/throw" TargetMode="Externa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xmlns="" id="{C6BFCD7C-0C79-467A-9369-0675D4B541D4}"/>
              </a:ext>
            </a:extLst>
          </p:cNvPr>
          <p:cNvSpPr>
            <a:spLocks noGrp="1"/>
          </p:cNvSpPr>
          <p:nvPr>
            <p:ph type="body" sz="quarter" idx="10"/>
          </p:nvPr>
        </p:nvSpPr>
        <p:spPr/>
        <p:txBody>
          <a:bodyPr/>
          <a:lstStyle/>
          <a:p>
            <a:r>
              <a:rPr lang="en-US" dirty="0" smtClean="0"/>
              <a:t>by </a:t>
            </a:r>
            <a:r>
              <a:rPr lang="en-US" dirty="0" err="1" smtClean="0"/>
              <a:t>Yullia</a:t>
            </a:r>
            <a:r>
              <a:rPr lang="en-US" dirty="0" smtClean="0"/>
              <a:t> </a:t>
            </a:r>
            <a:r>
              <a:rPr lang="en-US" dirty="0" err="1" smtClean="0"/>
              <a:t>Tsurkan</a:t>
            </a:r>
            <a:endParaRPr lang="uk-UA" dirty="0"/>
          </a:p>
        </p:txBody>
      </p:sp>
      <p:sp>
        <p:nvSpPr>
          <p:cNvPr id="2" name="Title 1">
            <a:extLst>
              <a:ext uri="{FF2B5EF4-FFF2-40B4-BE49-F238E27FC236}">
                <a16:creationId xmlns:a16="http://schemas.microsoft.com/office/drawing/2014/main" xmlns="" id="{3F314A52-F715-4894-9739-384FC3085337}"/>
              </a:ext>
            </a:extLst>
          </p:cNvPr>
          <p:cNvSpPr>
            <a:spLocks noGrp="1"/>
          </p:cNvSpPr>
          <p:nvPr>
            <p:ph type="title"/>
          </p:nvPr>
        </p:nvSpPr>
        <p:spPr>
          <a:xfrm>
            <a:off x="-208308" y="174928"/>
            <a:ext cx="12390783" cy="4697323"/>
          </a:xfrm>
          <a:prstGeom prst="rect">
            <a:avLst/>
          </a:prstGeom>
        </p:spPr>
        <p:txBody>
          <a:bodyPr/>
          <a:lstStyle/>
          <a:p>
            <a:pPr lvl="0"/>
            <a:r>
              <a:rPr lang="en-US" dirty="0"/>
              <a:t>Principle of OOP in </a:t>
            </a:r>
            <a:r>
              <a:rPr lang="en-US" dirty="0" smtClean="0"/>
              <a:t>JS</a:t>
            </a:r>
            <a:endParaRPr lang="en-US" dirty="0"/>
          </a:p>
        </p:txBody>
      </p:sp>
    </p:spTree>
    <p:extLst>
      <p:ext uri="{BB962C8B-B14F-4D97-AF65-F5344CB8AC3E}">
        <p14:creationId xmlns:p14="http://schemas.microsoft.com/office/powerpoint/2010/main" val="4001193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Схема 19"/>
          <p:cNvGraphicFramePr/>
          <p:nvPr>
            <p:extLst>
              <p:ext uri="{D42A27DB-BD31-4B8C-83A1-F6EECF244321}">
                <p14:modId xmlns:p14="http://schemas.microsoft.com/office/powerpoint/2010/main" val="2247473375"/>
              </p:ext>
            </p:extLst>
          </p:nvPr>
        </p:nvGraphicFramePr>
        <p:xfrm>
          <a:off x="2032000" y="47400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054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493" y="1771777"/>
            <a:ext cx="6947740" cy="4820091"/>
          </a:xfrm>
          <a:prstGeom prst="rect">
            <a:avLst/>
          </a:prstGeom>
        </p:spPr>
      </p:pic>
      <p:sp>
        <p:nvSpPr>
          <p:cNvPr id="6" name="Заголовок 5"/>
          <p:cNvSpPr>
            <a:spLocks noGrp="1"/>
          </p:cNvSpPr>
          <p:nvPr>
            <p:ph type="title"/>
          </p:nvPr>
        </p:nvSpPr>
        <p:spPr/>
        <p:txBody>
          <a:bodyPr/>
          <a:lstStyle/>
          <a:p>
            <a:r>
              <a:rPr lang="en-US" b="1" dirty="0"/>
              <a:t>Encapsulation</a:t>
            </a:r>
            <a:br>
              <a:rPr lang="en-US" b="1" dirty="0"/>
            </a:br>
            <a:endParaRPr lang="ru-RU" dirty="0"/>
          </a:p>
        </p:txBody>
      </p:sp>
      <p:sp>
        <p:nvSpPr>
          <p:cNvPr id="10" name="Выноска-облако 9"/>
          <p:cNvSpPr/>
          <p:nvPr/>
        </p:nvSpPr>
        <p:spPr>
          <a:xfrm>
            <a:off x="5104262" y="3248167"/>
            <a:ext cx="5568288" cy="1937982"/>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“The best function are those with no parameters!”</a:t>
            </a:r>
          </a:p>
          <a:p>
            <a:pPr algn="ctr"/>
            <a:r>
              <a:rPr lang="en-US" dirty="0" smtClean="0"/>
              <a:t>Uncle Bob – Robert C Martin</a:t>
            </a:r>
            <a:endParaRPr lang="ru-RU" dirty="0"/>
          </a:p>
        </p:txBody>
      </p:sp>
    </p:spTree>
    <p:extLst>
      <p:ext uri="{BB962C8B-B14F-4D97-AF65-F5344CB8AC3E}">
        <p14:creationId xmlns:p14="http://schemas.microsoft.com/office/powerpoint/2010/main" val="140747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sz="quarter" idx="12"/>
          </p:nvPr>
        </p:nvSpPr>
        <p:spPr/>
        <p:txBody>
          <a:bodyPr/>
          <a:lstStyle/>
          <a:p>
            <a:pPr fontAlgn="base"/>
            <a:r>
              <a:rPr lang="en-US" b="1" dirty="0"/>
              <a:t>Correct encapsulation is important for many reasons:</a:t>
            </a:r>
          </a:p>
          <a:p>
            <a:pPr fontAlgn="base"/>
            <a:r>
              <a:rPr lang="en-US" b="1" dirty="0"/>
              <a:t>1.</a:t>
            </a:r>
            <a:r>
              <a:rPr lang="en-US" dirty="0"/>
              <a:t> It allows to reuse components. The components can be used in a wider context since they interact with each other only via API and are not sensitive to changes of the inner structure.</a:t>
            </a:r>
          </a:p>
          <a:p>
            <a:pPr fontAlgn="base"/>
            <a:r>
              <a:rPr lang="en-US" b="1" dirty="0"/>
              <a:t>2.</a:t>
            </a:r>
            <a:r>
              <a:rPr lang="en-US" dirty="0"/>
              <a:t> Encapsulation boosts the development process. The components loosely connected with each other (it means the components, whose code calls other components or uses their code as rarely as possible) can be developed, tested and supplemented independently.</a:t>
            </a:r>
          </a:p>
          <a:p>
            <a:pPr fontAlgn="base"/>
            <a:r>
              <a:rPr lang="en-US" b="1" dirty="0"/>
              <a:t>3.</a:t>
            </a:r>
            <a:r>
              <a:rPr lang="en-US" dirty="0"/>
              <a:t> Correctly encapsulated components are easier to understand and debug, which makes it easier to maintain an application.</a:t>
            </a:r>
          </a:p>
          <a:p>
            <a:endParaRPr lang="ru-RU" dirty="0"/>
          </a:p>
        </p:txBody>
      </p:sp>
      <p:sp>
        <p:nvSpPr>
          <p:cNvPr id="2" name="Заголовок 1"/>
          <p:cNvSpPr>
            <a:spLocks noGrp="1"/>
          </p:cNvSpPr>
          <p:nvPr>
            <p:ph type="title"/>
          </p:nvPr>
        </p:nvSpPr>
        <p:spPr>
          <a:xfrm>
            <a:off x="464024" y="1382486"/>
            <a:ext cx="3688876" cy="1913709"/>
          </a:xfrm>
        </p:spPr>
        <p:txBody>
          <a:bodyPr/>
          <a:lstStyle/>
          <a:p>
            <a:r>
              <a:rPr lang="en-US" sz="4000" b="1" dirty="0"/>
              <a:t>Encapsulation</a:t>
            </a:r>
            <a:br>
              <a:rPr lang="en-US" sz="4000" b="1" dirty="0"/>
            </a:br>
            <a:endParaRPr lang="ru-RU" sz="4000" dirty="0"/>
          </a:p>
        </p:txBody>
      </p:sp>
      <p:sp>
        <p:nvSpPr>
          <p:cNvPr id="4" name="Текст 3"/>
          <p:cNvSpPr>
            <a:spLocks noGrp="1"/>
          </p:cNvSpPr>
          <p:nvPr>
            <p:ph type="body" sz="quarter" idx="13"/>
          </p:nvPr>
        </p:nvSpPr>
        <p:spPr>
          <a:xfrm>
            <a:off x="464024" y="2405743"/>
            <a:ext cx="3688876" cy="2057400"/>
          </a:xfrm>
        </p:spPr>
        <p:txBody>
          <a:bodyPr/>
          <a:lstStyle/>
          <a:p>
            <a:pPr fontAlgn="base"/>
            <a:r>
              <a:rPr lang="en-US" sz="1800" dirty="0" smtClean="0"/>
              <a:t>--Hiding </a:t>
            </a:r>
            <a:r>
              <a:rPr lang="en-US" sz="1800" dirty="0"/>
              <a:t>of internal data and implementation details of the component from other application components.</a:t>
            </a:r>
          </a:p>
          <a:p>
            <a:pPr fontAlgn="base"/>
            <a:r>
              <a:rPr lang="en-US" sz="1800" dirty="0" smtClean="0"/>
              <a:t>--Providing </a:t>
            </a:r>
            <a:r>
              <a:rPr lang="en-US" sz="1800" dirty="0"/>
              <a:t>a set of methods to interact with the component (API).</a:t>
            </a:r>
          </a:p>
          <a:p>
            <a:endParaRPr lang="ru-RU" dirty="0"/>
          </a:p>
        </p:txBody>
      </p:sp>
    </p:spTree>
    <p:extLst>
      <p:ext uri="{BB962C8B-B14F-4D97-AF65-F5344CB8AC3E}">
        <p14:creationId xmlns:p14="http://schemas.microsoft.com/office/powerpoint/2010/main" val="2497429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380" y="716419"/>
            <a:ext cx="5566235" cy="4416865"/>
          </a:xfrm>
          <a:prstGeom prst="rect">
            <a:avLst/>
          </a:pr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8019" y="716419"/>
            <a:ext cx="4929621" cy="5137497"/>
          </a:xfrm>
          <a:prstGeom prst="rect">
            <a:avLst/>
          </a:prstGeom>
        </p:spPr>
      </p:pic>
    </p:spTree>
    <p:extLst>
      <p:ext uri="{BB962C8B-B14F-4D97-AF65-F5344CB8AC3E}">
        <p14:creationId xmlns:p14="http://schemas.microsoft.com/office/powerpoint/2010/main" val="1943036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C26BA086-93B2-44A2-8B1B-22E693D2ABB6}"/>
              </a:ext>
            </a:extLst>
          </p:cNvPr>
          <p:cNvSpPr>
            <a:spLocks noGrp="1"/>
          </p:cNvSpPr>
          <p:nvPr>
            <p:ph type="title"/>
          </p:nvPr>
        </p:nvSpPr>
        <p:spPr/>
        <p:txBody>
          <a:bodyPr/>
          <a:lstStyle/>
          <a:p>
            <a:r>
              <a:rPr lang="en-US" b="1" dirty="0"/>
              <a:t>Inheritance</a:t>
            </a:r>
            <a:br>
              <a:rPr lang="en-US" b="1" dirty="0"/>
            </a:br>
            <a:endParaRPr lang="uk-UA" dirty="0"/>
          </a:p>
        </p:txBody>
      </p:sp>
      <p:sp>
        <p:nvSpPr>
          <p:cNvPr id="7" name="Text Placeholder 6">
            <a:extLst>
              <a:ext uri="{FF2B5EF4-FFF2-40B4-BE49-F238E27FC236}">
                <a16:creationId xmlns:a16="http://schemas.microsoft.com/office/drawing/2014/main" xmlns="" id="{B3EDC24C-EE02-4845-99B9-F77A9B3BC1BB}"/>
              </a:ext>
            </a:extLst>
          </p:cNvPr>
          <p:cNvSpPr>
            <a:spLocks noGrp="1"/>
          </p:cNvSpPr>
          <p:nvPr>
            <p:ph type="body" sz="quarter" idx="10"/>
          </p:nvPr>
        </p:nvSpPr>
        <p:spPr/>
        <p:txBody>
          <a:bodyPr/>
          <a:lstStyle/>
          <a:p>
            <a:r>
              <a:rPr lang="en-US" dirty="0"/>
              <a:t>Inheritance allows for parent class to pass functionality to a child class, again, creating clean and reusable code, avoiding repeats</a:t>
            </a:r>
            <a:r>
              <a:rPr lang="en-US" dirty="0" smtClean="0"/>
              <a:t>.</a:t>
            </a:r>
          </a:p>
          <a:p>
            <a:pPr algn="ctr"/>
            <a:r>
              <a:rPr lang="en-US" sz="3200" b="1" dirty="0" smtClean="0">
                <a:solidFill>
                  <a:srgbClr val="C00000"/>
                </a:solidFill>
              </a:rPr>
              <a:t>DON'T </a:t>
            </a:r>
            <a:r>
              <a:rPr lang="en-US" sz="3200" b="1" dirty="0">
                <a:solidFill>
                  <a:srgbClr val="C00000"/>
                </a:solidFill>
              </a:rPr>
              <a:t>REPEAT </a:t>
            </a:r>
            <a:r>
              <a:rPr lang="en-US" sz="3200" b="1" dirty="0" smtClean="0">
                <a:solidFill>
                  <a:srgbClr val="C00000"/>
                </a:solidFill>
              </a:rPr>
              <a:t>YOURSELF</a:t>
            </a:r>
          </a:p>
          <a:p>
            <a:pPr algn="just"/>
            <a:r>
              <a:rPr lang="en-US" dirty="0"/>
              <a:t>JavaScript does not have classes like other languages. It uses the concept of prototypes and prototype chaining for inheritance. </a:t>
            </a:r>
            <a:endParaRPr lang="en-US" dirty="0" smtClean="0"/>
          </a:p>
          <a:p>
            <a:pPr algn="just"/>
            <a:r>
              <a:rPr lang="en-US" dirty="0"/>
              <a:t>Prototype chaining means an object’s </a:t>
            </a:r>
            <a:r>
              <a:rPr lang="en-US" i="1" dirty="0" err="1"/>
              <a:t>dunder</a:t>
            </a:r>
            <a:r>
              <a:rPr lang="en-US" i="1" dirty="0"/>
              <a:t> proto</a:t>
            </a:r>
            <a:r>
              <a:rPr lang="en-US" dirty="0"/>
              <a:t> or </a:t>
            </a:r>
            <a:r>
              <a:rPr lang="en-US" i="1" dirty="0"/>
              <a:t>proto</a:t>
            </a:r>
            <a:r>
              <a:rPr lang="en-US" dirty="0"/>
              <a:t> property will point to another object instead of pointing to the constructor </a:t>
            </a:r>
            <a:r>
              <a:rPr lang="en-US" dirty="0" smtClean="0"/>
              <a:t>function prototype</a:t>
            </a:r>
            <a:r>
              <a:rPr lang="en-US" dirty="0"/>
              <a:t>. If the other object’s </a:t>
            </a:r>
            <a:r>
              <a:rPr lang="en-US" i="1" dirty="0" err="1"/>
              <a:t>dunder</a:t>
            </a:r>
            <a:r>
              <a:rPr lang="en-US" i="1" dirty="0"/>
              <a:t> proto</a:t>
            </a:r>
            <a:r>
              <a:rPr lang="en-US" dirty="0"/>
              <a:t> or </a:t>
            </a:r>
            <a:r>
              <a:rPr lang="en-US" i="1" dirty="0"/>
              <a:t>proto </a:t>
            </a:r>
            <a:r>
              <a:rPr lang="en-US" dirty="0"/>
              <a:t>property points to another object it will result in the chain. This is called Prototype Chaining.</a:t>
            </a:r>
          </a:p>
          <a:p>
            <a:pPr algn="just"/>
            <a:endParaRPr lang="uk-UA" dirty="0"/>
          </a:p>
        </p:txBody>
      </p:sp>
    </p:spTree>
    <p:extLst>
      <p:ext uri="{BB962C8B-B14F-4D97-AF65-F5344CB8AC3E}">
        <p14:creationId xmlns:p14="http://schemas.microsoft.com/office/powerpoint/2010/main" val="759534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153" y="553516"/>
            <a:ext cx="10345637" cy="5069362"/>
          </a:xfrm>
          <a:prstGeom prst="rect">
            <a:avLst/>
          </a:prstGeom>
        </p:spPr>
      </p:pic>
    </p:spTree>
    <p:extLst>
      <p:ext uri="{BB962C8B-B14F-4D97-AF65-F5344CB8AC3E}">
        <p14:creationId xmlns:p14="http://schemas.microsoft.com/office/powerpoint/2010/main" val="2603709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1830" y="226625"/>
            <a:ext cx="7428773" cy="6138386"/>
          </a:xfrm>
          <a:prstGeom prst="rect">
            <a:avLst/>
          </a:prstGeom>
        </p:spPr>
      </p:pic>
    </p:spTree>
    <p:extLst>
      <p:ext uri="{BB962C8B-B14F-4D97-AF65-F5344CB8AC3E}">
        <p14:creationId xmlns:p14="http://schemas.microsoft.com/office/powerpoint/2010/main" val="1990491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770" y="510961"/>
            <a:ext cx="11175795" cy="5111916"/>
          </a:xfrm>
          <a:prstGeom prst="rect">
            <a:avLst/>
          </a:prstGeom>
        </p:spPr>
      </p:pic>
    </p:spTree>
    <p:extLst>
      <p:ext uri="{BB962C8B-B14F-4D97-AF65-F5344CB8AC3E}">
        <p14:creationId xmlns:p14="http://schemas.microsoft.com/office/powerpoint/2010/main" val="2332934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C26BA086-93B2-44A2-8B1B-22E693D2ABB6}"/>
              </a:ext>
            </a:extLst>
          </p:cNvPr>
          <p:cNvSpPr>
            <a:spLocks noGrp="1"/>
          </p:cNvSpPr>
          <p:nvPr>
            <p:ph type="title"/>
          </p:nvPr>
        </p:nvSpPr>
        <p:spPr/>
        <p:txBody>
          <a:bodyPr/>
          <a:lstStyle/>
          <a:p>
            <a:r>
              <a:rPr lang="en-US" b="1" dirty="0"/>
              <a:t>Polymorphism</a:t>
            </a:r>
            <a:br>
              <a:rPr lang="en-US" b="1" dirty="0"/>
            </a:br>
            <a:endParaRPr lang="uk-UA" dirty="0"/>
          </a:p>
        </p:txBody>
      </p:sp>
      <p:sp>
        <p:nvSpPr>
          <p:cNvPr id="7" name="Text Placeholder 6">
            <a:extLst>
              <a:ext uri="{FF2B5EF4-FFF2-40B4-BE49-F238E27FC236}">
                <a16:creationId xmlns:a16="http://schemas.microsoft.com/office/drawing/2014/main" xmlns="" id="{B3EDC24C-EE02-4845-99B9-F77A9B3BC1BB}"/>
              </a:ext>
            </a:extLst>
          </p:cNvPr>
          <p:cNvSpPr>
            <a:spLocks noGrp="1"/>
          </p:cNvSpPr>
          <p:nvPr>
            <p:ph type="body" sz="quarter" idx="10"/>
          </p:nvPr>
        </p:nvSpPr>
        <p:spPr>
          <a:xfrm>
            <a:off x="685799" y="2057399"/>
            <a:ext cx="6219967" cy="3579125"/>
          </a:xfrm>
        </p:spPr>
        <p:txBody>
          <a:bodyPr/>
          <a:lstStyle/>
          <a:p>
            <a:r>
              <a:rPr lang="en-US" dirty="0"/>
              <a:t>Polymorphism is the third of principles of object-oriented programming. The word “polymorphism” means having “many forms” or “shapes”. </a:t>
            </a:r>
          </a:p>
          <a:p>
            <a:r>
              <a:rPr lang="en-US" dirty="0" smtClean="0"/>
              <a:t>Polymorphism </a:t>
            </a:r>
            <a:r>
              <a:rPr lang="en-US" dirty="0"/>
              <a:t>can occur in two </a:t>
            </a:r>
            <a:r>
              <a:rPr lang="en-US" dirty="0" smtClean="0"/>
              <a:t>ways:</a:t>
            </a:r>
          </a:p>
          <a:p>
            <a:r>
              <a:rPr lang="en-US" dirty="0" smtClean="0"/>
              <a:t>1)  </a:t>
            </a:r>
            <a:r>
              <a:rPr lang="en-US" dirty="0"/>
              <a:t>The first way </a:t>
            </a:r>
            <a:r>
              <a:rPr lang="en-US" dirty="0" smtClean="0"/>
              <a:t>is </a:t>
            </a:r>
            <a:r>
              <a:rPr lang="en-US" dirty="0"/>
              <a:t>when a subclass implements its own version of a method that was inherited from its parent class. This type of polymorphism is also called “</a:t>
            </a:r>
            <a:r>
              <a:rPr lang="en-US" b="1" dirty="0"/>
              <a:t>method overriding</a:t>
            </a:r>
            <a:r>
              <a:rPr lang="en-US" dirty="0"/>
              <a:t>”, or “runtime polymorphism</a:t>
            </a:r>
            <a:r>
              <a:rPr lang="en-US" dirty="0" smtClean="0"/>
              <a:t>”.</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265" y="1788709"/>
            <a:ext cx="3772469" cy="4880780"/>
          </a:xfrm>
          <a:prstGeom prst="rect">
            <a:avLst/>
          </a:prstGeom>
        </p:spPr>
      </p:pic>
    </p:spTree>
    <p:extLst>
      <p:ext uri="{BB962C8B-B14F-4D97-AF65-F5344CB8AC3E}">
        <p14:creationId xmlns:p14="http://schemas.microsoft.com/office/powerpoint/2010/main" val="3504245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5642" y="712470"/>
            <a:ext cx="4817659" cy="5521322"/>
          </a:xfrm>
          <a:prstGeom prst="rect">
            <a:avLst/>
          </a:prstGeom>
        </p:spPr>
      </p:pic>
      <p:sp>
        <p:nvSpPr>
          <p:cNvPr id="4" name="TextBox 3"/>
          <p:cNvSpPr txBox="1"/>
          <p:nvPr/>
        </p:nvSpPr>
        <p:spPr>
          <a:xfrm>
            <a:off x="627797" y="848947"/>
            <a:ext cx="5636525" cy="1938992"/>
          </a:xfrm>
          <a:prstGeom prst="rect">
            <a:avLst/>
          </a:prstGeom>
          <a:noFill/>
        </p:spPr>
        <p:txBody>
          <a:bodyPr wrap="square" rtlCol="0">
            <a:spAutoFit/>
          </a:bodyPr>
          <a:lstStyle/>
          <a:p>
            <a:pPr lvl="0"/>
            <a:r>
              <a:rPr lang="en-US" sz="2000" dirty="0" smtClean="0">
                <a:solidFill>
                  <a:srgbClr val="333333"/>
                </a:solidFill>
                <a:latin typeface="Merriweather Sans"/>
              </a:rPr>
              <a:t>2) The second way in which polymorphism can occur is </a:t>
            </a:r>
            <a:r>
              <a:rPr lang="en-US" sz="2000" b="1" dirty="0" smtClean="0">
                <a:solidFill>
                  <a:srgbClr val="333333"/>
                </a:solidFill>
                <a:latin typeface="Merriweather Sans"/>
              </a:rPr>
              <a:t>method overloading</a:t>
            </a:r>
            <a:r>
              <a:rPr lang="en-US" sz="2000" dirty="0" smtClean="0">
                <a:solidFill>
                  <a:srgbClr val="333333"/>
                </a:solidFill>
                <a:latin typeface="Merriweather Sans"/>
              </a:rPr>
              <a:t>. </a:t>
            </a:r>
          </a:p>
          <a:p>
            <a:pPr lvl="0"/>
            <a:endParaRPr lang="en-US" sz="2000" dirty="0">
              <a:solidFill>
                <a:srgbClr val="333333"/>
              </a:solidFill>
              <a:latin typeface="Merriweather Sans"/>
            </a:endParaRPr>
          </a:p>
          <a:p>
            <a:pPr lvl="0"/>
            <a:r>
              <a:rPr lang="en-US" sz="2000" dirty="0" smtClean="0">
                <a:solidFill>
                  <a:srgbClr val="333333"/>
                </a:solidFill>
                <a:latin typeface="Merriweather Sans"/>
              </a:rPr>
              <a:t>This is also called “compile-time polymorphism”. This is when two methods have the same name, but different parameters. </a:t>
            </a:r>
          </a:p>
        </p:txBody>
      </p:sp>
    </p:spTree>
    <p:extLst>
      <p:ext uri="{BB962C8B-B14F-4D97-AF65-F5344CB8AC3E}">
        <p14:creationId xmlns:p14="http://schemas.microsoft.com/office/powerpoint/2010/main" val="1039805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C26BA086-93B2-44A2-8B1B-22E693D2ABB6}"/>
              </a:ext>
            </a:extLst>
          </p:cNvPr>
          <p:cNvSpPr>
            <a:spLocks noGrp="1"/>
          </p:cNvSpPr>
          <p:nvPr>
            <p:ph type="title"/>
          </p:nvPr>
        </p:nvSpPr>
        <p:spPr/>
        <p:txBody>
          <a:bodyPr/>
          <a:lstStyle/>
          <a:p>
            <a:r>
              <a:rPr lang="en-US" b="1"/>
              <a:t>Abstraction</a:t>
            </a:r>
          </a:p>
        </p:txBody>
      </p:sp>
      <p:sp>
        <p:nvSpPr>
          <p:cNvPr id="7" name="Text Placeholder 6">
            <a:extLst>
              <a:ext uri="{FF2B5EF4-FFF2-40B4-BE49-F238E27FC236}">
                <a16:creationId xmlns:a16="http://schemas.microsoft.com/office/drawing/2014/main" xmlns="" id="{B3EDC24C-EE02-4845-99B9-F77A9B3BC1BB}"/>
              </a:ext>
            </a:extLst>
          </p:cNvPr>
          <p:cNvSpPr>
            <a:spLocks noGrp="1"/>
          </p:cNvSpPr>
          <p:nvPr>
            <p:ph type="body" sz="quarter" idx="10"/>
          </p:nvPr>
        </p:nvSpPr>
        <p:spPr/>
        <p:txBody>
          <a:bodyPr/>
          <a:lstStyle/>
          <a:p>
            <a:pPr>
              <a:spcAft>
                <a:spcPts val="1200"/>
              </a:spcAft>
            </a:pPr>
            <a:r>
              <a:rPr lang="en-US" dirty="0"/>
              <a:t>The idea behind this principle is that the outside world should be provided with only essential information about an object. It should provide only information relevant for using it. It </a:t>
            </a:r>
            <a:r>
              <a:rPr lang="en-US" dirty="0" smtClean="0"/>
              <a:t>should </a:t>
            </a:r>
            <a:r>
              <a:rPr lang="en-US" dirty="0"/>
              <a:t>not provide information about implementation details of this object</a:t>
            </a:r>
            <a:r>
              <a:rPr lang="en-US" dirty="0" smtClean="0"/>
              <a:t>.</a:t>
            </a:r>
            <a:endParaRPr lang="uk-UA" dirty="0" smtClean="0"/>
          </a:p>
          <a:p>
            <a:pPr lvl="0" eaLnBrk="0" fontAlgn="base" hangingPunct="0">
              <a:spcBef>
                <a:spcPct val="0"/>
              </a:spcBef>
              <a:spcAft>
                <a:spcPts val="1200"/>
              </a:spcAft>
            </a:pPr>
            <a:r>
              <a:rPr lang="en-US" dirty="0" smtClean="0">
                <a:solidFill>
                  <a:srgbClr val="333333"/>
                </a:solidFill>
                <a:latin typeface="Merriweather Sans"/>
              </a:rPr>
              <a:t>Only abstract classes can contain abstract methods. Other classes can’t. If class contains abstract method, it should be also abstract. Abstract methods are methods that are declared without any implementation. They are like a placeholder. The implementation is left for child classes that inherit from the abstract class.</a:t>
            </a:r>
            <a:endParaRPr lang="en-US" sz="1800" dirty="0" smtClean="0">
              <a:solidFill>
                <a:schemeClr val="tx1"/>
              </a:solidFill>
            </a:endParaRPr>
          </a:p>
          <a:p>
            <a:endParaRPr lang="uk-UA" dirty="0"/>
          </a:p>
        </p:txBody>
      </p:sp>
    </p:spTree>
    <p:extLst>
      <p:ext uri="{BB962C8B-B14F-4D97-AF65-F5344CB8AC3E}">
        <p14:creationId xmlns:p14="http://schemas.microsoft.com/office/powerpoint/2010/main" val="2622716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9C6E0AE2-DB35-40C9-B9A1-25494B29AECD}"/>
              </a:ext>
            </a:extLst>
          </p:cNvPr>
          <p:cNvSpPr>
            <a:spLocks noGrp="1"/>
          </p:cNvSpPr>
          <p:nvPr>
            <p:ph type="body" sz="quarter" idx="10"/>
          </p:nvPr>
        </p:nvSpPr>
        <p:spPr>
          <a:xfrm>
            <a:off x="685800" y="852625"/>
            <a:ext cx="5087203" cy="4633775"/>
          </a:xfrm>
        </p:spPr>
        <p:txBody>
          <a:bodyPr/>
          <a:lstStyle/>
          <a:p>
            <a:pPr lvl="0"/>
            <a:r>
              <a:rPr lang="en-US" dirty="0">
                <a:latin typeface="Merriweather Sans"/>
              </a:rPr>
              <a:t>In </a:t>
            </a:r>
            <a:r>
              <a:rPr lang="en-US" b="1" u="sng" dirty="0" err="1">
                <a:latin typeface="Merriweather Sans"/>
                <a:hlinkClick r:id="rId2"/>
              </a:rPr>
              <a:t>TypeScript</a:t>
            </a:r>
            <a:r>
              <a:rPr lang="en-US" dirty="0">
                <a:latin typeface="Merriweather Sans"/>
              </a:rPr>
              <a:t>, you can define abstract class using </a:t>
            </a:r>
            <a:r>
              <a:rPr lang="en-US" sz="1400" dirty="0">
                <a:latin typeface="Monaco"/>
              </a:rPr>
              <a:t>abstract</a:t>
            </a:r>
            <a:r>
              <a:rPr lang="en-US" dirty="0">
                <a:latin typeface="Merriweather Sans"/>
              </a:rPr>
              <a:t> keyword. When you want to declare abstract method you also use the </a:t>
            </a:r>
            <a:r>
              <a:rPr lang="en-US" sz="1400" dirty="0">
                <a:latin typeface="Monaco"/>
              </a:rPr>
              <a:t>abstract</a:t>
            </a:r>
            <a:r>
              <a:rPr lang="en-US" dirty="0">
                <a:latin typeface="Merriweather Sans"/>
              </a:rPr>
              <a:t> keyword. Now, you can create new normal class and let it inherit from the abstract. In this child class, you can implement the method(s) you declared as </a:t>
            </a:r>
            <a:r>
              <a:rPr lang="en-US" sz="1400" dirty="0">
                <a:latin typeface="Monaco"/>
              </a:rPr>
              <a:t>abstract</a:t>
            </a:r>
            <a:r>
              <a:rPr lang="en-US" dirty="0">
                <a:latin typeface="Merriweather Sans"/>
              </a:rPr>
              <a:t> in parent abstract class.</a:t>
            </a:r>
            <a:endParaRPr lang="en-US" sz="3200" dirty="0">
              <a:latin typeface="Arial" panose="020B0604020202020204" pitchFamily="34" charset="0"/>
            </a:endParaRPr>
          </a:p>
          <a:p>
            <a:endParaRPr lang="uk-UA" dirty="0"/>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662" y="852625"/>
            <a:ext cx="6012537" cy="4633775"/>
          </a:xfrm>
          <a:prstGeom prst="rect">
            <a:avLst/>
          </a:prstGeom>
        </p:spPr>
      </p:pic>
    </p:spTree>
    <p:extLst>
      <p:ext uri="{BB962C8B-B14F-4D97-AF65-F5344CB8AC3E}">
        <p14:creationId xmlns:p14="http://schemas.microsoft.com/office/powerpoint/2010/main" val="1021766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9C6E0AE2-DB35-40C9-B9A1-25494B29AECD}"/>
              </a:ext>
            </a:extLst>
          </p:cNvPr>
          <p:cNvSpPr>
            <a:spLocks noGrp="1"/>
          </p:cNvSpPr>
          <p:nvPr>
            <p:ph type="body" sz="quarter" idx="10"/>
          </p:nvPr>
        </p:nvSpPr>
        <p:spPr>
          <a:xfrm>
            <a:off x="625092" y="453788"/>
            <a:ext cx="5660409" cy="6404212"/>
          </a:xfrm>
        </p:spPr>
        <p:txBody>
          <a:bodyPr/>
          <a:lstStyle/>
          <a:p>
            <a:r>
              <a:rPr lang="ru-RU" dirty="0" err="1">
                <a:latin typeface="Merriweather Sans"/>
              </a:rPr>
              <a:t>JavaScript</a:t>
            </a:r>
            <a:r>
              <a:rPr lang="ru-RU" dirty="0">
                <a:latin typeface="Merriweather Sans"/>
              </a:rPr>
              <a:t> </a:t>
            </a:r>
            <a:r>
              <a:rPr lang="ru-RU" dirty="0" err="1">
                <a:latin typeface="Merriweather Sans"/>
              </a:rPr>
              <a:t>doesn’t</a:t>
            </a:r>
            <a:r>
              <a:rPr lang="ru-RU" dirty="0">
                <a:latin typeface="Merriweather Sans"/>
              </a:rPr>
              <a:t> </a:t>
            </a:r>
            <a:r>
              <a:rPr lang="ru-RU" dirty="0" err="1">
                <a:latin typeface="Merriweather Sans"/>
              </a:rPr>
              <a:t>have</a:t>
            </a:r>
            <a:r>
              <a:rPr lang="ru-RU" dirty="0">
                <a:latin typeface="Merriweather Sans"/>
              </a:rPr>
              <a:t> a </a:t>
            </a:r>
            <a:r>
              <a:rPr lang="ru-RU" dirty="0" err="1">
                <a:latin typeface="Merriweather Sans"/>
              </a:rPr>
              <a:t>native</a:t>
            </a:r>
            <a:r>
              <a:rPr lang="ru-RU" dirty="0">
                <a:latin typeface="Merriweather Sans"/>
              </a:rPr>
              <a:t> </a:t>
            </a:r>
            <a:r>
              <a:rPr lang="ru-RU" dirty="0" err="1">
                <a:latin typeface="Merriweather Sans"/>
              </a:rPr>
              <a:t>support</a:t>
            </a:r>
            <a:r>
              <a:rPr lang="ru-RU" dirty="0">
                <a:latin typeface="Merriweather Sans"/>
              </a:rPr>
              <a:t> </a:t>
            </a:r>
            <a:r>
              <a:rPr lang="ru-RU" dirty="0" err="1">
                <a:latin typeface="Merriweather Sans"/>
              </a:rPr>
              <a:t>for</a:t>
            </a:r>
            <a:r>
              <a:rPr lang="ru-RU" dirty="0">
                <a:latin typeface="Merriweather Sans"/>
              </a:rPr>
              <a:t> </a:t>
            </a:r>
            <a:r>
              <a:rPr lang="ru-RU" sz="1400" dirty="0" err="1">
                <a:latin typeface="Monaco"/>
              </a:rPr>
              <a:t>abstract</a:t>
            </a:r>
            <a:r>
              <a:rPr lang="ru-RU" dirty="0">
                <a:latin typeface="Merriweather Sans"/>
              </a:rPr>
              <a:t> </a:t>
            </a:r>
            <a:r>
              <a:rPr lang="ru-RU" dirty="0" err="1">
                <a:latin typeface="Merriweather Sans"/>
              </a:rPr>
              <a:t>keyword</a:t>
            </a:r>
            <a:r>
              <a:rPr lang="ru-RU" dirty="0">
                <a:latin typeface="Merriweather Sans"/>
              </a:rPr>
              <a:t>. </a:t>
            </a:r>
            <a:r>
              <a:rPr lang="ru-RU" dirty="0" err="1">
                <a:latin typeface="Merriweather Sans"/>
              </a:rPr>
              <a:t>However</a:t>
            </a:r>
            <a:r>
              <a:rPr lang="ru-RU" dirty="0">
                <a:latin typeface="Merriweather Sans"/>
              </a:rPr>
              <a:t>, </a:t>
            </a:r>
            <a:r>
              <a:rPr lang="ru-RU" dirty="0" err="1">
                <a:latin typeface="Merriweather Sans"/>
              </a:rPr>
              <a:t>the</a:t>
            </a:r>
            <a:r>
              <a:rPr lang="ru-RU" dirty="0">
                <a:latin typeface="Merriweather Sans"/>
              </a:rPr>
              <a:t> </a:t>
            </a:r>
            <a:r>
              <a:rPr lang="ru-RU" dirty="0" err="1">
                <a:latin typeface="Merriweather Sans"/>
              </a:rPr>
              <a:t>TypeScript</a:t>
            </a:r>
            <a:r>
              <a:rPr lang="ru-RU" dirty="0">
                <a:latin typeface="Merriweather Sans"/>
              </a:rPr>
              <a:t> </a:t>
            </a:r>
            <a:r>
              <a:rPr lang="ru-RU" dirty="0" err="1">
                <a:latin typeface="Merriweather Sans"/>
              </a:rPr>
              <a:t>example</a:t>
            </a:r>
            <a:r>
              <a:rPr lang="ru-RU" dirty="0">
                <a:latin typeface="Merriweather Sans"/>
              </a:rPr>
              <a:t> </a:t>
            </a:r>
            <a:r>
              <a:rPr lang="ru-RU" dirty="0" err="1">
                <a:latin typeface="Merriweather Sans"/>
              </a:rPr>
              <a:t>above</a:t>
            </a:r>
            <a:r>
              <a:rPr lang="ru-RU" dirty="0">
                <a:latin typeface="Merriweather Sans"/>
              </a:rPr>
              <a:t> </a:t>
            </a:r>
            <a:r>
              <a:rPr lang="ru-RU" dirty="0" err="1">
                <a:latin typeface="Merriweather Sans"/>
              </a:rPr>
              <a:t>can</a:t>
            </a:r>
            <a:r>
              <a:rPr lang="ru-RU" dirty="0">
                <a:latin typeface="Merriweather Sans"/>
              </a:rPr>
              <a:t> </a:t>
            </a:r>
            <a:r>
              <a:rPr lang="ru-RU" dirty="0" err="1">
                <a:latin typeface="Merriweather Sans"/>
              </a:rPr>
              <a:t>be</a:t>
            </a:r>
            <a:r>
              <a:rPr lang="ru-RU" dirty="0">
                <a:latin typeface="Merriweather Sans"/>
              </a:rPr>
              <a:t> </a:t>
            </a:r>
            <a:r>
              <a:rPr lang="ru-RU" dirty="0" err="1">
                <a:latin typeface="Merriweather Sans"/>
              </a:rPr>
              <a:t>re-written</a:t>
            </a:r>
            <a:r>
              <a:rPr lang="ru-RU" dirty="0">
                <a:latin typeface="Merriweather Sans"/>
              </a:rPr>
              <a:t> </a:t>
            </a:r>
            <a:r>
              <a:rPr lang="ru-RU" dirty="0" err="1">
                <a:latin typeface="Merriweather Sans"/>
              </a:rPr>
              <a:t>to</a:t>
            </a:r>
            <a:r>
              <a:rPr lang="ru-RU" dirty="0">
                <a:latin typeface="Merriweather Sans"/>
              </a:rPr>
              <a:t> </a:t>
            </a:r>
            <a:r>
              <a:rPr lang="ru-RU" dirty="0" err="1">
                <a:latin typeface="Merriweather Sans"/>
              </a:rPr>
              <a:t>plain</a:t>
            </a:r>
            <a:r>
              <a:rPr lang="ru-RU" dirty="0">
                <a:latin typeface="Merriweather Sans"/>
              </a:rPr>
              <a:t> </a:t>
            </a:r>
            <a:r>
              <a:rPr lang="ru-RU" dirty="0" err="1">
                <a:latin typeface="Merriweather Sans"/>
              </a:rPr>
              <a:t>JavaScript</a:t>
            </a:r>
            <a:r>
              <a:rPr lang="ru-RU" dirty="0">
                <a:latin typeface="Merriweather Sans"/>
              </a:rPr>
              <a:t>. </a:t>
            </a:r>
            <a:r>
              <a:rPr lang="ru-RU" dirty="0" err="1">
                <a:latin typeface="Merriweather Sans"/>
              </a:rPr>
              <a:t>You</a:t>
            </a:r>
            <a:r>
              <a:rPr lang="ru-RU" dirty="0">
                <a:latin typeface="Merriweather Sans"/>
              </a:rPr>
              <a:t> </a:t>
            </a:r>
            <a:r>
              <a:rPr lang="ru-RU" dirty="0" err="1">
                <a:latin typeface="Merriweather Sans"/>
              </a:rPr>
              <a:t>can</a:t>
            </a:r>
            <a:r>
              <a:rPr lang="ru-RU" dirty="0">
                <a:latin typeface="Merriweather Sans"/>
              </a:rPr>
              <a:t> </a:t>
            </a:r>
            <a:r>
              <a:rPr lang="ru-RU" dirty="0" err="1">
                <a:latin typeface="Merriweather Sans"/>
              </a:rPr>
              <a:t>do</a:t>
            </a:r>
            <a:r>
              <a:rPr lang="ru-RU" dirty="0">
                <a:latin typeface="Merriweather Sans"/>
              </a:rPr>
              <a:t> </a:t>
            </a:r>
            <a:r>
              <a:rPr lang="ru-RU" dirty="0" err="1">
                <a:latin typeface="Merriweather Sans"/>
              </a:rPr>
              <a:t>that</a:t>
            </a:r>
            <a:r>
              <a:rPr lang="ru-RU" dirty="0">
                <a:latin typeface="Merriweather Sans"/>
              </a:rPr>
              <a:t> </a:t>
            </a:r>
            <a:r>
              <a:rPr lang="ru-RU" dirty="0" err="1">
                <a:latin typeface="Merriweather Sans"/>
              </a:rPr>
              <a:t>by</a:t>
            </a:r>
            <a:r>
              <a:rPr lang="ru-RU" dirty="0">
                <a:latin typeface="Merriweather Sans"/>
              </a:rPr>
              <a:t> </a:t>
            </a:r>
            <a:r>
              <a:rPr lang="ru-RU" dirty="0" err="1">
                <a:latin typeface="Merriweather Sans"/>
              </a:rPr>
              <a:t>using</a:t>
            </a:r>
            <a:r>
              <a:rPr lang="ru-RU" dirty="0">
                <a:latin typeface="Merriweather Sans"/>
              </a:rPr>
              <a:t> </a:t>
            </a:r>
            <a:r>
              <a:rPr lang="ru-RU" dirty="0" err="1">
                <a:latin typeface="Merriweather Sans"/>
              </a:rPr>
              <a:t>regular</a:t>
            </a:r>
            <a:r>
              <a:rPr lang="ru-RU" dirty="0">
                <a:latin typeface="Merriweather Sans"/>
              </a:rPr>
              <a:t> </a:t>
            </a:r>
            <a:r>
              <a:rPr lang="ru-RU" dirty="0" err="1">
                <a:latin typeface="Merriweather Sans"/>
              </a:rPr>
              <a:t>classes</a:t>
            </a:r>
            <a:r>
              <a:rPr lang="ru-RU" dirty="0">
                <a:latin typeface="Merriweather Sans"/>
              </a:rPr>
              <a:t> </a:t>
            </a:r>
            <a:r>
              <a:rPr lang="ru-RU" dirty="0" err="1">
                <a:latin typeface="Merriweather Sans"/>
              </a:rPr>
              <a:t>with</a:t>
            </a:r>
            <a:r>
              <a:rPr lang="ru-RU" dirty="0">
                <a:latin typeface="Merriweather Sans"/>
              </a:rPr>
              <a:t> </a:t>
            </a:r>
            <a:r>
              <a:rPr lang="ru-RU" b="1" u="sng" dirty="0" err="1">
                <a:latin typeface="Merriweather Sans"/>
                <a:hlinkClick r:id="rId2"/>
              </a:rPr>
              <a:t>throw</a:t>
            </a:r>
            <a:r>
              <a:rPr lang="ru-RU" b="1" u="sng" dirty="0">
                <a:latin typeface="Merriweather Sans"/>
                <a:hlinkClick r:id="rId2"/>
              </a:rPr>
              <a:t> </a:t>
            </a:r>
            <a:r>
              <a:rPr lang="ru-RU" b="1" u="sng" dirty="0" err="1">
                <a:latin typeface="Merriweather Sans"/>
                <a:hlinkClick r:id="rId2"/>
              </a:rPr>
              <a:t>statements</a:t>
            </a:r>
            <a:r>
              <a:rPr lang="ru-RU" dirty="0">
                <a:latin typeface="Merriweather Sans"/>
              </a:rPr>
              <a:t>. </a:t>
            </a:r>
            <a:r>
              <a:rPr lang="ru-RU" dirty="0" err="1">
                <a:latin typeface="Merriweather Sans"/>
              </a:rPr>
              <a:t>These</a:t>
            </a:r>
            <a:r>
              <a:rPr lang="ru-RU" dirty="0">
                <a:latin typeface="Merriweather Sans"/>
              </a:rPr>
              <a:t> </a:t>
            </a:r>
            <a:r>
              <a:rPr lang="ru-RU" dirty="0" err="1">
                <a:latin typeface="Merriweather Sans"/>
              </a:rPr>
              <a:t>statements</a:t>
            </a:r>
            <a:r>
              <a:rPr lang="ru-RU" dirty="0">
                <a:latin typeface="Merriweather Sans"/>
              </a:rPr>
              <a:t> </a:t>
            </a:r>
            <a:r>
              <a:rPr lang="ru-RU" dirty="0" err="1">
                <a:latin typeface="Merriweather Sans"/>
              </a:rPr>
              <a:t>will</a:t>
            </a:r>
            <a:r>
              <a:rPr lang="ru-RU" dirty="0">
                <a:latin typeface="Merriweather Sans"/>
              </a:rPr>
              <a:t> </a:t>
            </a:r>
            <a:r>
              <a:rPr lang="ru-RU" dirty="0" err="1">
                <a:latin typeface="Merriweather Sans"/>
              </a:rPr>
              <a:t>ensure</a:t>
            </a:r>
            <a:r>
              <a:rPr lang="ru-RU" dirty="0">
                <a:latin typeface="Merriweather Sans"/>
              </a:rPr>
              <a:t> </a:t>
            </a:r>
            <a:r>
              <a:rPr lang="ru-RU" dirty="0" err="1">
                <a:latin typeface="Merriweather Sans"/>
              </a:rPr>
              <a:t>the</a:t>
            </a:r>
            <a:r>
              <a:rPr lang="ru-RU" dirty="0">
                <a:latin typeface="Merriweather Sans"/>
              </a:rPr>
              <a:t> </a:t>
            </a:r>
            <a:r>
              <a:rPr lang="ru-RU" dirty="0" err="1">
                <a:latin typeface="Merriweather Sans"/>
              </a:rPr>
              <a:t>pseudo-abstract</a:t>
            </a:r>
            <a:r>
              <a:rPr lang="ru-RU" dirty="0">
                <a:latin typeface="Merriweather Sans"/>
              </a:rPr>
              <a:t> </a:t>
            </a:r>
            <a:r>
              <a:rPr lang="ru-RU" dirty="0" err="1">
                <a:latin typeface="Merriweather Sans"/>
              </a:rPr>
              <a:t>class</a:t>
            </a:r>
            <a:r>
              <a:rPr lang="ru-RU" dirty="0">
                <a:latin typeface="Merriweather Sans"/>
              </a:rPr>
              <a:t> </a:t>
            </a:r>
            <a:r>
              <a:rPr lang="ru-RU" dirty="0" err="1">
                <a:latin typeface="Merriweather Sans"/>
              </a:rPr>
              <a:t>will</a:t>
            </a:r>
            <a:r>
              <a:rPr lang="ru-RU" dirty="0">
                <a:latin typeface="Merriweather Sans"/>
              </a:rPr>
              <a:t> </a:t>
            </a:r>
            <a:r>
              <a:rPr lang="ru-RU" dirty="0" err="1">
                <a:latin typeface="Merriweather Sans"/>
              </a:rPr>
              <a:t>not</a:t>
            </a:r>
            <a:r>
              <a:rPr lang="ru-RU" dirty="0">
                <a:latin typeface="Merriweather Sans"/>
              </a:rPr>
              <a:t> </a:t>
            </a:r>
            <a:r>
              <a:rPr lang="ru-RU" dirty="0" err="1">
                <a:latin typeface="Merriweather Sans"/>
              </a:rPr>
              <a:t>be</a:t>
            </a:r>
            <a:r>
              <a:rPr lang="ru-RU" dirty="0">
                <a:latin typeface="Merriweather Sans"/>
              </a:rPr>
              <a:t> </a:t>
            </a:r>
            <a:r>
              <a:rPr lang="ru-RU" dirty="0" err="1">
                <a:latin typeface="Merriweather Sans"/>
              </a:rPr>
              <a:t>instantiated</a:t>
            </a:r>
            <a:r>
              <a:rPr lang="ru-RU" dirty="0">
                <a:latin typeface="Merriweather Sans"/>
              </a:rPr>
              <a:t> </a:t>
            </a:r>
            <a:r>
              <a:rPr lang="ru-RU" dirty="0" err="1">
                <a:latin typeface="Merriweather Sans"/>
              </a:rPr>
              <a:t>and</a:t>
            </a:r>
            <a:r>
              <a:rPr lang="ru-RU" dirty="0">
                <a:latin typeface="Merriweather Sans"/>
              </a:rPr>
              <a:t> </a:t>
            </a:r>
            <a:r>
              <a:rPr lang="ru-RU" dirty="0" err="1">
                <a:latin typeface="Merriweather Sans"/>
              </a:rPr>
              <a:t>its</a:t>
            </a:r>
            <a:r>
              <a:rPr lang="ru-RU" dirty="0">
                <a:latin typeface="Merriweather Sans"/>
              </a:rPr>
              <a:t> </a:t>
            </a:r>
            <a:r>
              <a:rPr lang="ru-RU" dirty="0" err="1">
                <a:latin typeface="Merriweather Sans"/>
              </a:rPr>
              <a:t>pseudo-abstract</a:t>
            </a:r>
            <a:r>
              <a:rPr lang="ru-RU" dirty="0">
                <a:latin typeface="Merriweather Sans"/>
              </a:rPr>
              <a:t> </a:t>
            </a:r>
            <a:r>
              <a:rPr lang="ru-RU" dirty="0" err="1">
                <a:latin typeface="Merriweather Sans"/>
              </a:rPr>
              <a:t>methods</a:t>
            </a:r>
            <a:r>
              <a:rPr lang="ru-RU" dirty="0">
                <a:latin typeface="Merriweather Sans"/>
              </a:rPr>
              <a:t> </a:t>
            </a:r>
            <a:r>
              <a:rPr lang="ru-RU" dirty="0" err="1">
                <a:latin typeface="Merriweather Sans"/>
              </a:rPr>
              <a:t>implemented</a:t>
            </a:r>
            <a:r>
              <a:rPr lang="ru-RU" dirty="0">
                <a:latin typeface="Merriweather Sans"/>
              </a:rPr>
              <a:t>.</a:t>
            </a:r>
            <a:r>
              <a:rPr lang="ru-RU" sz="1800" dirty="0"/>
              <a:t> </a:t>
            </a:r>
            <a:endParaRPr lang="uk-UA" dirty="0"/>
          </a:p>
        </p:txBody>
      </p:sp>
      <p:pic>
        <p:nvPicPr>
          <p:cNvPr id="7" name="Рисунок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5501" y="324134"/>
            <a:ext cx="5134692" cy="5515745"/>
          </a:xfrm>
          <a:prstGeom prst="rect">
            <a:avLst/>
          </a:prstGeom>
        </p:spPr>
      </p:pic>
    </p:spTree>
    <p:extLst>
      <p:ext uri="{BB962C8B-B14F-4D97-AF65-F5344CB8AC3E}">
        <p14:creationId xmlns:p14="http://schemas.microsoft.com/office/powerpoint/2010/main" val="541104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asted-image.png"/>
          <p:cNvPicPr>
            <a:picLocks noChangeAspect="1"/>
          </p:cNvPicPr>
          <p:nvPr/>
        </p:nvPicPr>
        <p:blipFill>
          <a:blip r:embed="rId2"/>
          <a:stretch>
            <a:fillRect/>
          </a:stretch>
        </p:blipFill>
        <p:spPr>
          <a:xfrm>
            <a:off x="0" y="0"/>
            <a:ext cx="12192000" cy="6858000"/>
          </a:xfrm>
          <a:prstGeom prst="rect">
            <a:avLst/>
          </a:prstGeom>
          <a:ln w="12700">
            <a:miter lim="400000"/>
          </a:ln>
        </p:spPr>
      </p:pic>
    </p:spTree>
    <p:extLst>
      <p:ext uri="{BB962C8B-B14F-4D97-AF65-F5344CB8AC3E}">
        <p14:creationId xmlns:p14="http://schemas.microsoft.com/office/powerpoint/2010/main" val="1735758878"/>
      </p:ext>
    </p:extLst>
  </p:cSld>
  <p:clrMapOvr>
    <a:masterClrMapping/>
  </p:clrMapOvr>
</p:sld>
</file>

<file path=ppt/theme/theme1.xml><?xml version="1.0" encoding="utf-8"?>
<a:theme xmlns:a="http://schemas.openxmlformats.org/drawingml/2006/main" name="1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2.xml><?xml version="1.0" encoding="utf-8"?>
<a:theme xmlns:a="http://schemas.openxmlformats.org/drawingml/2006/main" name="2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3.xml><?xml version="1.0" encoding="utf-8"?>
<a:theme xmlns:a="http://schemas.openxmlformats.org/drawingml/2006/main" name="2_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95FC54A15F344D83577B1CDDD67A5D" ma:contentTypeVersion="13" ma:contentTypeDescription="Create a new document." ma:contentTypeScope="" ma:versionID="30ded57c9b2156718eb8cc7b0e4246dc">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a0d1831635397921c92a19e568dfc949"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Props1.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2.xml><?xml version="1.0" encoding="utf-8"?>
<ds:datastoreItem xmlns:ds="http://schemas.openxmlformats.org/officeDocument/2006/customXml" ds:itemID="{5BCFD5A9-9FF3-42E0-89D7-BF5BFC61DD60}">
  <ds:schemaRefs>
    <ds:schemaRef ds:uri="341e6018-ac0a-4dfb-8409-db9e0d25502e"/>
    <ds:schemaRef ds:uri="835f28f2-30f1-4728-84d2-86d96e1434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9033E08-7FE9-4F6D-B155-A8777B4A5A57}">
  <ds:schemaRefs>
    <ds:schemaRef ds:uri="http://schemas.microsoft.com/office/infopath/2007/PartnerControls"/>
    <ds:schemaRef ds:uri="http://purl.org/dc/elements/1.1/"/>
    <ds:schemaRef ds:uri="http://schemas.microsoft.com/office/2006/metadata/properties"/>
    <ds:schemaRef ds:uri="835f28f2-30f1-4728-84d2-86d96e143488"/>
    <ds:schemaRef ds:uri="http://schemas.microsoft.com/office/2006/documentManagement/types"/>
    <ds:schemaRef ds:uri="http://purl.org/dc/terms/"/>
    <ds:schemaRef ds:uri="http://schemas.openxmlformats.org/package/2006/metadata/core-properties"/>
    <ds:schemaRef ds:uri="http://purl.org/dc/dcmitype/"/>
    <ds:schemaRef ds:uri="341e6018-ac0a-4dfb-8409-db9e0d25502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758</TotalTime>
  <Words>390</Words>
  <Application>Microsoft Office PowerPoint</Application>
  <PresentationFormat>Широкоэкранный</PresentationFormat>
  <Paragraphs>35</Paragraphs>
  <Slides>15</Slides>
  <Notes>1</Notes>
  <HiddenSlides>0</HiddenSlides>
  <MMClips>0</MMClips>
  <ScaleCrop>false</ScaleCrop>
  <HeadingPairs>
    <vt:vector size="6" baseType="variant">
      <vt:variant>
        <vt:lpstr>Использованные шрифты</vt:lpstr>
      </vt:variant>
      <vt:variant>
        <vt:i4>7</vt:i4>
      </vt:variant>
      <vt:variant>
        <vt:lpstr>Тема</vt:lpstr>
      </vt:variant>
      <vt:variant>
        <vt:i4>3</vt:i4>
      </vt:variant>
      <vt:variant>
        <vt:lpstr>Заголовки слайдов</vt:lpstr>
      </vt:variant>
      <vt:variant>
        <vt:i4>15</vt:i4>
      </vt:variant>
    </vt:vector>
  </HeadingPairs>
  <TitlesOfParts>
    <vt:vector size="25" baseType="lpstr">
      <vt:lpstr>Arial</vt:lpstr>
      <vt:lpstr>Calibri</vt:lpstr>
      <vt:lpstr>Merriweather Sans</vt:lpstr>
      <vt:lpstr>Monaco</vt:lpstr>
      <vt:lpstr>Open Sans</vt:lpstr>
      <vt:lpstr>Open Sans Regular</vt:lpstr>
      <vt:lpstr>Proxima Nova Black</vt:lpstr>
      <vt:lpstr>1_GRADIENT THEME</vt:lpstr>
      <vt:lpstr>2_GRADIENT THEME</vt:lpstr>
      <vt:lpstr>2_DARK THEME</vt:lpstr>
      <vt:lpstr>Principle of OOP in JS</vt:lpstr>
      <vt:lpstr>Презентация PowerPoint</vt:lpstr>
      <vt:lpstr>Encapsulation </vt:lpstr>
      <vt:lpstr>Encapsulation </vt:lpstr>
      <vt:lpstr>Презентация PowerPoint</vt:lpstr>
      <vt:lpstr>Inheritance </vt:lpstr>
      <vt:lpstr>Презентация PowerPoint</vt:lpstr>
      <vt:lpstr>Презентация PowerPoint</vt:lpstr>
      <vt:lpstr>Презентация PowerPoint</vt:lpstr>
      <vt:lpstr>Polymorphism </vt:lpstr>
      <vt:lpstr>Презентация PowerPoint</vt:lpstr>
      <vt:lpstr>Abstraction</vt:lpstr>
      <vt:lpstr>Презентация PowerPoint</vt:lpstr>
      <vt:lpstr>Презентация PowerPoint</vt:lpstr>
      <vt:lpstr>Презентация PowerPoint</vt:lpstr>
    </vt:vector>
  </TitlesOfParts>
  <Company>Verint Systems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creator>Strutynska, Viktoriya</dc:creator>
  <cp:lastModifiedBy>Юлія Цуркан</cp:lastModifiedBy>
  <cp:revision>15</cp:revision>
  <dcterms:created xsi:type="dcterms:W3CDTF">2018-11-02T13:55:27Z</dcterms:created>
  <dcterms:modified xsi:type="dcterms:W3CDTF">2020-09-24T13:21:01Z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