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777" r:id="rId4"/>
    <p:sldMasterId id="2147484789" r:id="rId5"/>
    <p:sldMasterId id="2147484842" r:id="rId6"/>
  </p:sldMasterIdLst>
  <p:notesMasterIdLst>
    <p:notesMasterId r:id="rId32"/>
  </p:notesMasterIdLst>
  <p:sldIdLst>
    <p:sldId id="1234" r:id="rId7"/>
    <p:sldId id="1235" r:id="rId8"/>
    <p:sldId id="1244" r:id="rId9"/>
    <p:sldId id="1236" r:id="rId10"/>
    <p:sldId id="1238" r:id="rId11"/>
    <p:sldId id="1239" r:id="rId12"/>
    <p:sldId id="1242" r:id="rId13"/>
    <p:sldId id="1237" r:id="rId14"/>
    <p:sldId id="1243" r:id="rId15"/>
    <p:sldId id="1248" r:id="rId16"/>
    <p:sldId id="1240" r:id="rId17"/>
    <p:sldId id="1249" r:id="rId18"/>
    <p:sldId id="1245" r:id="rId19"/>
    <p:sldId id="1246" r:id="rId20"/>
    <p:sldId id="1247" r:id="rId21"/>
    <p:sldId id="1250" r:id="rId22"/>
    <p:sldId id="1251" r:id="rId23"/>
    <p:sldId id="1252" r:id="rId24"/>
    <p:sldId id="1253" r:id="rId25"/>
    <p:sldId id="1254" r:id="rId26"/>
    <p:sldId id="1241" r:id="rId27"/>
    <p:sldId id="1255" r:id="rId28"/>
    <p:sldId id="1256" r:id="rId29"/>
    <p:sldId id="1259" r:id="rId30"/>
    <p:sldId id="1206" r:id="rId31"/>
  </p:sldIdLst>
  <p:sldSz cx="12192000" cy="6858000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Open Sans" panose="020B0606030504020204" pitchFamily="34" charset="0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993470C-4786-4D38-90BE-AF14FB3A0120}">
          <p14:sldIdLst>
            <p14:sldId id="1234"/>
            <p14:sldId id="1235"/>
            <p14:sldId id="1244"/>
            <p14:sldId id="1236"/>
            <p14:sldId id="1238"/>
            <p14:sldId id="1239"/>
            <p14:sldId id="1242"/>
            <p14:sldId id="1237"/>
            <p14:sldId id="1243"/>
            <p14:sldId id="1248"/>
            <p14:sldId id="1240"/>
            <p14:sldId id="1249"/>
            <p14:sldId id="1245"/>
            <p14:sldId id="1246"/>
            <p14:sldId id="1247"/>
            <p14:sldId id="1250"/>
            <p14:sldId id="1251"/>
            <p14:sldId id="1252"/>
            <p14:sldId id="1253"/>
            <p14:sldId id="1254"/>
            <p14:sldId id="1241"/>
            <p14:sldId id="1255"/>
            <p14:sldId id="1256"/>
            <p14:sldId id="1259"/>
            <p14:sldId id="120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979" userDrawn="1">
          <p15:clr>
            <a:srgbClr val="A4A3A4"/>
          </p15:clr>
        </p15:guide>
        <p15:guide id="2" pos="688" userDrawn="1">
          <p15:clr>
            <a:srgbClr val="A4A3A4"/>
          </p15:clr>
        </p15:guide>
        <p15:guide id="3" orient="horz" pos="1729" userDrawn="1">
          <p15:clr>
            <a:srgbClr val="A4A3A4"/>
          </p15:clr>
        </p15:guide>
        <p15:guide id="4" pos="7242" userDrawn="1">
          <p15:clr>
            <a:srgbClr val="A4A3A4"/>
          </p15:clr>
        </p15:guide>
        <p15:guide id="5" orient="horz" pos="129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Viktoriya Shyryayeva" initials="" lastIdx="3" clrIdx="0"/>
  <p:cmAuthor id="2" name="Alona Golopuz" initials="AG" lastIdx="3" clrIdx="1"/>
  <p:cmAuthor id="3" name="Tania Kuz" initials="TK" lastIdx="7" clrIdx="2"/>
  <p:cmAuthor id="4" name="Viktoriya Shyryayeva" initials="VS" lastIdx="29" clrIdx="3"/>
  <p:cmAuthor id="5" name="Shaun Greene" initials="SG" lastIdx="1" clrIdx="4">
    <p:extLst>
      <p:ext uri="{19B8F6BF-5375-455C-9EA6-DF929625EA0E}">
        <p15:presenceInfo xmlns:p15="http://schemas.microsoft.com/office/powerpoint/2012/main" userId="S::sgree@softserveinc.com::aada7fc0-4079-4dff-b590-112c10cd22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F2585"/>
    <a:srgbClr val="F26D26"/>
    <a:srgbClr val="BA124A"/>
    <a:srgbClr val="E93BDD"/>
    <a:srgbClr val="F49EEE"/>
    <a:srgbClr val="42D109"/>
    <a:srgbClr val="159B3B"/>
    <a:srgbClr val="0F45B1"/>
    <a:srgbClr val="E3602B"/>
    <a:srgbClr val="F4AB0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E0A7EBB-A71E-E244-9638-CA7B1C0FB579}" v="4" dt="2020-02-11T15:37:01.63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8FB837D-C827-4EFA-A057-4D05807E0F7C}" styleName="Стиль из темы 1 - акцент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1979"/>
        <p:guide pos="688"/>
        <p:guide orient="horz" pos="1729"/>
        <p:guide pos="7242"/>
        <p:guide orient="horz" pos="129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2.xml"/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9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openxmlformats.org/officeDocument/2006/relationships/presProps" Target="presProp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slide" Target="slides/slide2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40" Type="http://schemas.microsoft.com/office/2016/11/relationships/changesInfo" Target="changesInfos/changesInfo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slide" Target="slides/slide22.xml"/><Relationship Id="rId36" Type="http://schemas.openxmlformats.org/officeDocument/2006/relationships/theme" Target="theme/theme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slide" Target="slides/slide2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slide" Target="slides/slide24.xml"/><Relationship Id="rId35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aras Lopushanskyi" userId="7b479547-1ac6-4c3e-bfc7-6a03fe16e469" providerId="ADAL" clId="{A68BF3D1-7A73-6B4B-B776-FB4227A94BC4}"/>
    <pc:docChg chg="addSld modSld sldOrd modMainMaster">
      <pc:chgData name="Taras Lopushanskyi" userId="7b479547-1ac6-4c3e-bfc7-6a03fe16e469" providerId="ADAL" clId="{A68BF3D1-7A73-6B4B-B776-FB4227A94BC4}" dt="2019-10-31T13:17:38.316" v="6"/>
      <pc:docMkLst>
        <pc:docMk/>
      </pc:docMkLst>
      <pc:sldChg chg="ord">
        <pc:chgData name="Taras Lopushanskyi" userId="7b479547-1ac6-4c3e-bfc7-6a03fe16e469" providerId="ADAL" clId="{A68BF3D1-7A73-6B4B-B776-FB4227A94BC4}" dt="2019-10-31T13:16:23.350" v="4"/>
        <pc:sldMkLst>
          <pc:docMk/>
          <pc:sldMk cId="1735758878" sldId="1206"/>
        </pc:sldMkLst>
      </pc:sldChg>
      <pc:sldChg chg="addSp delSp modSp add">
        <pc:chgData name="Taras Lopushanskyi" userId="7b479547-1ac6-4c3e-bfc7-6a03fe16e469" providerId="ADAL" clId="{A68BF3D1-7A73-6B4B-B776-FB4227A94BC4}" dt="2019-10-31T13:16:12.015" v="1"/>
        <pc:sldMkLst>
          <pc:docMk/>
          <pc:sldMk cId="1639771642" sldId="1225"/>
        </pc:sldMkLst>
        <pc:spChg chg="del">
          <ac:chgData name="Taras Lopushanskyi" userId="7b479547-1ac6-4c3e-bfc7-6a03fe16e469" providerId="ADAL" clId="{A68BF3D1-7A73-6B4B-B776-FB4227A94BC4}" dt="2019-10-31T13:16:12.015" v="1"/>
          <ac:spMkLst>
            <pc:docMk/>
            <pc:sldMk cId="1639771642" sldId="1225"/>
            <ac:spMk id="2" creationId="{8076658C-F2A3-8D4A-86D8-FEBF3263A091}"/>
          </ac:spMkLst>
        </pc:spChg>
        <pc:spChg chg="del">
          <ac:chgData name="Taras Lopushanskyi" userId="7b479547-1ac6-4c3e-bfc7-6a03fe16e469" providerId="ADAL" clId="{A68BF3D1-7A73-6B4B-B776-FB4227A94BC4}" dt="2019-10-31T13:16:12.015" v="1"/>
          <ac:spMkLst>
            <pc:docMk/>
            <pc:sldMk cId="1639771642" sldId="1225"/>
            <ac:spMk id="3" creationId="{56A54168-4AEC-104E-9045-AB55EC5D9176}"/>
          </ac:spMkLst>
        </pc:spChg>
        <pc:spChg chg="add mod">
          <ac:chgData name="Taras Lopushanskyi" userId="7b479547-1ac6-4c3e-bfc7-6a03fe16e469" providerId="ADAL" clId="{A68BF3D1-7A73-6B4B-B776-FB4227A94BC4}" dt="2019-10-31T13:16:12.015" v="1"/>
          <ac:spMkLst>
            <pc:docMk/>
            <pc:sldMk cId="1639771642" sldId="1225"/>
            <ac:spMk id="4" creationId="{C6AC858A-ED29-5C41-BD32-8ECE7DBAE66B}"/>
          </ac:spMkLst>
        </pc:spChg>
        <pc:spChg chg="add mod">
          <ac:chgData name="Taras Lopushanskyi" userId="7b479547-1ac6-4c3e-bfc7-6a03fe16e469" providerId="ADAL" clId="{A68BF3D1-7A73-6B4B-B776-FB4227A94BC4}" dt="2019-10-31T13:16:12.015" v="1"/>
          <ac:spMkLst>
            <pc:docMk/>
            <pc:sldMk cId="1639771642" sldId="1225"/>
            <ac:spMk id="5" creationId="{19780850-A300-724E-8E7E-7AB9F732A244}"/>
          </ac:spMkLst>
        </pc:spChg>
      </pc:sldChg>
      <pc:sldChg chg="addSp delSp modSp add">
        <pc:chgData name="Taras Lopushanskyi" userId="7b479547-1ac6-4c3e-bfc7-6a03fe16e469" providerId="ADAL" clId="{A68BF3D1-7A73-6B4B-B776-FB4227A94BC4}" dt="2019-10-31T13:17:38.316" v="6"/>
        <pc:sldMkLst>
          <pc:docMk/>
          <pc:sldMk cId="671565239" sldId="1226"/>
        </pc:sldMkLst>
        <pc:spChg chg="del">
          <ac:chgData name="Taras Lopushanskyi" userId="7b479547-1ac6-4c3e-bfc7-6a03fe16e469" providerId="ADAL" clId="{A68BF3D1-7A73-6B4B-B776-FB4227A94BC4}" dt="2019-10-31T13:16:19.054" v="3"/>
          <ac:spMkLst>
            <pc:docMk/>
            <pc:sldMk cId="671565239" sldId="1226"/>
            <ac:spMk id="2" creationId="{73C71268-C3B4-B347-BA8C-4F1ECD4E1265}"/>
          </ac:spMkLst>
        </pc:spChg>
        <pc:spChg chg="del">
          <ac:chgData name="Taras Lopushanskyi" userId="7b479547-1ac6-4c3e-bfc7-6a03fe16e469" providerId="ADAL" clId="{A68BF3D1-7A73-6B4B-B776-FB4227A94BC4}" dt="2019-10-31T13:16:19.054" v="3"/>
          <ac:spMkLst>
            <pc:docMk/>
            <pc:sldMk cId="671565239" sldId="1226"/>
            <ac:spMk id="3" creationId="{B2456797-FD03-3A46-87F7-7B63AF16E6B2}"/>
          </ac:spMkLst>
        </pc:spChg>
        <pc:spChg chg="add del mod">
          <ac:chgData name="Taras Lopushanskyi" userId="7b479547-1ac6-4c3e-bfc7-6a03fe16e469" providerId="ADAL" clId="{A68BF3D1-7A73-6B4B-B776-FB4227A94BC4}" dt="2019-10-31T13:17:38.316" v="6"/>
          <ac:spMkLst>
            <pc:docMk/>
            <pc:sldMk cId="671565239" sldId="1226"/>
            <ac:spMk id="4" creationId="{71432E24-899F-EA4A-ABC5-5AB32C618634}"/>
          </ac:spMkLst>
        </pc:spChg>
        <pc:spChg chg="add del mod">
          <ac:chgData name="Taras Lopushanskyi" userId="7b479547-1ac6-4c3e-bfc7-6a03fe16e469" providerId="ADAL" clId="{A68BF3D1-7A73-6B4B-B776-FB4227A94BC4}" dt="2019-10-31T13:17:38.316" v="6"/>
          <ac:spMkLst>
            <pc:docMk/>
            <pc:sldMk cId="671565239" sldId="1226"/>
            <ac:spMk id="5" creationId="{751E9ABB-000C-C54F-A157-7FFE41A08932}"/>
          </ac:spMkLst>
        </pc:spChg>
        <pc:spChg chg="add mod">
          <ac:chgData name="Taras Lopushanskyi" userId="7b479547-1ac6-4c3e-bfc7-6a03fe16e469" providerId="ADAL" clId="{A68BF3D1-7A73-6B4B-B776-FB4227A94BC4}" dt="2019-10-31T13:17:38.316" v="6"/>
          <ac:spMkLst>
            <pc:docMk/>
            <pc:sldMk cId="671565239" sldId="1226"/>
            <ac:spMk id="6" creationId="{AC9F75E4-15BC-FC4F-9F29-F0D3A14A0B0C}"/>
          </ac:spMkLst>
        </pc:spChg>
        <pc:spChg chg="add mod">
          <ac:chgData name="Taras Lopushanskyi" userId="7b479547-1ac6-4c3e-bfc7-6a03fe16e469" providerId="ADAL" clId="{A68BF3D1-7A73-6B4B-B776-FB4227A94BC4}" dt="2019-10-31T13:17:38.316" v="6"/>
          <ac:spMkLst>
            <pc:docMk/>
            <pc:sldMk cId="671565239" sldId="1226"/>
            <ac:spMk id="7" creationId="{1A16E419-1C84-E041-B29C-349214FCE0D2}"/>
          </ac:spMkLst>
        </pc:spChg>
      </pc:sldChg>
      <pc:sldMasterChg chg="modSldLayout">
        <pc:chgData name="Taras Lopushanskyi" userId="7b479547-1ac6-4c3e-bfc7-6a03fe16e469" providerId="ADAL" clId="{A68BF3D1-7A73-6B4B-B776-FB4227A94BC4}" dt="2019-10-31T13:17:22.654" v="5" actId="207"/>
        <pc:sldMasterMkLst>
          <pc:docMk/>
          <pc:sldMasterMk cId="3674229508" sldId="2147484777"/>
        </pc:sldMasterMkLst>
        <pc:sldLayoutChg chg="modSp">
          <pc:chgData name="Taras Lopushanskyi" userId="7b479547-1ac6-4c3e-bfc7-6a03fe16e469" providerId="ADAL" clId="{A68BF3D1-7A73-6B4B-B776-FB4227A94BC4}" dt="2019-10-31T13:17:22.654" v="5" actId="207"/>
          <pc:sldLayoutMkLst>
            <pc:docMk/>
            <pc:sldMasterMk cId="3674229508" sldId="2147484777"/>
            <pc:sldLayoutMk cId="103784457" sldId="2147484780"/>
          </pc:sldLayoutMkLst>
          <pc:spChg chg="mod">
            <ac:chgData name="Taras Lopushanskyi" userId="7b479547-1ac6-4c3e-bfc7-6a03fe16e469" providerId="ADAL" clId="{A68BF3D1-7A73-6B4B-B776-FB4227A94BC4}" dt="2019-10-31T13:17:22.654" v="5" actId="207"/>
            <ac:spMkLst>
              <pc:docMk/>
              <pc:sldMasterMk cId="3674229508" sldId="2147484777"/>
              <pc:sldLayoutMk cId="103784457" sldId="2147484780"/>
              <ac:spMk id="7" creationId="{00000000-0000-0000-0000-000000000000}"/>
            </ac:spMkLst>
          </pc:spChg>
        </pc:sldLayoutChg>
      </pc:sldMasterChg>
    </pc:docChg>
  </pc:docChgLst>
  <pc:docChgLst>
    <pc:chgData name="Olha Kuklieva" userId="8058d566-3e94-4190-bb8d-b787b7329c88" providerId="ADAL" clId="{82B65C56-0DDA-4F6B-BC61-117E65D91B3A}"/>
    <pc:docChg chg="undo custSel addSld delSld modSld sldOrd modMainMaster modSection">
      <pc:chgData name="Olha Kuklieva" userId="8058d566-3e94-4190-bb8d-b787b7329c88" providerId="ADAL" clId="{82B65C56-0DDA-4F6B-BC61-117E65D91B3A}" dt="2019-10-31T13:25:54.541" v="67" actId="2696"/>
      <pc:docMkLst>
        <pc:docMk/>
      </pc:docMkLst>
      <pc:sldChg chg="modSp">
        <pc:chgData name="Olha Kuklieva" userId="8058d566-3e94-4190-bb8d-b787b7329c88" providerId="ADAL" clId="{82B65C56-0DDA-4F6B-BC61-117E65D91B3A}" dt="2019-10-31T13:19:23.257" v="10" actId="20577"/>
        <pc:sldMkLst>
          <pc:docMk/>
          <pc:sldMk cId="4001193277" sldId="1224"/>
        </pc:sldMkLst>
        <pc:spChg chg="mod">
          <ac:chgData name="Olha Kuklieva" userId="8058d566-3e94-4190-bb8d-b787b7329c88" providerId="ADAL" clId="{82B65C56-0DDA-4F6B-BC61-117E65D91B3A}" dt="2019-10-31T13:19:23.257" v="10" actId="20577"/>
          <ac:spMkLst>
            <pc:docMk/>
            <pc:sldMk cId="4001193277" sldId="1224"/>
            <ac:spMk id="4" creationId="{C6BFCD7C-0C79-467A-9369-0675D4B541D4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0:31.922" v="33"/>
        <pc:sldMkLst>
          <pc:docMk/>
          <pc:sldMk cId="759534034" sldId="1225"/>
        </pc:sldMkLst>
        <pc:spChg chg="add del">
          <ac:chgData name="Olha Kuklieva" userId="8058d566-3e94-4190-bb8d-b787b7329c88" providerId="ADAL" clId="{82B65C56-0DDA-4F6B-BC61-117E65D91B3A}" dt="2019-10-31T13:20:31.922" v="33"/>
          <ac:spMkLst>
            <pc:docMk/>
            <pc:sldMk cId="759534034" sldId="1225"/>
            <ac:spMk id="2" creationId="{595464EC-D1C5-456B-B9F8-1F6E06556084}"/>
          </ac:spMkLst>
        </pc:spChg>
        <pc:spChg chg="add del">
          <ac:chgData name="Olha Kuklieva" userId="8058d566-3e94-4190-bb8d-b787b7329c88" providerId="ADAL" clId="{82B65C56-0DDA-4F6B-BC61-117E65D91B3A}" dt="2019-10-31T13:20:31.922" v="33"/>
          <ac:spMkLst>
            <pc:docMk/>
            <pc:sldMk cId="759534034" sldId="1225"/>
            <ac:spMk id="3" creationId="{03225F8D-77CD-4007-8F3A-710F10C8E7DD}"/>
          </ac:spMkLst>
        </pc:spChg>
        <pc:spChg chg="add del mod">
          <ac:chgData name="Olha Kuklieva" userId="8058d566-3e94-4190-bb8d-b787b7329c88" providerId="ADAL" clId="{82B65C56-0DDA-4F6B-BC61-117E65D91B3A}" dt="2019-10-31T13:19:32.530" v="18"/>
          <ac:spMkLst>
            <pc:docMk/>
            <pc:sldMk cId="759534034" sldId="1225"/>
            <ac:spMk id="4" creationId="{BCA96069-B365-4100-9F96-5D807972B8B9}"/>
          </ac:spMkLst>
        </pc:spChg>
        <pc:spChg chg="add del mod">
          <ac:chgData name="Olha Kuklieva" userId="8058d566-3e94-4190-bb8d-b787b7329c88" providerId="ADAL" clId="{82B65C56-0DDA-4F6B-BC61-117E65D91B3A}" dt="2019-10-31T13:19:32.530" v="18"/>
          <ac:spMkLst>
            <pc:docMk/>
            <pc:sldMk cId="759534034" sldId="1225"/>
            <ac:spMk id="5" creationId="{C6A279E8-94D6-4886-8FF6-8A8EC28F6554}"/>
          </ac:spMkLst>
        </pc:spChg>
        <pc:spChg chg="add mod">
          <ac:chgData name="Olha Kuklieva" userId="8058d566-3e94-4190-bb8d-b787b7329c88" providerId="ADAL" clId="{82B65C56-0DDA-4F6B-BC61-117E65D91B3A}" dt="2019-10-31T13:20:31.922" v="33"/>
          <ac:spMkLst>
            <pc:docMk/>
            <pc:sldMk cId="759534034" sldId="1225"/>
            <ac:spMk id="6" creationId="{C26BA086-93B2-44A2-8B1B-22E693D2ABB6}"/>
          </ac:spMkLst>
        </pc:spChg>
        <pc:spChg chg="add mod">
          <ac:chgData name="Olha Kuklieva" userId="8058d566-3e94-4190-bb8d-b787b7329c88" providerId="ADAL" clId="{82B65C56-0DDA-4F6B-BC61-117E65D91B3A}" dt="2019-10-31T13:20:31.922" v="33"/>
          <ac:spMkLst>
            <pc:docMk/>
            <pc:sldMk cId="759534034" sldId="1225"/>
            <ac:spMk id="7" creationId="{B3EDC24C-EE02-4845-99B9-F77A9B3BC1BB}"/>
          </ac:spMkLst>
        </pc:spChg>
      </pc:sldChg>
      <pc:sldChg chg="add del">
        <pc:chgData name="Olha Kuklieva" userId="8058d566-3e94-4190-bb8d-b787b7329c88" providerId="ADAL" clId="{82B65C56-0DDA-4F6B-BC61-117E65D91B3A}" dt="2019-10-31T13:19:19.956" v="6"/>
        <pc:sldMkLst>
          <pc:docMk/>
          <pc:sldMk cId="2522737897" sldId="1225"/>
        </pc:sldMkLst>
      </pc:sldChg>
      <pc:sldChg chg="addSp delSp modSp add">
        <pc:chgData name="Olha Kuklieva" userId="8058d566-3e94-4190-bb8d-b787b7329c88" providerId="ADAL" clId="{82B65C56-0DDA-4F6B-BC61-117E65D91B3A}" dt="2019-10-31T13:20:37.163" v="35"/>
        <pc:sldMkLst>
          <pc:docMk/>
          <pc:sldMk cId="2736104985" sldId="1226"/>
        </pc:sldMkLst>
        <pc:spChg chg="del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2" creationId="{5AF2CF7F-B1CA-40D9-B487-7FC1D9DEF6F7}"/>
          </ac:spMkLst>
        </pc:spChg>
        <pc:spChg chg="del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3" creationId="{61A4F8C9-BE4C-4212-A593-B334DC08425C}"/>
          </ac:spMkLst>
        </pc:spChg>
        <pc:spChg chg="add mod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4" creationId="{99B3B0FC-3F87-4318-A857-A0F462CAFFEA}"/>
          </ac:spMkLst>
        </pc:spChg>
        <pc:spChg chg="add mod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5" creationId="{3A9FB3B7-57FB-42BB-B446-0677226703DE}"/>
          </ac:spMkLst>
        </pc:spChg>
        <pc:spChg chg="add mod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6" creationId="{86CCEA01-F57D-41CB-89BB-D59127C3A278}"/>
          </ac:spMkLst>
        </pc:spChg>
        <pc:spChg chg="add mod">
          <ac:chgData name="Olha Kuklieva" userId="8058d566-3e94-4190-bb8d-b787b7329c88" providerId="ADAL" clId="{82B65C56-0DDA-4F6B-BC61-117E65D91B3A}" dt="2019-10-31T13:20:37.163" v="35"/>
          <ac:spMkLst>
            <pc:docMk/>
            <pc:sldMk cId="2736104985" sldId="1226"/>
            <ac:spMk id="7" creationId="{899447FB-C7CD-42DA-AEBC-3440527073AC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2:27.303" v="63"/>
        <pc:sldMkLst>
          <pc:docMk/>
          <pc:sldMk cId="175485925" sldId="1227"/>
        </pc:sldMkLst>
        <pc:spChg chg="del">
          <ac:chgData name="Olha Kuklieva" userId="8058d566-3e94-4190-bb8d-b787b7329c88" providerId="ADAL" clId="{82B65C56-0DDA-4F6B-BC61-117E65D91B3A}" dt="2019-10-31T13:20:47.224" v="37"/>
          <ac:spMkLst>
            <pc:docMk/>
            <pc:sldMk cId="175485925" sldId="1227"/>
            <ac:spMk id="2" creationId="{327513D4-3B83-4300-B69B-4AC85EEDC8D9}"/>
          </ac:spMkLst>
        </pc:spChg>
        <pc:spChg chg="del">
          <ac:chgData name="Olha Kuklieva" userId="8058d566-3e94-4190-bb8d-b787b7329c88" providerId="ADAL" clId="{82B65C56-0DDA-4F6B-BC61-117E65D91B3A}" dt="2019-10-31T13:20:47.224" v="37"/>
          <ac:spMkLst>
            <pc:docMk/>
            <pc:sldMk cId="175485925" sldId="1227"/>
            <ac:spMk id="3" creationId="{C55CDE06-A103-4615-A5CF-0D391BC50FC5}"/>
          </ac:spMkLst>
        </pc:spChg>
        <pc:spChg chg="del">
          <ac:chgData name="Olha Kuklieva" userId="8058d566-3e94-4190-bb8d-b787b7329c88" providerId="ADAL" clId="{82B65C56-0DDA-4F6B-BC61-117E65D91B3A}" dt="2019-10-31T13:20:47.224" v="37"/>
          <ac:spMkLst>
            <pc:docMk/>
            <pc:sldMk cId="175485925" sldId="1227"/>
            <ac:spMk id="4" creationId="{0512DBA5-833F-4171-ABFB-4276D6BF0A4C}"/>
          </ac:spMkLst>
        </pc:spChg>
        <pc:spChg chg="del">
          <ac:chgData name="Olha Kuklieva" userId="8058d566-3e94-4190-bb8d-b787b7329c88" providerId="ADAL" clId="{82B65C56-0DDA-4F6B-BC61-117E65D91B3A}" dt="2019-10-31T13:20:47.224" v="37"/>
          <ac:spMkLst>
            <pc:docMk/>
            <pc:sldMk cId="175485925" sldId="1227"/>
            <ac:spMk id="5" creationId="{6D0FE103-98B7-4675-A27D-E67C87E88899}"/>
          </ac:spMkLst>
        </pc:spChg>
        <pc:spChg chg="add del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6" creationId="{FBDCDD2A-4E15-469D-BEA3-61049F5145CD}"/>
          </ac:spMkLst>
        </pc:spChg>
        <pc:spChg chg="add del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7" creationId="{83416B48-18DC-4F3C-9537-87FB8BA8E8A1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8" creationId="{1C879ED0-FB0F-496C-A28D-E63CA7ACFAFF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9" creationId="{CA4E5058-9026-462C-B16F-44D90B73FCAD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10" creationId="{0055DE7F-03EA-4D23-AD9C-CE1E65F90EFD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11" creationId="{E6D38E12-0B8B-4A45-AA22-FFF26BA4BDCF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12" creationId="{DDF14CDB-48E1-4C5B-B40C-D700FCD6F957}"/>
          </ac:spMkLst>
        </pc:spChg>
        <pc:spChg chg="add mod">
          <ac:chgData name="Olha Kuklieva" userId="8058d566-3e94-4190-bb8d-b787b7329c88" providerId="ADAL" clId="{82B65C56-0DDA-4F6B-BC61-117E65D91B3A}" dt="2019-10-31T13:22:27.303" v="63"/>
          <ac:spMkLst>
            <pc:docMk/>
            <pc:sldMk cId="175485925" sldId="1227"/>
            <ac:spMk id="13" creationId="{276D560C-9AA8-4A22-A278-EE90E939A6AC}"/>
          </ac:spMkLst>
        </pc:spChg>
      </pc:sldChg>
      <pc:sldChg chg="addSp delSp modSp add ord">
        <pc:chgData name="Olha Kuklieva" userId="8058d566-3e94-4190-bb8d-b787b7329c88" providerId="ADAL" clId="{82B65C56-0DDA-4F6B-BC61-117E65D91B3A}" dt="2019-10-31T13:20:58.460" v="40"/>
        <pc:sldMkLst>
          <pc:docMk/>
          <pc:sldMk cId="1943036412" sldId="1228"/>
        </pc:sldMkLst>
        <pc:spChg chg="del">
          <ac:chgData name="Olha Kuklieva" userId="8058d566-3e94-4190-bb8d-b787b7329c88" providerId="ADAL" clId="{82B65C56-0DDA-4F6B-BC61-117E65D91B3A}" dt="2019-10-31T13:20:55.616" v="39"/>
          <ac:spMkLst>
            <pc:docMk/>
            <pc:sldMk cId="1943036412" sldId="1228"/>
            <ac:spMk id="2" creationId="{243A08A1-FE81-4669-8010-AB512AEBF8B5}"/>
          </ac:spMkLst>
        </pc:spChg>
        <pc:spChg chg="del">
          <ac:chgData name="Olha Kuklieva" userId="8058d566-3e94-4190-bb8d-b787b7329c88" providerId="ADAL" clId="{82B65C56-0DDA-4F6B-BC61-117E65D91B3A}" dt="2019-10-31T13:20:55.616" v="39"/>
          <ac:spMkLst>
            <pc:docMk/>
            <pc:sldMk cId="1943036412" sldId="1228"/>
            <ac:spMk id="3" creationId="{93B389C7-D385-4774-9726-10C8CAF10EAE}"/>
          </ac:spMkLst>
        </pc:spChg>
        <pc:spChg chg="add mod">
          <ac:chgData name="Olha Kuklieva" userId="8058d566-3e94-4190-bb8d-b787b7329c88" providerId="ADAL" clId="{82B65C56-0DDA-4F6B-BC61-117E65D91B3A}" dt="2019-10-31T13:20:55.616" v="39"/>
          <ac:spMkLst>
            <pc:docMk/>
            <pc:sldMk cId="1943036412" sldId="1228"/>
            <ac:spMk id="4" creationId="{CA236E6E-CCA1-48F4-8FC1-2690E5DA5F74}"/>
          </ac:spMkLst>
        </pc:spChg>
        <pc:spChg chg="add mod">
          <ac:chgData name="Olha Kuklieva" userId="8058d566-3e94-4190-bb8d-b787b7329c88" providerId="ADAL" clId="{82B65C56-0DDA-4F6B-BC61-117E65D91B3A}" dt="2019-10-31T13:20:55.616" v="39"/>
          <ac:spMkLst>
            <pc:docMk/>
            <pc:sldMk cId="1943036412" sldId="1228"/>
            <ac:spMk id="5" creationId="{9C6E0AE2-DB35-40C9-B9A1-25494B29AECD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09.202" v="42"/>
        <pc:sldMkLst>
          <pc:docMk/>
          <pc:sldMk cId="796952511" sldId="1229"/>
        </pc:sldMkLst>
        <pc:spChg chg="del">
          <ac:chgData name="Olha Kuklieva" userId="8058d566-3e94-4190-bb8d-b787b7329c88" providerId="ADAL" clId="{82B65C56-0DDA-4F6B-BC61-117E65D91B3A}" dt="2019-10-31T13:21:09.202" v="42"/>
          <ac:spMkLst>
            <pc:docMk/>
            <pc:sldMk cId="796952511" sldId="1229"/>
            <ac:spMk id="2" creationId="{E6E13410-90BD-470E-AA47-C4C5C4C388EC}"/>
          </ac:spMkLst>
        </pc:spChg>
        <pc:spChg chg="del">
          <ac:chgData name="Olha Kuklieva" userId="8058d566-3e94-4190-bb8d-b787b7329c88" providerId="ADAL" clId="{82B65C56-0DDA-4F6B-BC61-117E65D91B3A}" dt="2019-10-31T13:21:09.202" v="42"/>
          <ac:spMkLst>
            <pc:docMk/>
            <pc:sldMk cId="796952511" sldId="1229"/>
            <ac:spMk id="3" creationId="{D6DB02A1-9EBB-4826-8D38-69FD1460AFF5}"/>
          </ac:spMkLst>
        </pc:spChg>
        <pc:spChg chg="add mod">
          <ac:chgData name="Olha Kuklieva" userId="8058d566-3e94-4190-bb8d-b787b7329c88" providerId="ADAL" clId="{82B65C56-0DDA-4F6B-BC61-117E65D91B3A}" dt="2019-10-31T13:21:09.202" v="42"/>
          <ac:spMkLst>
            <pc:docMk/>
            <pc:sldMk cId="796952511" sldId="1229"/>
            <ac:spMk id="4" creationId="{5831415F-B9DB-4820-AEA0-7D4B3738F685}"/>
          </ac:spMkLst>
        </pc:spChg>
        <pc:spChg chg="add mod">
          <ac:chgData name="Olha Kuklieva" userId="8058d566-3e94-4190-bb8d-b787b7329c88" providerId="ADAL" clId="{82B65C56-0DDA-4F6B-BC61-117E65D91B3A}" dt="2019-10-31T13:21:09.202" v="42"/>
          <ac:spMkLst>
            <pc:docMk/>
            <pc:sldMk cId="796952511" sldId="1229"/>
            <ac:spMk id="5" creationId="{548BC74F-B18A-4578-98FC-BCE7C88CA179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13.117" v="44"/>
        <pc:sldMkLst>
          <pc:docMk/>
          <pc:sldMk cId="1856492653" sldId="1230"/>
        </pc:sldMkLst>
        <pc:spChg chg="del">
          <ac:chgData name="Olha Kuklieva" userId="8058d566-3e94-4190-bb8d-b787b7329c88" providerId="ADAL" clId="{82B65C56-0DDA-4F6B-BC61-117E65D91B3A}" dt="2019-10-31T13:21:13.117" v="44"/>
          <ac:spMkLst>
            <pc:docMk/>
            <pc:sldMk cId="1856492653" sldId="1230"/>
            <ac:spMk id="2" creationId="{0AC469AC-C6FF-4003-B95F-89980C5C3E02}"/>
          </ac:spMkLst>
        </pc:spChg>
        <pc:spChg chg="del">
          <ac:chgData name="Olha Kuklieva" userId="8058d566-3e94-4190-bb8d-b787b7329c88" providerId="ADAL" clId="{82B65C56-0DDA-4F6B-BC61-117E65D91B3A}" dt="2019-10-31T13:21:13.117" v="44"/>
          <ac:spMkLst>
            <pc:docMk/>
            <pc:sldMk cId="1856492653" sldId="1230"/>
            <ac:spMk id="3" creationId="{534F63C9-4974-45FF-8754-4E152E5BF9FC}"/>
          </ac:spMkLst>
        </pc:spChg>
        <pc:spChg chg="add mod">
          <ac:chgData name="Olha Kuklieva" userId="8058d566-3e94-4190-bb8d-b787b7329c88" providerId="ADAL" clId="{82B65C56-0DDA-4F6B-BC61-117E65D91B3A}" dt="2019-10-31T13:21:13.117" v="44"/>
          <ac:spMkLst>
            <pc:docMk/>
            <pc:sldMk cId="1856492653" sldId="1230"/>
            <ac:spMk id="4" creationId="{AAFA0E05-D6A3-44DB-8E1F-AE9104489031}"/>
          </ac:spMkLst>
        </pc:spChg>
        <pc:spChg chg="add mod">
          <ac:chgData name="Olha Kuklieva" userId="8058d566-3e94-4190-bb8d-b787b7329c88" providerId="ADAL" clId="{82B65C56-0DDA-4F6B-BC61-117E65D91B3A}" dt="2019-10-31T13:21:13.117" v="44"/>
          <ac:spMkLst>
            <pc:docMk/>
            <pc:sldMk cId="1856492653" sldId="1230"/>
            <ac:spMk id="5" creationId="{817D4F48-03D6-4A34-979F-5C60DD1330B6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18.439" v="46"/>
        <pc:sldMkLst>
          <pc:docMk/>
          <pc:sldMk cId="3440774989" sldId="1231"/>
        </pc:sldMkLst>
        <pc:spChg chg="del">
          <ac:chgData name="Olha Kuklieva" userId="8058d566-3e94-4190-bb8d-b787b7329c88" providerId="ADAL" clId="{82B65C56-0DDA-4F6B-BC61-117E65D91B3A}" dt="2019-10-31T13:21:18.439" v="46"/>
          <ac:spMkLst>
            <pc:docMk/>
            <pc:sldMk cId="3440774989" sldId="1231"/>
            <ac:spMk id="2" creationId="{414DAAB3-A6A9-41E2-B080-6E455B2E14B5}"/>
          </ac:spMkLst>
        </pc:spChg>
        <pc:spChg chg="del">
          <ac:chgData name="Olha Kuklieva" userId="8058d566-3e94-4190-bb8d-b787b7329c88" providerId="ADAL" clId="{82B65C56-0DDA-4F6B-BC61-117E65D91B3A}" dt="2019-10-31T13:21:18.439" v="46"/>
          <ac:spMkLst>
            <pc:docMk/>
            <pc:sldMk cId="3440774989" sldId="1231"/>
            <ac:spMk id="3" creationId="{D9233D15-17C2-49C8-AD55-6911C3DEBA37}"/>
          </ac:spMkLst>
        </pc:spChg>
        <pc:spChg chg="add mod">
          <ac:chgData name="Olha Kuklieva" userId="8058d566-3e94-4190-bb8d-b787b7329c88" providerId="ADAL" clId="{82B65C56-0DDA-4F6B-BC61-117E65D91B3A}" dt="2019-10-31T13:21:18.439" v="46"/>
          <ac:spMkLst>
            <pc:docMk/>
            <pc:sldMk cId="3440774989" sldId="1231"/>
            <ac:spMk id="4" creationId="{B89C1B92-534C-47A0-B35C-7F8EBB8DA40C}"/>
          </ac:spMkLst>
        </pc:spChg>
        <pc:spChg chg="add mod">
          <ac:chgData name="Olha Kuklieva" userId="8058d566-3e94-4190-bb8d-b787b7329c88" providerId="ADAL" clId="{82B65C56-0DDA-4F6B-BC61-117E65D91B3A}" dt="2019-10-31T13:21:18.439" v="46"/>
          <ac:spMkLst>
            <pc:docMk/>
            <pc:sldMk cId="3440774989" sldId="1231"/>
            <ac:spMk id="5" creationId="{8FA807B4-AFD7-4059-940E-031033A6C169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30.607" v="48"/>
        <pc:sldMkLst>
          <pc:docMk/>
          <pc:sldMk cId="370164559" sldId="1232"/>
        </pc:sldMkLst>
        <pc:spChg chg="del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2" creationId="{AEFF3FA5-4F9A-47C5-9282-15004FDD5FA0}"/>
          </ac:spMkLst>
        </pc:spChg>
        <pc:spChg chg="del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3" creationId="{6AA47D9C-991C-44A7-B46B-E6C01B7D3F19}"/>
          </ac:spMkLst>
        </pc:spChg>
        <pc:spChg chg="add mod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4" creationId="{C4F1E8A9-C2C6-413C-BF2D-8D22F2332193}"/>
          </ac:spMkLst>
        </pc:spChg>
        <pc:spChg chg="add mod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5" creationId="{61B47164-5C4E-46ED-A751-8C8D4443061B}"/>
          </ac:spMkLst>
        </pc:spChg>
        <pc:spChg chg="add mod">
          <ac:chgData name="Olha Kuklieva" userId="8058d566-3e94-4190-bb8d-b787b7329c88" providerId="ADAL" clId="{82B65C56-0DDA-4F6B-BC61-117E65D91B3A}" dt="2019-10-31T13:21:30.607" v="48"/>
          <ac:spMkLst>
            <pc:docMk/>
            <pc:sldMk cId="370164559" sldId="1232"/>
            <ac:spMk id="6" creationId="{74334EBB-850A-4BB3-AD6E-C0E5759930A3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35.157" v="50"/>
        <pc:sldMkLst>
          <pc:docMk/>
          <pc:sldMk cId="2206258584" sldId="1233"/>
        </pc:sldMkLst>
        <pc:spChg chg="del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2" creationId="{F1E522FB-5637-4F0F-B84F-6172AF70EDE3}"/>
          </ac:spMkLst>
        </pc:spChg>
        <pc:spChg chg="del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3" creationId="{C3DDFADB-9649-4C6A-ACE2-244024000276}"/>
          </ac:spMkLst>
        </pc:spChg>
        <pc:spChg chg="del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4" creationId="{F97ED3CC-02AE-4272-836A-215B3EB3F8AA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5" creationId="{07F232F8-3DCC-42F6-918D-253C12D87F55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6" creationId="{3BD6F3A0-B8BF-41EB-A614-48D90DB3A7F7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7" creationId="{2FF701EB-017D-4DCB-8484-2297D8189D7A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8" creationId="{F7F2DB32-9C4E-4DB0-886F-43B87BC86204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9" creationId="{C884F33B-DAF6-48C5-B73F-15CA78409C7A}"/>
          </ac:spMkLst>
        </pc:spChg>
        <pc:spChg chg="add mod">
          <ac:chgData name="Olha Kuklieva" userId="8058d566-3e94-4190-bb8d-b787b7329c88" providerId="ADAL" clId="{82B65C56-0DDA-4F6B-BC61-117E65D91B3A}" dt="2019-10-31T13:21:35.157" v="50"/>
          <ac:spMkLst>
            <pc:docMk/>
            <pc:sldMk cId="2206258584" sldId="1233"/>
            <ac:spMk id="10" creationId="{EB64B8B9-D9F6-4431-B684-602795A15DDD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48.777" v="55"/>
        <pc:sldMkLst>
          <pc:docMk/>
          <pc:sldMk cId="138160587" sldId="1234"/>
        </pc:sldMkLst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2" creationId="{176F6549-E1E7-4A73-BA3F-66D5A69F98EB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3" creationId="{AC47A63F-3C3D-4ECB-AB6F-A1712D885026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4" creationId="{4C0B0985-B27B-459A-943D-2997DA842B16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5" creationId="{AA329F11-EC5C-4BA6-8036-5D41DEA89FAD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6" creationId="{609B4149-A2B1-4FB0-A323-C5ACB9F5F87B}"/>
          </ac:spMkLst>
        </pc:spChg>
        <pc:spChg chg="del">
          <ac:chgData name="Olha Kuklieva" userId="8058d566-3e94-4190-bb8d-b787b7329c88" providerId="ADAL" clId="{82B65C56-0DDA-4F6B-BC61-117E65D91B3A}" dt="2019-10-31T13:21:41.006" v="52"/>
          <ac:spMkLst>
            <pc:docMk/>
            <pc:sldMk cId="138160587" sldId="1234"/>
            <ac:spMk id="7" creationId="{5CC034BD-2514-4DEE-9F20-591D91F0F473}"/>
          </ac:spMkLst>
        </pc:spChg>
        <pc:spChg chg="add del mod">
          <ac:chgData name="Olha Kuklieva" userId="8058d566-3e94-4190-bb8d-b787b7329c88" providerId="ADAL" clId="{82B65C56-0DDA-4F6B-BC61-117E65D91B3A}" dt="2019-10-31T13:21:48.777" v="55"/>
          <ac:spMkLst>
            <pc:docMk/>
            <pc:sldMk cId="138160587" sldId="1234"/>
            <ac:spMk id="8" creationId="{63DEA8AE-C6CF-4784-93A5-86DD907A9A5C}"/>
          </ac:spMkLst>
        </pc:spChg>
        <pc:spChg chg="add del mod">
          <ac:chgData name="Olha Kuklieva" userId="8058d566-3e94-4190-bb8d-b787b7329c88" providerId="ADAL" clId="{82B65C56-0DDA-4F6B-BC61-117E65D91B3A}" dt="2019-10-31T13:21:48.777" v="55"/>
          <ac:spMkLst>
            <pc:docMk/>
            <pc:sldMk cId="138160587" sldId="1234"/>
            <ac:spMk id="9" creationId="{9680BDFE-7646-4F3A-BCA5-F47C02A39C05}"/>
          </ac:spMkLst>
        </pc:spChg>
        <pc:spChg chg="add mod">
          <ac:chgData name="Olha Kuklieva" userId="8058d566-3e94-4190-bb8d-b787b7329c88" providerId="ADAL" clId="{82B65C56-0DDA-4F6B-BC61-117E65D91B3A}" dt="2019-10-31T13:21:48.777" v="55"/>
          <ac:spMkLst>
            <pc:docMk/>
            <pc:sldMk cId="138160587" sldId="1234"/>
            <ac:spMk id="10" creationId="{C2C01860-88AA-4983-9D84-DB6CD67B99FA}"/>
          </ac:spMkLst>
        </pc:spChg>
        <pc:spChg chg="add mod">
          <ac:chgData name="Olha Kuklieva" userId="8058d566-3e94-4190-bb8d-b787b7329c88" providerId="ADAL" clId="{82B65C56-0DDA-4F6B-BC61-117E65D91B3A}" dt="2019-10-31T13:21:48.777" v="55"/>
          <ac:spMkLst>
            <pc:docMk/>
            <pc:sldMk cId="138160587" sldId="1234"/>
            <ac:spMk id="11" creationId="{CF3D1018-5EBF-47E8-BCA9-73CE5FFDDFC4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52.450" v="56"/>
        <pc:sldMkLst>
          <pc:docMk/>
          <pc:sldMk cId="1929071914" sldId="1235"/>
        </pc:sldMkLst>
        <pc:spChg chg="del">
          <ac:chgData name="Olha Kuklieva" userId="8058d566-3e94-4190-bb8d-b787b7329c88" providerId="ADAL" clId="{82B65C56-0DDA-4F6B-BC61-117E65D91B3A}" dt="2019-10-31T13:21:44.502" v="54"/>
          <ac:spMkLst>
            <pc:docMk/>
            <pc:sldMk cId="1929071914" sldId="1235"/>
            <ac:spMk id="2" creationId="{461BE51E-4C08-41AA-80FA-11C38A0245D2}"/>
          </ac:spMkLst>
        </pc:spChg>
        <pc:spChg chg="del">
          <ac:chgData name="Olha Kuklieva" userId="8058d566-3e94-4190-bb8d-b787b7329c88" providerId="ADAL" clId="{82B65C56-0DDA-4F6B-BC61-117E65D91B3A}" dt="2019-10-31T13:21:44.502" v="54"/>
          <ac:spMkLst>
            <pc:docMk/>
            <pc:sldMk cId="1929071914" sldId="1235"/>
            <ac:spMk id="3" creationId="{3E51AC74-5C4C-4D8B-8CDE-5A0F2C1E9D9C}"/>
          </ac:spMkLst>
        </pc:spChg>
        <pc:spChg chg="add del mod">
          <ac:chgData name="Olha Kuklieva" userId="8058d566-3e94-4190-bb8d-b787b7329c88" providerId="ADAL" clId="{82B65C56-0DDA-4F6B-BC61-117E65D91B3A}" dt="2019-10-31T13:21:52.450" v="56"/>
          <ac:spMkLst>
            <pc:docMk/>
            <pc:sldMk cId="1929071914" sldId="1235"/>
            <ac:spMk id="4" creationId="{7CE279CF-3BD5-4824-A27C-DC37634BDC47}"/>
          </ac:spMkLst>
        </pc:spChg>
        <pc:spChg chg="add del mod">
          <ac:chgData name="Olha Kuklieva" userId="8058d566-3e94-4190-bb8d-b787b7329c88" providerId="ADAL" clId="{82B65C56-0DDA-4F6B-BC61-117E65D91B3A}" dt="2019-10-31T13:21:52.450" v="56"/>
          <ac:spMkLst>
            <pc:docMk/>
            <pc:sldMk cId="1929071914" sldId="1235"/>
            <ac:spMk id="5" creationId="{D455A3A1-0149-49CA-9D4F-AD68D4166B21}"/>
          </ac:spMkLst>
        </pc:spChg>
        <pc:spChg chg="add mod">
          <ac:chgData name="Olha Kuklieva" userId="8058d566-3e94-4190-bb8d-b787b7329c88" providerId="ADAL" clId="{82B65C56-0DDA-4F6B-BC61-117E65D91B3A}" dt="2019-10-31T13:21:52.450" v="56"/>
          <ac:spMkLst>
            <pc:docMk/>
            <pc:sldMk cId="1929071914" sldId="1235"/>
            <ac:spMk id="6" creationId="{E7799C24-7F17-4319-B7A6-4385F217E7DA}"/>
          </ac:spMkLst>
        </pc:spChg>
        <pc:spChg chg="add mod">
          <ac:chgData name="Olha Kuklieva" userId="8058d566-3e94-4190-bb8d-b787b7329c88" providerId="ADAL" clId="{82B65C56-0DDA-4F6B-BC61-117E65D91B3A}" dt="2019-10-31T13:21:52.450" v="56"/>
          <ac:spMkLst>
            <pc:docMk/>
            <pc:sldMk cId="1929071914" sldId="1235"/>
            <ac:spMk id="7" creationId="{BB481E08-7C2D-4866-9DA7-E948FC06EE63}"/>
          </ac:spMkLst>
        </pc:spChg>
      </pc:sldChg>
      <pc:sldChg chg="addSp delSp modSp add">
        <pc:chgData name="Olha Kuklieva" userId="8058d566-3e94-4190-bb8d-b787b7329c88" providerId="ADAL" clId="{82B65C56-0DDA-4F6B-BC61-117E65D91B3A}" dt="2019-10-31T13:21:56.198" v="58"/>
        <pc:sldMkLst>
          <pc:docMk/>
          <pc:sldMk cId="1483906705" sldId="1236"/>
        </pc:sldMkLst>
        <pc:spChg chg="del">
          <ac:chgData name="Olha Kuklieva" userId="8058d566-3e94-4190-bb8d-b787b7329c88" providerId="ADAL" clId="{82B65C56-0DDA-4F6B-BC61-117E65D91B3A}" dt="2019-10-31T13:21:56.198" v="58"/>
          <ac:spMkLst>
            <pc:docMk/>
            <pc:sldMk cId="1483906705" sldId="1236"/>
            <ac:spMk id="2" creationId="{95DFADC9-7335-4F78-A5D4-A7BF31752D7F}"/>
          </ac:spMkLst>
        </pc:spChg>
        <pc:spChg chg="del">
          <ac:chgData name="Olha Kuklieva" userId="8058d566-3e94-4190-bb8d-b787b7329c88" providerId="ADAL" clId="{82B65C56-0DDA-4F6B-BC61-117E65D91B3A}" dt="2019-10-31T13:21:56.198" v="58"/>
          <ac:spMkLst>
            <pc:docMk/>
            <pc:sldMk cId="1483906705" sldId="1236"/>
            <ac:spMk id="3" creationId="{0269A099-CDF6-4EBA-A514-A2DAB86EFC04}"/>
          </ac:spMkLst>
        </pc:spChg>
        <pc:spChg chg="add mod">
          <ac:chgData name="Olha Kuklieva" userId="8058d566-3e94-4190-bb8d-b787b7329c88" providerId="ADAL" clId="{82B65C56-0DDA-4F6B-BC61-117E65D91B3A}" dt="2019-10-31T13:21:56.198" v="58"/>
          <ac:spMkLst>
            <pc:docMk/>
            <pc:sldMk cId="1483906705" sldId="1236"/>
            <ac:spMk id="4" creationId="{9C0E98AF-C5CD-4FAB-A01E-D24E37D15F8E}"/>
          </ac:spMkLst>
        </pc:spChg>
        <pc:spChg chg="add mod">
          <ac:chgData name="Olha Kuklieva" userId="8058d566-3e94-4190-bb8d-b787b7329c88" providerId="ADAL" clId="{82B65C56-0DDA-4F6B-BC61-117E65D91B3A}" dt="2019-10-31T13:21:56.198" v="58"/>
          <ac:spMkLst>
            <pc:docMk/>
            <pc:sldMk cId="1483906705" sldId="1236"/>
            <ac:spMk id="5" creationId="{2D815465-9810-4297-B7C7-CB93EFFC3510}"/>
          </ac:spMkLst>
        </pc:spChg>
      </pc:sldChg>
      <pc:sldChg chg="delSp add">
        <pc:chgData name="Olha Kuklieva" userId="8058d566-3e94-4190-bb8d-b787b7329c88" providerId="ADAL" clId="{82B65C56-0DDA-4F6B-BC61-117E65D91B3A}" dt="2019-10-31T13:22:04.395" v="60"/>
        <pc:sldMkLst>
          <pc:docMk/>
          <pc:sldMk cId="1744341630" sldId="1237"/>
        </pc:sldMkLst>
        <pc:spChg chg="del">
          <ac:chgData name="Olha Kuklieva" userId="8058d566-3e94-4190-bb8d-b787b7329c88" providerId="ADAL" clId="{82B65C56-0DDA-4F6B-BC61-117E65D91B3A}" dt="2019-10-31T13:22:04.395" v="60"/>
          <ac:spMkLst>
            <pc:docMk/>
            <pc:sldMk cId="1744341630" sldId="1237"/>
            <ac:spMk id="2" creationId="{1498270B-F795-4657-B078-0A65B2F27EA8}"/>
          </ac:spMkLst>
        </pc:spChg>
        <pc:spChg chg="del">
          <ac:chgData name="Olha Kuklieva" userId="8058d566-3e94-4190-bb8d-b787b7329c88" providerId="ADAL" clId="{82B65C56-0DDA-4F6B-BC61-117E65D91B3A}" dt="2019-10-31T13:22:04.395" v="60"/>
          <ac:spMkLst>
            <pc:docMk/>
            <pc:sldMk cId="1744341630" sldId="1237"/>
            <ac:spMk id="3" creationId="{73635B2F-3EEC-4D33-BAC8-1F7FD7E72004}"/>
          </ac:spMkLst>
        </pc:spChg>
      </pc:sldChg>
      <pc:sldChg chg="addSp modSp add">
        <pc:chgData name="Olha Kuklieva" userId="8058d566-3e94-4190-bb8d-b787b7329c88" providerId="ADAL" clId="{82B65C56-0DDA-4F6B-BC61-117E65D91B3A}" dt="2019-10-31T13:22:12.857" v="62"/>
        <pc:sldMkLst>
          <pc:docMk/>
          <pc:sldMk cId="2199953829" sldId="1238"/>
        </pc:sldMkLst>
        <pc:spChg chg="add mod">
          <ac:chgData name="Olha Kuklieva" userId="8058d566-3e94-4190-bb8d-b787b7329c88" providerId="ADAL" clId="{82B65C56-0DDA-4F6B-BC61-117E65D91B3A}" dt="2019-10-31T13:22:12.857" v="62"/>
          <ac:spMkLst>
            <pc:docMk/>
            <pc:sldMk cId="2199953829" sldId="1238"/>
            <ac:spMk id="2" creationId="{8C88C5F5-6CB3-4FAC-992E-C7AF0C1AEAA9}"/>
          </ac:spMkLst>
        </pc:spChg>
        <pc:spChg chg="add mod">
          <ac:chgData name="Olha Kuklieva" userId="8058d566-3e94-4190-bb8d-b787b7329c88" providerId="ADAL" clId="{82B65C56-0DDA-4F6B-BC61-117E65D91B3A}" dt="2019-10-31T13:22:12.857" v="62"/>
          <ac:spMkLst>
            <pc:docMk/>
            <pc:sldMk cId="2199953829" sldId="1238"/>
            <ac:spMk id="3" creationId="{84A8E77E-B539-4F18-9F02-51D8362FC622}"/>
          </ac:spMkLst>
        </pc:spChg>
        <pc:spChg chg="add mod">
          <ac:chgData name="Olha Kuklieva" userId="8058d566-3e94-4190-bb8d-b787b7329c88" providerId="ADAL" clId="{82B65C56-0DDA-4F6B-BC61-117E65D91B3A}" dt="2019-10-31T13:22:12.857" v="62"/>
          <ac:spMkLst>
            <pc:docMk/>
            <pc:sldMk cId="2199953829" sldId="1238"/>
            <ac:spMk id="4" creationId="{7F538B34-5B01-4C18-9A86-345B2E5C88AA}"/>
          </ac:spMkLst>
        </pc:spChg>
      </pc:sldChg>
      <pc:sldChg chg="del ord">
        <pc:chgData name="Olha Kuklieva" userId="8058d566-3e94-4190-bb8d-b787b7329c88" providerId="ADAL" clId="{82B65C56-0DDA-4F6B-BC61-117E65D91B3A}" dt="2019-10-31T13:25:54.534" v="66" actId="2696"/>
        <pc:sldMkLst>
          <pc:docMk/>
          <pc:sldMk cId="1639771642" sldId="1239"/>
        </pc:sldMkLst>
      </pc:sldChg>
      <pc:sldChg chg="del ord">
        <pc:chgData name="Olha Kuklieva" userId="8058d566-3e94-4190-bb8d-b787b7329c88" providerId="ADAL" clId="{82B65C56-0DDA-4F6B-BC61-117E65D91B3A}" dt="2019-10-31T13:25:54.541" v="67" actId="2696"/>
        <pc:sldMkLst>
          <pc:docMk/>
          <pc:sldMk cId="671565239" sldId="1240"/>
        </pc:sldMkLst>
      </pc:sldChg>
      <pc:sldMasterChg chg="modSldLayout">
        <pc:chgData name="Olha Kuklieva" userId="8058d566-3e94-4190-bb8d-b787b7329c88" providerId="ADAL" clId="{82B65C56-0DDA-4F6B-BC61-117E65D91B3A}" dt="2019-10-31T13:20:21.167" v="32"/>
        <pc:sldMasterMkLst>
          <pc:docMk/>
          <pc:sldMasterMk cId="3674229508" sldId="2147484777"/>
        </pc:sldMasterMkLst>
        <pc:sldLayoutChg chg="addSp delSp">
          <pc:chgData name="Olha Kuklieva" userId="8058d566-3e94-4190-bb8d-b787b7329c88" providerId="ADAL" clId="{82B65C56-0DDA-4F6B-BC61-117E65D91B3A}" dt="2019-10-31T13:20:21.167" v="32"/>
          <pc:sldLayoutMkLst>
            <pc:docMk/>
            <pc:sldMasterMk cId="3674229508" sldId="2147484777"/>
            <pc:sldLayoutMk cId="103784457" sldId="2147484780"/>
          </pc:sldLayoutMkLst>
          <pc:spChg chg="del">
            <ac:chgData name="Olha Kuklieva" userId="8058d566-3e94-4190-bb8d-b787b7329c88" providerId="ADAL" clId="{82B65C56-0DDA-4F6B-BC61-117E65D91B3A}" dt="2019-10-31T13:20:20.660" v="31" actId="478"/>
            <ac:spMkLst>
              <pc:docMk/>
              <pc:sldMasterMk cId="3674229508" sldId="2147484777"/>
              <pc:sldLayoutMk cId="103784457" sldId="2147484780"/>
              <ac:spMk id="7" creationId="{00000000-0000-0000-0000-000000000000}"/>
            </ac:spMkLst>
          </pc:spChg>
          <pc:spChg chg="add">
            <ac:chgData name="Olha Kuklieva" userId="8058d566-3e94-4190-bb8d-b787b7329c88" providerId="ADAL" clId="{82B65C56-0DDA-4F6B-BC61-117E65D91B3A}" dt="2019-10-31T13:20:21.167" v="32"/>
            <ac:spMkLst>
              <pc:docMk/>
              <pc:sldMasterMk cId="3674229508" sldId="2147484777"/>
              <pc:sldLayoutMk cId="103784457" sldId="2147484780"/>
              <ac:spMk id="10" creationId="{7E951F8F-95DA-4545-9B7B-92CF0D985F6F}"/>
            </ac:spMkLst>
          </pc:spChg>
        </pc:sldLayoutChg>
      </pc:sldMasterChg>
      <pc:sldMasterChg chg="modSldLayout">
        <pc:chgData name="Olha Kuklieva" userId="8058d566-3e94-4190-bb8d-b787b7329c88" providerId="ADAL" clId="{82B65C56-0DDA-4F6B-BC61-117E65D91B3A}" dt="2019-10-31T13:20:02.333" v="28" actId="1076"/>
        <pc:sldMasterMkLst>
          <pc:docMk/>
          <pc:sldMasterMk cId="341790936" sldId="2147484789"/>
        </pc:sldMasterMkLst>
        <pc:sldLayoutChg chg="modSp">
          <pc:chgData name="Olha Kuklieva" userId="8058d566-3e94-4190-bb8d-b787b7329c88" providerId="ADAL" clId="{82B65C56-0DDA-4F6B-BC61-117E65D91B3A}" dt="2019-10-31T13:20:02.333" v="28" actId="1076"/>
          <pc:sldLayoutMkLst>
            <pc:docMk/>
            <pc:sldMasterMk cId="341790936" sldId="2147484789"/>
            <pc:sldLayoutMk cId="3124640893" sldId="2147484792"/>
          </pc:sldLayoutMkLst>
          <pc:spChg chg="mod">
            <ac:chgData name="Olha Kuklieva" userId="8058d566-3e94-4190-bb8d-b787b7329c88" providerId="ADAL" clId="{82B65C56-0DDA-4F6B-BC61-117E65D91B3A}" dt="2019-10-31T13:19:18.002" v="5" actId="20577"/>
            <ac:spMkLst>
              <pc:docMk/>
              <pc:sldMasterMk cId="341790936" sldId="2147484789"/>
              <pc:sldLayoutMk cId="3124640893" sldId="2147484792"/>
              <ac:spMk id="3" creationId="{00000000-0000-0000-0000-000000000000}"/>
            </ac:spMkLst>
          </pc:spChg>
          <pc:spChg chg="mod">
            <ac:chgData name="Olha Kuklieva" userId="8058d566-3e94-4190-bb8d-b787b7329c88" providerId="ADAL" clId="{82B65C56-0DDA-4F6B-BC61-117E65D91B3A}" dt="2019-10-31T13:20:02.333" v="28" actId="1076"/>
            <ac:spMkLst>
              <pc:docMk/>
              <pc:sldMasterMk cId="341790936" sldId="2147484789"/>
              <pc:sldLayoutMk cId="3124640893" sldId="2147484792"/>
              <ac:spMk id="7" creationId="{00000000-0000-0000-0000-000000000000}"/>
            </ac:spMkLst>
          </pc:spChg>
        </pc:sldLayoutChg>
      </pc:sldMasterChg>
      <pc:sldMasterChg chg="modSldLayout">
        <pc:chgData name="Olha Kuklieva" userId="8058d566-3e94-4190-bb8d-b787b7329c88" providerId="ADAL" clId="{82B65C56-0DDA-4F6B-BC61-117E65D91B3A}" dt="2019-10-31T13:20:08.977" v="30"/>
        <pc:sldMasterMkLst>
          <pc:docMk/>
          <pc:sldMasterMk cId="3849270835" sldId="2147484842"/>
        </pc:sldMasterMkLst>
        <pc:sldLayoutChg chg="addSp delSp">
          <pc:chgData name="Olha Kuklieva" userId="8058d566-3e94-4190-bb8d-b787b7329c88" providerId="ADAL" clId="{82B65C56-0DDA-4F6B-BC61-117E65D91B3A}" dt="2019-10-31T13:20:08.977" v="30"/>
          <pc:sldLayoutMkLst>
            <pc:docMk/>
            <pc:sldMasterMk cId="3849270835" sldId="2147484842"/>
            <pc:sldLayoutMk cId="2933953185" sldId="2147484850"/>
          </pc:sldLayoutMkLst>
          <pc:spChg chg="add">
            <ac:chgData name="Olha Kuklieva" userId="8058d566-3e94-4190-bb8d-b787b7329c88" providerId="ADAL" clId="{82B65C56-0DDA-4F6B-BC61-117E65D91B3A}" dt="2019-10-31T13:20:08.977" v="30"/>
            <ac:spMkLst>
              <pc:docMk/>
              <pc:sldMasterMk cId="3849270835" sldId="2147484842"/>
              <pc:sldLayoutMk cId="2933953185" sldId="2147484850"/>
              <ac:spMk id="6" creationId="{6DDF5AB6-195E-47F9-91E3-98E599C01EFB}"/>
            </ac:spMkLst>
          </pc:spChg>
          <pc:spChg chg="del">
            <ac:chgData name="Olha Kuklieva" userId="8058d566-3e94-4190-bb8d-b787b7329c88" providerId="ADAL" clId="{82B65C56-0DDA-4F6B-BC61-117E65D91B3A}" dt="2019-10-31T13:20:08.389" v="29" actId="478"/>
            <ac:spMkLst>
              <pc:docMk/>
              <pc:sldMasterMk cId="3849270835" sldId="2147484842"/>
              <pc:sldLayoutMk cId="2933953185" sldId="2147484850"/>
              <ac:spMk id="7" creationId="{00000000-0000-0000-0000-000000000000}"/>
            </ac:spMkLst>
          </pc:spChg>
        </pc:sldLayoutChg>
      </pc:sldMasterChg>
    </pc:docChg>
  </pc:docChgLst>
  <pc:docChgLst>
    <pc:chgData name="Briana Mendoza" userId="c91bfef7-954f-4b54-95a0-187db890a228" providerId="ADAL" clId="{DE0A7EBB-A71E-E244-9638-CA7B1C0FB579}"/>
    <pc:docChg chg="addSld modSld">
      <pc:chgData name="Briana Mendoza" userId="c91bfef7-954f-4b54-95a0-187db890a228" providerId="ADAL" clId="{DE0A7EBB-A71E-E244-9638-CA7B1C0FB579}" dt="2020-02-11T15:37:01.634" v="2"/>
      <pc:docMkLst>
        <pc:docMk/>
      </pc:docMkLst>
      <pc:sldChg chg="addSp delSp modSp add">
        <pc:chgData name="Briana Mendoza" userId="c91bfef7-954f-4b54-95a0-187db890a228" providerId="ADAL" clId="{DE0A7EBB-A71E-E244-9638-CA7B1C0FB579}" dt="2020-02-11T15:37:01.634" v="2"/>
        <pc:sldMkLst>
          <pc:docMk/>
          <pc:sldMk cId="801574221" sldId="1239"/>
        </pc:sldMkLst>
        <pc:spChg chg="del">
          <ac:chgData name="Briana Mendoza" userId="c91bfef7-954f-4b54-95a0-187db890a228" providerId="ADAL" clId="{DE0A7EBB-A71E-E244-9638-CA7B1C0FB579}" dt="2020-02-11T15:36:41.101" v="1"/>
          <ac:spMkLst>
            <pc:docMk/>
            <pc:sldMk cId="801574221" sldId="1239"/>
            <ac:spMk id="2" creationId="{74E54B86-7300-084E-A2EA-4C64CC1F82ED}"/>
          </ac:spMkLst>
        </pc:spChg>
        <pc:spChg chg="del">
          <ac:chgData name="Briana Mendoza" userId="c91bfef7-954f-4b54-95a0-187db890a228" providerId="ADAL" clId="{DE0A7EBB-A71E-E244-9638-CA7B1C0FB579}" dt="2020-02-11T15:36:41.101" v="1"/>
          <ac:spMkLst>
            <pc:docMk/>
            <pc:sldMk cId="801574221" sldId="1239"/>
            <ac:spMk id="3" creationId="{2AC26678-36D1-1940-989C-87092E5FFD6F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4" creationId="{40755D8C-6560-E04B-A898-B88A03B4DA47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5" creationId="{EA190C6B-83CF-FA44-B2A2-0FC1B75C04A6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6" creationId="{8E679A29-6F90-6C4C-970A-85B34E6A8B5C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7" creationId="{E541A164-7EC1-2246-A6BF-402A097BD6ED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8" creationId="{F64460B3-2375-9D4D-8234-4174BC3B6295}"/>
          </ac:spMkLst>
        </pc:spChg>
        <pc:spChg chg="add del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9" creationId="{18176AEF-88AB-C24B-8F30-A8413B879A09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0" creationId="{FE6F92B3-0A64-344F-AACB-4E6E187DC37E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1" creationId="{C4182C9D-1897-824D-B491-0F7A8B610D23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2" creationId="{0BB31010-45BB-7746-BE81-D42559C95C3A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3" creationId="{D89F69B0-8928-7C44-AAF4-023C48E652CF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4" creationId="{16B6D339-815F-5140-BA2E-F4D179F7E23F}"/>
          </ac:spMkLst>
        </pc:spChg>
        <pc:spChg chg="add mod">
          <ac:chgData name="Briana Mendoza" userId="c91bfef7-954f-4b54-95a0-187db890a228" providerId="ADAL" clId="{DE0A7EBB-A71E-E244-9638-CA7B1C0FB579}" dt="2020-02-11T15:37:01.634" v="2"/>
          <ac:spMkLst>
            <pc:docMk/>
            <pc:sldMk cId="801574221" sldId="1239"/>
            <ac:spMk id="15" creationId="{3028D1EB-7057-3649-9CA8-4717FC9099AD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E746818D-8EB4-40E0-B412-1AB8722040CC}" type="datetimeFigureOut">
              <a:rPr lang="en-GB"/>
              <a:pPr>
                <a:defRPr/>
              </a:pPr>
              <a:t>15/10/2020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A7524555-7A4A-402C-AA8C-9E148724DB57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559136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GRADIENT-1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CF45043-0DF6-7844-A454-194D648F9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  <p:sp>
        <p:nvSpPr>
          <p:cNvPr id="10" name="Title 8">
            <a:extLst>
              <a:ext uri="{FF2B5EF4-FFF2-40B4-BE49-F238E27FC236}">
                <a16:creationId xmlns:a16="http://schemas.microsoft.com/office/drawing/2014/main" xmlns="" id="{353C5CCE-34CF-4745-B8D7-AF744DB56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08308" y="174928"/>
            <a:ext cx="12390783" cy="668307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11000"/>
              </a:lnSpc>
              <a:defRPr sz="1500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</a:t>
            </a:r>
            <a:r>
              <a:rPr lang="uk-UA"/>
              <a:t/>
            </a:r>
            <a:br>
              <a:rPr lang="uk-UA"/>
            </a:br>
            <a:r>
              <a:rPr lang="en-US"/>
              <a:t>TO</a:t>
            </a:r>
            <a:r>
              <a:rPr lang="uk-UA"/>
              <a:t> </a:t>
            </a:r>
            <a:r>
              <a:rPr lang="en-US"/>
              <a:t>BE</a:t>
            </a:r>
            <a:r>
              <a:rPr lang="uk-UA"/>
              <a:t> </a:t>
            </a:r>
            <a:r>
              <a:rPr lang="en-US"/>
              <a:t>CAPI</a:t>
            </a:r>
            <a:r>
              <a:rPr lang="uk-UA"/>
              <a:t/>
            </a:r>
            <a:br>
              <a:rPr lang="uk-UA"/>
            </a:br>
            <a:r>
              <a:rPr lang="en-US"/>
              <a:t>TALIZED</a:t>
            </a:r>
          </a:p>
        </p:txBody>
      </p:sp>
    </p:spTree>
    <p:extLst>
      <p:ext uri="{BB962C8B-B14F-4D97-AF65-F5344CB8AC3E}">
        <p14:creationId xmlns:p14="http://schemas.microsoft.com/office/powerpoint/2010/main" val="816532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LIDE-GRADIENT-2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85801" y="685799"/>
            <a:ext cx="10820400" cy="480060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ts val="11000"/>
              </a:lnSpc>
              <a:defRPr sz="12500">
                <a:solidFill>
                  <a:schemeClr val="tx1"/>
                </a:solidFill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9906801-963A-2748-A48D-2607EEFEA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7924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ONE-COLUMN-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xmlns="" id="{9CC0A6A9-FB31-4A19-A170-D23A18C938E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6"/>
              </a:gs>
              <a:gs pos="30000">
                <a:schemeClr val="accent6"/>
              </a:gs>
              <a:gs pos="100000">
                <a:schemeClr val="accent4"/>
              </a:gs>
            </a:gsLst>
            <a:lin ang="108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3" name="Rectangle 2"/>
          <p:cNvSpPr/>
          <p:nvPr userDrawn="1"/>
        </p:nvSpPr>
        <p:spPr>
          <a:xfrm>
            <a:off x="0" y="1744980"/>
            <a:ext cx="12192000" cy="51130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750" y="5906728"/>
            <a:ext cx="154184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7844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R ICONS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11512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550455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_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1C47469-3B03-E44C-89B5-F697BC2200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28724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WO-COLUMNS-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174998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330696" y="2057400"/>
            <a:ext cx="5175504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679146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HREE-COLUMNS-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63212" y="2057400"/>
            <a:ext cx="3465576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77439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ESCRIPTION-SIDETEXT-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82486"/>
            <a:ext cx="7124700" cy="41039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</a:t>
            </a:r>
            <a:r>
              <a:rPr lang="uk-UA"/>
              <a:t/>
            </a:r>
            <a:br>
              <a:rPr lang="uk-UA"/>
            </a:br>
            <a:r>
              <a:rPr lang="en-US"/>
              <a:t>BE CAPITA</a:t>
            </a:r>
            <a:r>
              <a:rPr lang="uk-UA"/>
              <a:t/>
            </a:r>
            <a:br>
              <a:rPr lang="uk-UA"/>
            </a:br>
            <a:r>
              <a:rPr lang="en-US"/>
              <a:t>LIZED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429001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</p:spTree>
    <p:extLst>
      <p:ext uri="{BB962C8B-B14F-4D97-AF65-F5344CB8AC3E}">
        <p14:creationId xmlns:p14="http://schemas.microsoft.com/office/powerpoint/2010/main" val="31799480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LEFT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10300" y="2743200"/>
            <a:ext cx="5295900" cy="27432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210300" y="1371601"/>
            <a:ext cx="5295900" cy="1371600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959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492397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IDETEXT-PROCESS-GRADIENT">
    <p:bg>
      <p:bgPr>
        <a:gradFill>
          <a:gsLst>
            <a:gs pos="0">
              <a:schemeClr val="accent6"/>
            </a:gs>
            <a:gs pos="30000">
              <a:schemeClr val="accent6"/>
            </a:gs>
            <a:gs pos="100000">
              <a:schemeClr val="accent4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28956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105400" y="2057401"/>
            <a:ext cx="1981200" cy="685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73152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9525000" y="2057401"/>
            <a:ext cx="1981200" cy="685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B4B68A2E-49F8-4BDA-BD1A-488169336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</p:spTree>
    <p:extLst>
      <p:ext uri="{BB962C8B-B14F-4D97-AF65-F5344CB8AC3E}">
        <p14:creationId xmlns:p14="http://schemas.microsoft.com/office/powerpoint/2010/main" val="290549219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ONE-COLUMN-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9486900" y="236808"/>
            <a:ext cx="212162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100" b="0" i="0">
                <a:solidFill>
                  <a:prstClr val="black"/>
                </a:solidFill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rPr>
              <a:t>SoftServe Confidential</a:t>
            </a:r>
          </a:p>
        </p:txBody>
      </p:sp>
    </p:spTree>
    <p:extLst>
      <p:ext uri="{BB962C8B-B14F-4D97-AF65-F5344CB8AC3E}">
        <p14:creationId xmlns:p14="http://schemas.microsoft.com/office/powerpoint/2010/main" val="6686721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GRADIENT-1">
    <p:bg>
      <p:bgPr>
        <a:gradFill flip="none" rotWithShape="1">
          <a:gsLst>
            <a:gs pos="0">
              <a:srgbClr val="8F2585"/>
            </a:gs>
            <a:gs pos="100000">
              <a:srgbClr val="F26D26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CF45043-0DF6-7844-A454-194D648F9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  <p:sp>
        <p:nvSpPr>
          <p:cNvPr id="10" name="Title 8">
            <a:extLst>
              <a:ext uri="{FF2B5EF4-FFF2-40B4-BE49-F238E27FC236}">
                <a16:creationId xmlns:a16="http://schemas.microsoft.com/office/drawing/2014/main" xmlns="" id="{353C5CCE-34CF-4745-B8D7-AF744DB562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-208308" y="174928"/>
            <a:ext cx="12390783" cy="6683071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11000"/>
              </a:lnSpc>
              <a:defRPr sz="1500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</a:t>
            </a:r>
            <a:r>
              <a:rPr lang="uk-UA"/>
              <a:t/>
            </a:r>
            <a:br>
              <a:rPr lang="uk-UA"/>
            </a:br>
            <a:r>
              <a:rPr lang="en-US"/>
              <a:t>TO</a:t>
            </a:r>
            <a:r>
              <a:rPr lang="uk-UA"/>
              <a:t> </a:t>
            </a:r>
            <a:r>
              <a:rPr lang="en-US"/>
              <a:t>BE</a:t>
            </a:r>
            <a:r>
              <a:rPr lang="uk-UA"/>
              <a:t> </a:t>
            </a:r>
            <a:r>
              <a:rPr lang="en-US"/>
              <a:t>CAPI</a:t>
            </a:r>
            <a:r>
              <a:rPr lang="uk-UA"/>
              <a:t/>
            </a:r>
            <a:br>
              <a:rPr lang="uk-UA"/>
            </a:br>
            <a:r>
              <a:rPr lang="en-US"/>
              <a:t>TALIZED</a:t>
            </a:r>
          </a:p>
        </p:txBody>
      </p:sp>
    </p:spTree>
    <p:extLst>
      <p:ext uri="{BB962C8B-B14F-4D97-AF65-F5344CB8AC3E}">
        <p14:creationId xmlns:p14="http://schemas.microsoft.com/office/powerpoint/2010/main" val="419988866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LIDE-GRADIENT-2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85801" y="685799"/>
            <a:ext cx="10820400" cy="480060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ts val="11000"/>
              </a:lnSpc>
              <a:defRPr sz="12500">
                <a:solidFill>
                  <a:schemeClr val="tx1"/>
                </a:solidFill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9906801-963A-2748-A48D-2607EEFEA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7657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ONE-COLUMN-DARK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1744980"/>
            <a:ext cx="12192000" cy="51130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750" y="5906728"/>
            <a:ext cx="154184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464089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R ICONS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8704437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OR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4227376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CKGROUND_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21C47469-3B03-E44C-89B5-F697BC2200B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666766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WO-COLUMNS-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174998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330696" y="2057400"/>
            <a:ext cx="5175504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47637111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-THREE-COLUMNS-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63212" y="2057400"/>
            <a:ext cx="3465576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5572389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DESCRIPTION-SIDETEXT-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82486"/>
            <a:ext cx="7124700" cy="41039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</a:t>
            </a:r>
            <a:r>
              <a:rPr lang="uk-UA"/>
              <a:t/>
            </a:r>
            <a:br>
              <a:rPr lang="uk-UA"/>
            </a:br>
            <a:r>
              <a:rPr lang="en-US"/>
              <a:t>BE CAPITA</a:t>
            </a:r>
            <a:r>
              <a:rPr lang="uk-UA"/>
              <a:t/>
            </a:r>
            <a:br>
              <a:rPr lang="uk-UA"/>
            </a:br>
            <a:r>
              <a:rPr lang="en-US"/>
              <a:t>LIZED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429001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</p:spTree>
    <p:extLst>
      <p:ext uri="{BB962C8B-B14F-4D97-AF65-F5344CB8AC3E}">
        <p14:creationId xmlns:p14="http://schemas.microsoft.com/office/powerpoint/2010/main" val="329673227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HOTO-LEFT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10300" y="2743200"/>
            <a:ext cx="5295900" cy="27432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210300" y="1371601"/>
            <a:ext cx="5295900" cy="1371600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959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70823677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IDETEXT-PROCESS-GRADIENT">
    <p:bg>
      <p:bgPr>
        <a:gradFill>
          <a:gsLst>
            <a:gs pos="0">
              <a:srgbClr val="8F2585"/>
            </a:gs>
            <a:gs pos="100000">
              <a:srgbClr val="F26D26"/>
            </a:gs>
          </a:gsLst>
          <a:lin ang="108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2" name="Text Placeholder 6"/>
          <p:cNvSpPr>
            <a:spLocks noGrp="1"/>
          </p:cNvSpPr>
          <p:nvPr>
            <p:ph type="body" sz="quarter" idx="14" hasCustomPrompt="1"/>
          </p:nvPr>
        </p:nvSpPr>
        <p:spPr>
          <a:xfrm>
            <a:off x="28956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3" name="Text Placeholder 6"/>
          <p:cNvSpPr>
            <a:spLocks noGrp="1"/>
          </p:cNvSpPr>
          <p:nvPr>
            <p:ph type="body" sz="quarter" idx="15" hasCustomPrompt="1"/>
          </p:nvPr>
        </p:nvSpPr>
        <p:spPr>
          <a:xfrm>
            <a:off x="5105400" y="2057401"/>
            <a:ext cx="1981200" cy="685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4" name="Text Placeholder 6"/>
          <p:cNvSpPr>
            <a:spLocks noGrp="1"/>
          </p:cNvSpPr>
          <p:nvPr>
            <p:ph type="body" sz="quarter" idx="16" hasCustomPrompt="1"/>
          </p:nvPr>
        </p:nvSpPr>
        <p:spPr>
          <a:xfrm>
            <a:off x="7315200" y="2057400"/>
            <a:ext cx="1981200" cy="685801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25" name="Text Placeholder 6"/>
          <p:cNvSpPr>
            <a:spLocks noGrp="1"/>
          </p:cNvSpPr>
          <p:nvPr>
            <p:ph type="body" sz="quarter" idx="17" hasCustomPrompt="1"/>
          </p:nvPr>
        </p:nvSpPr>
        <p:spPr>
          <a:xfrm>
            <a:off x="9525000" y="2057401"/>
            <a:ext cx="1981200" cy="685800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xmlns="" id="{B4B68A2E-49F8-4BDA-BD1A-48816933655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</p:spTree>
    <p:extLst>
      <p:ext uri="{BB962C8B-B14F-4D97-AF65-F5344CB8AC3E}">
        <p14:creationId xmlns:p14="http://schemas.microsoft.com/office/powerpoint/2010/main" val="366624332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SLIDE-DARK-1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-208308" y="174928"/>
            <a:ext cx="12390783" cy="5459753"/>
          </a:xfrm>
          <a:prstGeom prst="rect">
            <a:avLst/>
          </a:prstGeom>
        </p:spPr>
        <p:txBody>
          <a:bodyPr anchor="t">
            <a:noAutofit/>
          </a:bodyPr>
          <a:lstStyle>
            <a:lvl1pPr>
              <a:lnSpc>
                <a:spcPts val="10500"/>
              </a:lnSpc>
              <a:defRPr sz="15000">
                <a:solidFill>
                  <a:schemeClr val="tx1"/>
                </a:solidFill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</a:t>
            </a:r>
            <a:r>
              <a:rPr lang="uk-UA"/>
              <a:t/>
            </a:r>
            <a:br>
              <a:rPr lang="uk-UA"/>
            </a:br>
            <a:r>
              <a:rPr lang="en-US"/>
              <a:t>TO</a:t>
            </a:r>
            <a:r>
              <a:rPr lang="uk-UA"/>
              <a:t> </a:t>
            </a:r>
            <a:r>
              <a:rPr lang="en-US"/>
              <a:t>BE</a:t>
            </a:r>
            <a:r>
              <a:rPr lang="uk-UA"/>
              <a:t> </a:t>
            </a:r>
            <a:r>
              <a:rPr lang="en-US"/>
              <a:t>CAPI</a:t>
            </a:r>
            <a:r>
              <a:rPr lang="uk-UA"/>
              <a:t/>
            </a:r>
            <a:br>
              <a:rPr lang="uk-UA"/>
            </a:br>
            <a:r>
              <a:rPr lang="en-US"/>
              <a:t>TALIZED</a:t>
            </a:r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xmlns="" id="{1CF45043-0DF6-7844-A454-194D648F9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49706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SLIDE-DARK-2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 hasCustomPrompt="1"/>
          </p:nvPr>
        </p:nvSpPr>
        <p:spPr>
          <a:xfrm>
            <a:off x="685801" y="685799"/>
            <a:ext cx="10820400" cy="4800601"/>
          </a:xfrm>
          <a:prstGeom prst="rect">
            <a:avLst/>
          </a:prstGeom>
        </p:spPr>
        <p:txBody>
          <a:bodyPr lIns="0" anchor="t">
            <a:noAutofit/>
          </a:bodyPr>
          <a:lstStyle>
            <a:lvl1pPr>
              <a:lnSpc>
                <a:spcPts val="11000"/>
              </a:lnSpc>
              <a:defRPr sz="12500">
                <a:solidFill>
                  <a:schemeClr val="tx1"/>
                </a:solidFill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Text Placeholder 19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5915025"/>
            <a:ext cx="3467100" cy="295275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000" baseline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</a:lstStyle>
          <a:p>
            <a:pPr lvl="0"/>
            <a:r>
              <a:rPr lang="en-US"/>
              <a:t>by Speaker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19906801-963A-2748-A48D-2607EEFEA3B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848546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-ONE-COLUMN-DARK">
    <p:bg>
      <p:bgPr>
        <a:gradFill flip="none" rotWithShape="1">
          <a:gsLst>
            <a:gs pos="0">
              <a:schemeClr val="accent6"/>
            </a:gs>
            <a:gs pos="30000">
              <a:schemeClr val="accent6"/>
            </a:gs>
            <a:gs pos="100000">
              <a:srgbClr val="7030A0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1744980"/>
            <a:ext cx="12192000" cy="511302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uk-UA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61750" y="5906728"/>
            <a:ext cx="1541845" cy="265471"/>
          </a:xfrm>
          <a:prstGeom prst="rect">
            <a:avLst/>
          </a:prstGeom>
        </p:spPr>
      </p:pic>
      <p:sp>
        <p:nvSpPr>
          <p:cNvPr id="6" name="Text Placeholder 6">
            <a:extLst>
              <a:ext uri="{FF2B5EF4-FFF2-40B4-BE49-F238E27FC236}">
                <a16:creationId xmlns:a16="http://schemas.microsoft.com/office/drawing/2014/main" xmlns="" id="{6DDF5AB6-195E-47F9-91E3-98E599C01EFB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395318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-ONE-COLUMN-DARK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320D1B1E-8401-8049-8729-0C74A6C1928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36307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OR ICONS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108204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1pPr>
            <a:lvl2pPr marL="457200" indent="0">
              <a:buNone/>
              <a:defRPr sz="18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2pPr>
            <a:lvl3pPr marL="914400" indent="0">
              <a:buNone/>
              <a:defRPr sz="16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3pPr>
            <a:lvl4pPr marL="1371600" indent="0">
              <a:buNone/>
              <a:defRPr sz="14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4pPr>
            <a:lvl5pPr marL="1828800" indent="0">
              <a:buNone/>
              <a:defRPr sz="1200" b="0" i="0">
                <a:latin typeface="Open Sans Regular" panose="020B0606030504020204" pitchFamily="34" charset="0"/>
                <a:ea typeface="Open Sans Regular" panose="020B0606030504020204" pitchFamily="34" charset="0"/>
                <a:cs typeface="Open Sans Regular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2720682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63104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TWO-COLUMNS-GRADIENT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5174998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6330696" y="2057400"/>
            <a:ext cx="5175504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7112178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-THREE-COLUMNS-GRADIENT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0" hasCustomPrompt="1"/>
          </p:nvPr>
        </p:nvSpPr>
        <p:spPr>
          <a:xfrm>
            <a:off x="6858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6"/>
          <p:cNvSpPr>
            <a:spLocks noGrp="1"/>
          </p:cNvSpPr>
          <p:nvPr>
            <p:ph type="body" sz="quarter" idx="11" hasCustomPrompt="1"/>
          </p:nvPr>
        </p:nvSpPr>
        <p:spPr>
          <a:xfrm>
            <a:off x="4363212" y="2057400"/>
            <a:ext cx="3465576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8039100" y="2057400"/>
            <a:ext cx="3467100" cy="34290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98683113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-DESCRIPTION-SIDETEXT-GRADIENT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4381500" y="1382486"/>
            <a:ext cx="7124700" cy="4103914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85800" y="1382486"/>
            <a:ext cx="3467100" cy="1913709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</a:t>
            </a:r>
            <a:r>
              <a:rPr lang="uk-UA"/>
              <a:t/>
            </a:r>
            <a:br>
              <a:rPr lang="uk-UA"/>
            </a:br>
            <a:r>
              <a:rPr lang="en-US"/>
              <a:t>BE CAPITA</a:t>
            </a:r>
            <a:r>
              <a:rPr lang="uk-UA"/>
              <a:t/>
            </a:r>
            <a:br>
              <a:rPr lang="uk-UA"/>
            </a:br>
            <a:r>
              <a:rPr lang="en-US"/>
              <a:t>LIZED</a:t>
            </a:r>
          </a:p>
        </p:txBody>
      </p:sp>
      <p:sp>
        <p:nvSpPr>
          <p:cNvPr id="8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3429001"/>
            <a:ext cx="3467100" cy="20574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</p:txBody>
      </p:sp>
    </p:spTree>
    <p:extLst>
      <p:ext uri="{BB962C8B-B14F-4D97-AF65-F5344CB8AC3E}">
        <p14:creationId xmlns:p14="http://schemas.microsoft.com/office/powerpoint/2010/main" val="2520885632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HOTO-LEFT-GRADI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210300" y="2743200"/>
            <a:ext cx="5295900" cy="2743200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20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 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 hasCustomPrompt="1"/>
          </p:nvPr>
        </p:nvSpPr>
        <p:spPr>
          <a:xfrm>
            <a:off x="6210300" y="1371601"/>
            <a:ext cx="5295900" cy="1371600"/>
          </a:xfrm>
          <a:prstGeom prst="rect">
            <a:avLst/>
          </a:prstGeom>
        </p:spPr>
        <p:txBody>
          <a:bodyPr lIns="0"/>
          <a:lstStyle>
            <a:lvl1pPr>
              <a:lnSpc>
                <a:spcPct val="80000"/>
              </a:lnSpc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52959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2388575331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TIMELINE-DARK">
    <p:bg>
      <p:bgPr>
        <a:gradFill flip="none" rotWithShape="1">
          <a:gsLst>
            <a:gs pos="98000">
              <a:srgbClr val="00BCDE"/>
            </a:gs>
            <a:gs pos="1000">
              <a:srgbClr val="562D7F"/>
            </a:gs>
          </a:gsLst>
          <a:lin ang="1080000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6"/>
          <p:cNvSpPr>
            <a:spLocks noGrp="1"/>
          </p:cNvSpPr>
          <p:nvPr>
            <p:ph type="body" sz="quarter" idx="13" hasCustomPrompt="1"/>
          </p:nvPr>
        </p:nvSpPr>
        <p:spPr>
          <a:xfrm>
            <a:off x="6858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21" name="Title 1"/>
          <p:cNvSpPr>
            <a:spLocks noGrp="1"/>
          </p:cNvSpPr>
          <p:nvPr>
            <p:ph type="title" hasCustomPrompt="1"/>
          </p:nvPr>
        </p:nvSpPr>
        <p:spPr>
          <a:xfrm>
            <a:off x="685800" y="685801"/>
            <a:ext cx="10820400" cy="685800"/>
          </a:xfrm>
          <a:prstGeom prst="rect">
            <a:avLst/>
          </a:prstGeom>
        </p:spPr>
        <p:txBody>
          <a:bodyPr lIns="0"/>
          <a:lstStyle>
            <a:lvl1pPr>
              <a:defRPr baseline="0">
                <a:latin typeface="Proxima Nova Black" panose="02000506030000020004" pitchFamily="50" charset="0"/>
              </a:defRPr>
            </a:lvl1pPr>
          </a:lstStyle>
          <a:p>
            <a:r>
              <a:rPr lang="en-US"/>
              <a:t>TITLE TO BE CAPITALIZED</a:t>
            </a:r>
          </a:p>
        </p:txBody>
      </p:sp>
      <p:cxnSp>
        <p:nvCxnSpPr>
          <p:cNvPr id="6" name="Straight Connector 5"/>
          <p:cNvCxnSpPr/>
          <p:nvPr userDrawn="1"/>
        </p:nvCxnSpPr>
        <p:spPr>
          <a:xfrm>
            <a:off x="-28575" y="2743200"/>
            <a:ext cx="1225296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 userDrawn="1"/>
        </p:nvSpPr>
        <p:spPr>
          <a:xfrm>
            <a:off x="6172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6" name="Oval 25"/>
          <p:cNvSpPr/>
          <p:nvPr userDrawn="1"/>
        </p:nvSpPr>
        <p:spPr>
          <a:xfrm>
            <a:off x="28270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7" name="Oval 26"/>
          <p:cNvSpPr/>
          <p:nvPr userDrawn="1"/>
        </p:nvSpPr>
        <p:spPr>
          <a:xfrm>
            <a:off x="50368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Oval 27"/>
          <p:cNvSpPr/>
          <p:nvPr userDrawn="1"/>
        </p:nvSpPr>
        <p:spPr>
          <a:xfrm>
            <a:off x="72466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Oval 28"/>
          <p:cNvSpPr/>
          <p:nvPr userDrawn="1"/>
        </p:nvSpPr>
        <p:spPr>
          <a:xfrm>
            <a:off x="9456420" y="2674620"/>
            <a:ext cx="137160" cy="137160"/>
          </a:xfrm>
          <a:prstGeom prst="ellipse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Text Placeholder 6"/>
          <p:cNvSpPr>
            <a:spLocks noGrp="1"/>
          </p:cNvSpPr>
          <p:nvPr>
            <p:ph type="body" sz="quarter" idx="18" hasCustomPrompt="1"/>
          </p:nvPr>
        </p:nvSpPr>
        <p:spPr>
          <a:xfrm>
            <a:off x="28956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1" name="Text Placeholder 6"/>
          <p:cNvSpPr>
            <a:spLocks noGrp="1"/>
          </p:cNvSpPr>
          <p:nvPr>
            <p:ph type="body" sz="quarter" idx="19" hasCustomPrompt="1"/>
          </p:nvPr>
        </p:nvSpPr>
        <p:spPr>
          <a:xfrm>
            <a:off x="5114925" y="2057400"/>
            <a:ext cx="1466850" cy="809897"/>
          </a:xfrm>
          <a:prstGeom prst="rect">
            <a:avLst/>
          </a:prstGeom>
          <a:noFill/>
          <a:ln>
            <a:noFill/>
          </a:ln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2" name="Text Placeholder 6"/>
          <p:cNvSpPr>
            <a:spLocks noGrp="1"/>
          </p:cNvSpPr>
          <p:nvPr>
            <p:ph type="body" sz="quarter" idx="20" hasCustomPrompt="1"/>
          </p:nvPr>
        </p:nvSpPr>
        <p:spPr>
          <a:xfrm>
            <a:off x="7315200" y="205740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3" name="Text Placeholder 6"/>
          <p:cNvSpPr>
            <a:spLocks noGrp="1"/>
          </p:cNvSpPr>
          <p:nvPr>
            <p:ph type="body" sz="quarter" idx="21" hasCustomPrompt="1"/>
          </p:nvPr>
        </p:nvSpPr>
        <p:spPr>
          <a:xfrm>
            <a:off x="9534525" y="2076450"/>
            <a:ext cx="1466850" cy="809897"/>
          </a:xfrm>
          <a:prstGeom prst="rect">
            <a:avLst/>
          </a:prstGeom>
        </p:spPr>
        <p:txBody>
          <a:bodyPr lIns="0"/>
          <a:lstStyle>
            <a:lvl1pPr marL="0" indent="0" algn="l">
              <a:lnSpc>
                <a:spcPct val="100000"/>
              </a:lnSpc>
              <a:buNone/>
              <a:defRPr sz="1600">
                <a:latin typeface="Proxima Nova Black" panose="02000506030000020004" pitchFamily="50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4" name="Text Placeholder 6"/>
          <p:cNvSpPr>
            <a:spLocks noGrp="1"/>
          </p:cNvSpPr>
          <p:nvPr>
            <p:ph type="body" sz="quarter" idx="12" hasCustomPrompt="1"/>
          </p:nvPr>
        </p:nvSpPr>
        <p:spPr>
          <a:xfrm>
            <a:off x="6858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5" name="Text Placeholder 6"/>
          <p:cNvSpPr>
            <a:spLocks noGrp="1"/>
          </p:cNvSpPr>
          <p:nvPr>
            <p:ph type="body" sz="quarter" idx="22" hasCustomPrompt="1"/>
          </p:nvPr>
        </p:nvSpPr>
        <p:spPr>
          <a:xfrm>
            <a:off x="28956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6" name="Text Placeholder 6"/>
          <p:cNvSpPr>
            <a:spLocks noGrp="1"/>
          </p:cNvSpPr>
          <p:nvPr>
            <p:ph type="body" sz="quarter" idx="23" hasCustomPrompt="1"/>
          </p:nvPr>
        </p:nvSpPr>
        <p:spPr>
          <a:xfrm>
            <a:off x="511492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7" name="Text Placeholder 6"/>
          <p:cNvSpPr>
            <a:spLocks noGrp="1"/>
          </p:cNvSpPr>
          <p:nvPr>
            <p:ph type="body" sz="quarter" idx="24" hasCustomPrompt="1"/>
          </p:nvPr>
        </p:nvSpPr>
        <p:spPr>
          <a:xfrm>
            <a:off x="7315200" y="3076575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sp>
        <p:nvSpPr>
          <p:cNvPr id="38" name="Text Placeholder 6"/>
          <p:cNvSpPr>
            <a:spLocks noGrp="1"/>
          </p:cNvSpPr>
          <p:nvPr>
            <p:ph type="body" sz="quarter" idx="25" hasCustomPrompt="1"/>
          </p:nvPr>
        </p:nvSpPr>
        <p:spPr>
          <a:xfrm>
            <a:off x="9515475" y="3076574"/>
            <a:ext cx="1981200" cy="2276475"/>
          </a:xfrm>
          <a:prstGeom prst="rect">
            <a:avLst/>
          </a:prstGeom>
        </p:spPr>
        <p:txBody>
          <a:bodyPr lIns="0"/>
          <a:lstStyle>
            <a:lvl1pPr marL="0" indent="0">
              <a:lnSpc>
                <a:spcPct val="100000"/>
              </a:lnSpc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1pPr>
            <a:lvl2pPr marL="457200" indent="0">
              <a:buNone/>
              <a:defRPr sz="18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2pPr>
            <a:lvl3pPr marL="914400" indent="0">
              <a:buNone/>
              <a:defRPr sz="16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3pPr>
            <a:lvl4pPr marL="1371600" indent="0">
              <a:buNone/>
              <a:defRPr sz="14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4pPr>
            <a:lvl5pPr marL="1828800" indent="0">
              <a:buNone/>
              <a:defRPr sz="120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defRPr>
            </a:lvl5pPr>
          </a:lstStyle>
          <a:p>
            <a:pPr lvl="0"/>
            <a:r>
              <a:rPr lang="en-US"/>
              <a:t>Click to edit the text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D2C70A87-6824-3248-B448-307E7C5BC0C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3028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emf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image" Target="../media/image1.emf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33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42295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78" r:id="rId1"/>
    <p:sldLayoutId id="2147484779" r:id="rId2"/>
    <p:sldLayoutId id="2147484780" r:id="rId3"/>
    <p:sldLayoutId id="2147484802" r:id="rId4"/>
    <p:sldLayoutId id="2147484781" r:id="rId5"/>
    <p:sldLayoutId id="2147484782" r:id="rId6"/>
    <p:sldLayoutId id="2147484783" r:id="rId7"/>
    <p:sldLayoutId id="2147484784" r:id="rId8"/>
    <p:sldLayoutId id="2147484785" r:id="rId9"/>
    <p:sldLayoutId id="2147484786" r:id="rId10"/>
    <p:sldLayoutId id="2147484787" r:id="rId11"/>
    <p:sldLayoutId id="214748478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32">
          <p15:clr>
            <a:srgbClr val="F26B43"/>
          </p15:clr>
        </p15:guide>
        <p15:guide id="4" pos="724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864">
          <p15:clr>
            <a:srgbClr val="F26B43"/>
          </p15:clr>
        </p15:guide>
        <p15:guide id="7" orient="horz" pos="3456">
          <p15:clr>
            <a:srgbClr val="F26B43"/>
          </p15:clr>
        </p15:guide>
        <p15:guide id="8" orient="horz" pos="3888">
          <p15:clr>
            <a:srgbClr val="F26B43"/>
          </p15:clr>
        </p15:guide>
        <p15:guide id="9" pos="1680">
          <p15:clr>
            <a:srgbClr val="F26B43"/>
          </p15:clr>
        </p15:guide>
        <p15:guide id="10" pos="1824">
          <p15:clr>
            <a:srgbClr val="F26B43"/>
          </p15:clr>
        </p15:guide>
        <p15:guide id="11" pos="2616">
          <p15:clr>
            <a:srgbClr val="F26B43"/>
          </p15:clr>
        </p15:guide>
        <p15:guide id="12" pos="3072">
          <p15:clr>
            <a:srgbClr val="F26B43"/>
          </p15:clr>
        </p15:guide>
        <p15:guide id="13" pos="2760">
          <p15:clr>
            <a:srgbClr val="F26B43"/>
          </p15:clr>
        </p15:guide>
        <p15:guide id="14" pos="3216">
          <p15:clr>
            <a:srgbClr val="F26B43"/>
          </p15:clr>
        </p15:guide>
        <p15:guide id="15" pos="4464">
          <p15:clr>
            <a:srgbClr val="F26B43"/>
          </p15:clr>
        </p15:guide>
        <p15:guide id="16" pos="4608">
          <p15:clr>
            <a:srgbClr val="F26B43"/>
          </p15:clr>
        </p15:guide>
        <p15:guide id="17" pos="4920">
          <p15:clr>
            <a:srgbClr val="F26B43"/>
          </p15:clr>
        </p15:guide>
        <p15:guide id="18" pos="5064">
          <p15:clr>
            <a:srgbClr val="F26B43"/>
          </p15:clr>
        </p15:guide>
        <p15:guide id="19" pos="5856">
          <p15:clr>
            <a:srgbClr val="F26B43"/>
          </p15:clr>
        </p15:guide>
        <p15:guide id="20" pos="6000">
          <p15:clr>
            <a:srgbClr val="F26B43"/>
          </p15:clr>
        </p15:guide>
        <p15:guide id="21" orient="horz" pos="1296">
          <p15:clr>
            <a:srgbClr val="F26B43"/>
          </p15:clr>
        </p15:guide>
        <p15:guide id="22" orient="horz" pos="1728">
          <p15:clr>
            <a:srgbClr val="F26B43"/>
          </p15:clr>
        </p15:guide>
        <p15:guide id="23" pos="3768">
          <p15:clr>
            <a:srgbClr val="F26B43"/>
          </p15:clr>
        </p15:guide>
        <p15:guide id="24" pos="3912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79093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790" r:id="rId1"/>
    <p:sldLayoutId id="2147484791" r:id="rId2"/>
    <p:sldLayoutId id="2147484792" r:id="rId3"/>
    <p:sldLayoutId id="2147484793" r:id="rId4"/>
    <p:sldLayoutId id="2147484803" r:id="rId5"/>
    <p:sldLayoutId id="2147484794" r:id="rId6"/>
    <p:sldLayoutId id="2147484795" r:id="rId7"/>
    <p:sldLayoutId id="2147484796" r:id="rId8"/>
    <p:sldLayoutId id="2147484797" r:id="rId9"/>
    <p:sldLayoutId id="2147484798" r:id="rId10"/>
    <p:sldLayoutId id="214748479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32">
          <p15:clr>
            <a:srgbClr val="F26B43"/>
          </p15:clr>
        </p15:guide>
        <p15:guide id="4" pos="724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864">
          <p15:clr>
            <a:srgbClr val="F26B43"/>
          </p15:clr>
        </p15:guide>
        <p15:guide id="7" orient="horz" pos="3456">
          <p15:clr>
            <a:srgbClr val="F26B43"/>
          </p15:clr>
        </p15:guide>
        <p15:guide id="8" orient="horz" pos="3888">
          <p15:clr>
            <a:srgbClr val="F26B43"/>
          </p15:clr>
        </p15:guide>
        <p15:guide id="9" pos="1680">
          <p15:clr>
            <a:srgbClr val="F26B43"/>
          </p15:clr>
        </p15:guide>
        <p15:guide id="10" pos="1824">
          <p15:clr>
            <a:srgbClr val="F26B43"/>
          </p15:clr>
        </p15:guide>
        <p15:guide id="11" pos="2616">
          <p15:clr>
            <a:srgbClr val="F26B43"/>
          </p15:clr>
        </p15:guide>
        <p15:guide id="12" pos="3072">
          <p15:clr>
            <a:srgbClr val="F26B43"/>
          </p15:clr>
        </p15:guide>
        <p15:guide id="13" pos="2760">
          <p15:clr>
            <a:srgbClr val="F26B43"/>
          </p15:clr>
        </p15:guide>
        <p15:guide id="14" pos="3216">
          <p15:clr>
            <a:srgbClr val="F26B43"/>
          </p15:clr>
        </p15:guide>
        <p15:guide id="15" pos="4464">
          <p15:clr>
            <a:srgbClr val="F26B43"/>
          </p15:clr>
        </p15:guide>
        <p15:guide id="16" pos="4608">
          <p15:clr>
            <a:srgbClr val="F26B43"/>
          </p15:clr>
        </p15:guide>
        <p15:guide id="17" pos="4920">
          <p15:clr>
            <a:srgbClr val="F26B43"/>
          </p15:clr>
        </p15:guide>
        <p15:guide id="18" pos="5064">
          <p15:clr>
            <a:srgbClr val="F26B43"/>
          </p15:clr>
        </p15:guide>
        <p15:guide id="19" pos="5856">
          <p15:clr>
            <a:srgbClr val="F26B43"/>
          </p15:clr>
        </p15:guide>
        <p15:guide id="20" pos="6000">
          <p15:clr>
            <a:srgbClr val="F26B43"/>
          </p15:clr>
        </p15:guide>
        <p15:guide id="21" orient="horz" pos="1296">
          <p15:clr>
            <a:srgbClr val="F26B43"/>
          </p15:clr>
        </p15:guide>
        <p15:guide id="22" orient="horz" pos="1728">
          <p15:clr>
            <a:srgbClr val="F26B43"/>
          </p15:clr>
        </p15:guide>
        <p15:guide id="23" pos="3768">
          <p15:clr>
            <a:srgbClr val="F26B43"/>
          </p15:clr>
        </p15:guide>
        <p15:guide id="24" pos="3912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9959145" y="5906728"/>
            <a:ext cx="1547055" cy="2654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27083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4844" r:id="rId1"/>
    <p:sldLayoutId id="2147484845" r:id="rId2"/>
    <p:sldLayoutId id="2147484850" r:id="rId3"/>
    <p:sldLayoutId id="2147484849" r:id="rId4"/>
    <p:sldLayoutId id="2147484853" r:id="rId5"/>
    <p:sldLayoutId id="2147484854" r:id="rId6"/>
    <p:sldLayoutId id="2147484855" r:id="rId7"/>
    <p:sldLayoutId id="2147484856" r:id="rId8"/>
    <p:sldLayoutId id="2147484857" r:id="rId9"/>
    <p:sldLayoutId id="2147484858" r:id="rId10"/>
    <p:sldLayoutId id="2147484852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432">
          <p15:clr>
            <a:srgbClr val="F26B43"/>
          </p15:clr>
        </p15:guide>
        <p15:guide id="4" pos="7248">
          <p15:clr>
            <a:srgbClr val="F26B43"/>
          </p15:clr>
        </p15:guide>
        <p15:guide id="5" orient="horz" pos="432">
          <p15:clr>
            <a:srgbClr val="F26B43"/>
          </p15:clr>
        </p15:guide>
        <p15:guide id="6" orient="horz" pos="864">
          <p15:clr>
            <a:srgbClr val="F26B43"/>
          </p15:clr>
        </p15:guide>
        <p15:guide id="7" orient="horz" pos="3456">
          <p15:clr>
            <a:srgbClr val="F26B43"/>
          </p15:clr>
        </p15:guide>
        <p15:guide id="8" orient="horz" pos="3888">
          <p15:clr>
            <a:srgbClr val="F26B43"/>
          </p15:clr>
        </p15:guide>
        <p15:guide id="9" pos="1680">
          <p15:clr>
            <a:srgbClr val="F26B43"/>
          </p15:clr>
        </p15:guide>
        <p15:guide id="10" pos="1824">
          <p15:clr>
            <a:srgbClr val="F26B43"/>
          </p15:clr>
        </p15:guide>
        <p15:guide id="11" pos="2616">
          <p15:clr>
            <a:srgbClr val="F26B43"/>
          </p15:clr>
        </p15:guide>
        <p15:guide id="12" pos="3072">
          <p15:clr>
            <a:srgbClr val="F26B43"/>
          </p15:clr>
        </p15:guide>
        <p15:guide id="13" pos="2760">
          <p15:clr>
            <a:srgbClr val="F26B43"/>
          </p15:clr>
        </p15:guide>
        <p15:guide id="14" pos="3216">
          <p15:clr>
            <a:srgbClr val="F26B43"/>
          </p15:clr>
        </p15:guide>
        <p15:guide id="15" pos="4464">
          <p15:clr>
            <a:srgbClr val="F26B43"/>
          </p15:clr>
        </p15:guide>
        <p15:guide id="16" pos="4608">
          <p15:clr>
            <a:srgbClr val="F26B43"/>
          </p15:clr>
        </p15:guide>
        <p15:guide id="17" pos="4920">
          <p15:clr>
            <a:srgbClr val="F26B43"/>
          </p15:clr>
        </p15:guide>
        <p15:guide id="18" pos="5064">
          <p15:clr>
            <a:srgbClr val="F26B43"/>
          </p15:clr>
        </p15:guide>
        <p15:guide id="19" pos="5856">
          <p15:clr>
            <a:srgbClr val="F26B43"/>
          </p15:clr>
        </p15:guide>
        <p15:guide id="20" pos="6000">
          <p15:clr>
            <a:srgbClr val="F26B43"/>
          </p15:clr>
        </p15:guide>
        <p15:guide id="21" orient="horz" pos="1296">
          <p15:clr>
            <a:srgbClr val="F26B43"/>
          </p15:clr>
        </p15:guide>
        <p15:guide id="22" orient="horz" pos="1728">
          <p15:clr>
            <a:srgbClr val="F26B43"/>
          </p15:clr>
        </p15:guide>
        <p15:guide id="23" pos="3768">
          <p15:clr>
            <a:srgbClr val="F26B43"/>
          </p15:clr>
        </p15:guide>
        <p15:guide id="24" pos="39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hyperlink" Target="https://en.wikipedia.org/wiki/Relational_database_management_system" TargetMode="External"/><Relationship Id="rId7" Type="http://schemas.openxmlformats.org/officeDocument/2006/relationships/image" Target="../media/image5.png"/><Relationship Id="rId2" Type="http://schemas.openxmlformats.org/officeDocument/2006/relationships/hyperlink" Target="https://en.wikipedia.org/wiki/Domain-specific_language" TargetMode="External"/><Relationship Id="rId1" Type="http://schemas.openxmlformats.org/officeDocument/2006/relationships/slideLayout" Target="../slideLayouts/slideLayout26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en.wikipedia.org/wiki/Relational_data_stream_management_system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9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9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xmlns="" id="{C2C01860-88AA-4983-9D84-DB6CD67B9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SQL</a:t>
            </a:r>
            <a:endParaRPr lang="uk-UA" dirty="0"/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xmlns="" id="{CF3D1018-5EBF-47E8-BCA9-73CE5FFDDFC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 smtClean="0"/>
              <a:t>by </a:t>
            </a:r>
            <a:r>
              <a:rPr lang="en-US" dirty="0" err="1" smtClean="0"/>
              <a:t>Yuliia</a:t>
            </a:r>
            <a:r>
              <a:rPr lang="en-US" dirty="0" smtClean="0"/>
              <a:t> </a:t>
            </a:r>
            <a:r>
              <a:rPr lang="en-US" dirty="0" err="1" smtClean="0"/>
              <a:t>Tsurkan</a:t>
            </a:r>
            <a:endParaRPr lang="uk-UA" dirty="0"/>
          </a:p>
        </p:txBody>
      </p:sp>
    </p:spTree>
    <p:extLst>
      <p:ext uri="{BB962C8B-B14F-4D97-AF65-F5344CB8AC3E}">
        <p14:creationId xmlns:p14="http://schemas.microsoft.com/office/powerpoint/2010/main" val="138160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xmlns="" id="{E7799C24-7F17-4319-B7A6-4385F217E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</a:t>
            </a:r>
            <a:r>
              <a:rPr lang="en-US" b="1" dirty="0" smtClean="0"/>
              <a:t>atabase, DBMS, SQL</a:t>
            </a:r>
            <a:endParaRPr lang="uk-UA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xmlns="" id="{BB481E08-7C2D-4866-9DA7-E948FC06EE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934566" y="2057400"/>
            <a:ext cx="7803107" cy="3429000"/>
          </a:xfrm>
        </p:spPr>
        <p:txBody>
          <a:bodyPr/>
          <a:lstStyle/>
          <a:p>
            <a:r>
              <a:rPr lang="en-US" dirty="0"/>
              <a:t>A </a:t>
            </a:r>
            <a:r>
              <a:rPr lang="en-US" b="1" dirty="0"/>
              <a:t>database</a:t>
            </a:r>
            <a:r>
              <a:rPr lang="en-US" dirty="0"/>
              <a:t> is a collection of information that is organized so that it can easily be accessed, managed, and updated.</a:t>
            </a:r>
          </a:p>
          <a:p>
            <a:r>
              <a:rPr lang="en-US" b="1" dirty="0"/>
              <a:t>Database management system </a:t>
            </a:r>
            <a:r>
              <a:rPr lang="en-US" dirty="0"/>
              <a:t>(DBMS) is a special software application that interacts with the user, other applications, and the database itself to capture and analyze data.</a:t>
            </a:r>
          </a:p>
          <a:p>
            <a:r>
              <a:rPr lang="en-US" b="1" dirty="0"/>
              <a:t>Structured Query </a:t>
            </a:r>
            <a:r>
              <a:rPr lang="en-US" b="1" dirty="0" smtClean="0"/>
              <a:t>Language(SQL) - </a:t>
            </a:r>
            <a:r>
              <a:rPr lang="en-US" dirty="0"/>
              <a:t>is a </a:t>
            </a:r>
            <a:r>
              <a:rPr lang="en-US" dirty="0">
                <a:hlinkClick r:id="rId2" tooltip="Domain-specific language"/>
              </a:rPr>
              <a:t>domain-specific language</a:t>
            </a:r>
            <a:r>
              <a:rPr lang="en-US" dirty="0"/>
              <a:t> used in programming and designed for managing data held in a </a:t>
            </a:r>
            <a:r>
              <a:rPr lang="en-US" dirty="0">
                <a:hlinkClick r:id="rId3" tooltip="Relational database management system"/>
              </a:rPr>
              <a:t>relational database management system</a:t>
            </a:r>
            <a:r>
              <a:rPr lang="en-US" dirty="0"/>
              <a:t> (RDBMS), or for stream processing in a </a:t>
            </a:r>
            <a:r>
              <a:rPr lang="en-US" dirty="0">
                <a:hlinkClick r:id="rId4" tooltip="Relational data stream management system"/>
              </a:rPr>
              <a:t>relational data stream management system</a:t>
            </a:r>
            <a:r>
              <a:rPr lang="en-US" dirty="0"/>
              <a:t> (RDSMS</a:t>
            </a:r>
            <a:r>
              <a:rPr lang="en-US" dirty="0" smtClean="0"/>
              <a:t>).</a:t>
            </a:r>
            <a:endParaRPr lang="uk-UA" dirty="0"/>
          </a:p>
        </p:txBody>
      </p:sp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196" y="2057400"/>
            <a:ext cx="1619250" cy="1095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3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24995" y="2057400"/>
            <a:ext cx="1303021" cy="14478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Picture 4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9209" y="3771900"/>
            <a:ext cx="1519237" cy="1247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5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2765" y="3843550"/>
            <a:ext cx="1147482" cy="11474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929071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Rules of SQL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SQL statements starts with a verb (SQL action word) </a:t>
            </a:r>
            <a:r>
              <a:rPr lang="en-US" dirty="0" err="1"/>
              <a:t>eg</a:t>
            </a:r>
            <a:r>
              <a:rPr lang="en-US" dirty="0"/>
              <a:t>. SELECT.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Each verb is followed by number of clauses </a:t>
            </a:r>
            <a:r>
              <a:rPr lang="en-US" dirty="0" err="1"/>
              <a:t>eg</a:t>
            </a:r>
            <a:r>
              <a:rPr lang="en-US" dirty="0"/>
              <a:t>. FROM, WHERE, HAVING.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A space separates clause </a:t>
            </a:r>
            <a:r>
              <a:rPr lang="en-US" dirty="0" err="1"/>
              <a:t>eg</a:t>
            </a:r>
            <a:r>
              <a:rPr lang="en-US" dirty="0"/>
              <a:t>. DROP TABLE.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Comma (</a:t>
            </a:r>
            <a:r>
              <a:rPr lang="en-US" b="1" dirty="0"/>
              <a:t>,</a:t>
            </a:r>
            <a:r>
              <a:rPr lang="en-US" dirty="0"/>
              <a:t>)separates parameters without clause.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A semicolon (</a:t>
            </a:r>
            <a:r>
              <a:rPr lang="en-US" b="1" dirty="0"/>
              <a:t>;</a:t>
            </a:r>
            <a:r>
              <a:rPr lang="en-US" dirty="0"/>
              <a:t>) is used to end SQL statement.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Characters and date literals must be enclosed in single quotes.</a:t>
            </a:r>
          </a:p>
          <a:p>
            <a:pPr marL="342900" indent="-342900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dirty="0"/>
              <a:t>Numeric values can be represented by simple values 0.39, -34, 01991. Scientific notations 2E5 = 2 * 10</a:t>
            </a:r>
            <a:r>
              <a:rPr lang="en-US" baseline="30000" dirty="0"/>
              <a:t>5</a:t>
            </a:r>
            <a:r>
              <a:rPr lang="en-US" dirty="0"/>
              <a:t> 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32564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/>
              <a:t>Data types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Bef>
                <a:spcPts val="800"/>
              </a:spcBef>
              <a:buSzPct val="100000"/>
              <a:defRPr/>
            </a:pPr>
            <a:r>
              <a:rPr lang="en-US" altLang="ru-RU" dirty="0">
                <a:solidFill>
                  <a:srgbClr val="404040"/>
                </a:solidFill>
              </a:rPr>
              <a:t>Basic data types in MS SQL Server are:</a:t>
            </a:r>
          </a:p>
          <a:p>
            <a:pPr marL="255588" indent="-250825">
              <a:spcBef>
                <a:spcPts val="800"/>
              </a:spcBef>
              <a:buSzPct val="100000"/>
              <a:defRPr/>
            </a:pPr>
            <a:r>
              <a:rPr lang="en-US" altLang="ru-RU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en-US" altLang="ru-RU" dirty="0">
                <a:solidFill>
                  <a:srgbClr val="404040"/>
                </a:solidFill>
              </a:rPr>
              <a:t> – integer numbers; </a:t>
            </a:r>
            <a:endParaRPr lang="uk-UA" altLang="ru-RU" dirty="0">
              <a:solidFill>
                <a:srgbClr val="404040"/>
              </a:solidFill>
            </a:endParaRPr>
          </a:p>
          <a:p>
            <a:pPr marL="255588" indent="-250825">
              <a:spcBef>
                <a:spcPts val="800"/>
              </a:spcBef>
              <a:buSzPct val="100000"/>
              <a:defRPr/>
            </a:pPr>
            <a:r>
              <a:rPr lang="en-US" altLang="ru-RU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NUMERIC(</a:t>
            </a:r>
            <a:r>
              <a:rPr lang="en-US" altLang="ru-RU" dirty="0" err="1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m,n</a:t>
            </a:r>
            <a:r>
              <a:rPr lang="en-US" altLang="ru-RU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  <a:r>
              <a:rPr lang="en-US" altLang="ru-RU" dirty="0">
                <a:solidFill>
                  <a:srgbClr val="404040"/>
                </a:solidFill>
              </a:rPr>
              <a:t> – fixed point real numbers; </a:t>
            </a:r>
            <a:endParaRPr lang="uk-UA" altLang="ru-RU" dirty="0">
              <a:solidFill>
                <a:srgbClr val="404040"/>
              </a:solidFill>
            </a:endParaRPr>
          </a:p>
          <a:p>
            <a:pPr marL="255588" indent="-250825">
              <a:spcBef>
                <a:spcPts val="800"/>
              </a:spcBef>
              <a:buSzPct val="100000"/>
              <a:defRPr/>
            </a:pPr>
            <a:r>
              <a:rPr lang="en-US" altLang="ru-RU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en-US" altLang="ru-RU" dirty="0">
                <a:solidFill>
                  <a:srgbClr val="404040"/>
                </a:solidFill>
              </a:rPr>
              <a:t> – floating point real numbers; </a:t>
            </a:r>
          </a:p>
          <a:p>
            <a:pPr marL="255588" indent="-250825">
              <a:spcBef>
                <a:spcPts val="800"/>
              </a:spcBef>
              <a:buSzPct val="100000"/>
              <a:defRPr/>
            </a:pPr>
            <a:r>
              <a:rPr lang="en-US" altLang="ru-RU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CHAR(n)</a:t>
            </a:r>
            <a:r>
              <a:rPr lang="en-US" altLang="ru-RU" dirty="0">
                <a:solidFill>
                  <a:srgbClr val="404040"/>
                </a:solidFill>
              </a:rPr>
              <a:t> – character string constant of length n characters;</a:t>
            </a:r>
          </a:p>
          <a:p>
            <a:pPr marL="255588" indent="-250825">
              <a:spcBef>
                <a:spcPts val="800"/>
              </a:spcBef>
              <a:buSzPct val="100000"/>
              <a:defRPr/>
            </a:pPr>
            <a:r>
              <a:rPr lang="en-US" altLang="ru-RU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VARCHAR(n)</a:t>
            </a:r>
            <a:r>
              <a:rPr lang="en-US" altLang="ru-RU" dirty="0">
                <a:solidFill>
                  <a:srgbClr val="404040"/>
                </a:solidFill>
              </a:rPr>
              <a:t> - character string of variable length, maximum length n characters; </a:t>
            </a:r>
          </a:p>
          <a:p>
            <a:pPr marL="255588" indent="-250825">
              <a:spcBef>
                <a:spcPts val="800"/>
              </a:spcBef>
              <a:buSzPct val="100000"/>
              <a:defRPr/>
            </a:pPr>
            <a:r>
              <a:rPr lang="en-US" altLang="ru-RU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DATETIME</a:t>
            </a:r>
            <a:r>
              <a:rPr lang="en-US" altLang="ru-RU" dirty="0">
                <a:solidFill>
                  <a:srgbClr val="404040"/>
                </a:solidFill>
              </a:rPr>
              <a:t>, </a:t>
            </a:r>
            <a:r>
              <a:rPr lang="en-US" altLang="ru-RU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DATE</a:t>
            </a:r>
            <a:r>
              <a:rPr lang="en-US" altLang="ru-RU" dirty="0">
                <a:solidFill>
                  <a:srgbClr val="404040"/>
                </a:solidFill>
              </a:rPr>
              <a:t>, </a:t>
            </a:r>
            <a:r>
              <a:rPr lang="en-US" altLang="ru-RU" dirty="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TIME</a:t>
            </a:r>
            <a:r>
              <a:rPr lang="en-US" altLang="ru-RU" dirty="0">
                <a:solidFill>
                  <a:srgbClr val="404040"/>
                </a:solidFill>
              </a:rPr>
              <a:t> – date and time etc.</a:t>
            </a:r>
          </a:p>
          <a:p>
            <a:pPr marL="4763">
              <a:spcBef>
                <a:spcPts val="800"/>
              </a:spcBef>
              <a:buSzPct val="100000"/>
              <a:defRPr/>
            </a:pPr>
            <a:endParaRPr lang="en-US" altLang="ru-RU" dirty="0">
              <a:solidFill>
                <a:srgbClr val="404040"/>
              </a:solidFill>
            </a:endParaRPr>
          </a:p>
          <a:p>
            <a:pPr marL="4763">
              <a:spcBef>
                <a:spcPts val="800"/>
              </a:spcBef>
              <a:buSzPct val="100000"/>
              <a:defRPr/>
            </a:pPr>
            <a:r>
              <a:rPr lang="en-US" altLang="ru-RU" b="1" dirty="0">
                <a:solidFill>
                  <a:srgbClr val="404040"/>
                </a:solidFill>
              </a:rPr>
              <a:t>NULL</a:t>
            </a:r>
            <a:r>
              <a:rPr lang="en-US" altLang="ru-RU" dirty="0">
                <a:solidFill>
                  <a:srgbClr val="404040"/>
                </a:solidFill>
              </a:rPr>
              <a:t> – for all types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839067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/>
              <a:t>DDL</a:t>
            </a:r>
            <a:r>
              <a:rPr lang="uk-UA" altLang="ru-RU" dirty="0"/>
              <a:t> </a:t>
            </a:r>
            <a:r>
              <a:rPr lang="en-US" altLang="ru-RU" dirty="0"/>
              <a:t>and DML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spcBef>
                <a:spcPct val="0"/>
              </a:spcBef>
              <a:buClrTx/>
            </a:pPr>
            <a:r>
              <a:rPr lang="en-US" altLang="ru-RU" b="1" dirty="0">
                <a:solidFill>
                  <a:srgbClr val="017EB8"/>
                </a:solidFill>
              </a:rPr>
              <a:t>DDL - </a:t>
            </a:r>
            <a:r>
              <a:rPr lang="en-US" dirty="0"/>
              <a:t>Data Definition Language</a:t>
            </a:r>
            <a:r>
              <a:rPr lang="en-US" altLang="ru-RU" b="1" dirty="0">
                <a:solidFill>
                  <a:srgbClr val="017EB8"/>
                </a:solidFill>
              </a:rPr>
              <a:t> </a:t>
            </a:r>
          </a:p>
          <a:p>
            <a:pPr marL="1149350" indent="-457200">
              <a:spcBef>
                <a:spcPct val="0"/>
              </a:spcBef>
              <a:buClrTx/>
              <a:tabLst>
                <a:tab pos="0" algn="l"/>
                <a:tab pos="896938" algn="l"/>
                <a:tab pos="1346200" algn="l"/>
                <a:tab pos="160655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ru-RU" b="1" dirty="0">
                <a:solidFill>
                  <a:srgbClr val="017EB8"/>
                </a:solidFill>
              </a:rPr>
              <a:t>CREATE</a:t>
            </a:r>
          </a:p>
          <a:p>
            <a:pPr marL="1149350" indent="-457200">
              <a:spcBef>
                <a:spcPct val="0"/>
              </a:spcBef>
              <a:buClrTx/>
              <a:tabLst>
                <a:tab pos="0" algn="l"/>
                <a:tab pos="896938" algn="l"/>
                <a:tab pos="1346200" algn="l"/>
                <a:tab pos="160655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ru-RU" b="1" dirty="0">
                <a:solidFill>
                  <a:srgbClr val="017EB8"/>
                </a:solidFill>
              </a:rPr>
              <a:t>ALTER</a:t>
            </a:r>
          </a:p>
          <a:p>
            <a:pPr marL="1149350" indent="-457200">
              <a:spcBef>
                <a:spcPct val="0"/>
              </a:spcBef>
              <a:buClrTx/>
              <a:tabLst>
                <a:tab pos="0" algn="l"/>
                <a:tab pos="896938" algn="l"/>
                <a:tab pos="1346200" algn="l"/>
                <a:tab pos="160655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ru-RU" b="1" dirty="0">
                <a:solidFill>
                  <a:srgbClr val="017EB8"/>
                </a:solidFill>
              </a:rPr>
              <a:t>DROP</a:t>
            </a:r>
          </a:p>
          <a:p>
            <a:pPr>
              <a:spcBef>
                <a:spcPct val="0"/>
              </a:spcBef>
              <a:buClrTx/>
            </a:pPr>
            <a:endParaRPr lang="uk-UA" altLang="ru-RU" b="1" dirty="0">
              <a:solidFill>
                <a:srgbClr val="017EB8"/>
              </a:solidFill>
            </a:endParaRPr>
          </a:p>
          <a:p>
            <a:pPr>
              <a:spcBef>
                <a:spcPct val="0"/>
              </a:spcBef>
              <a:buClrTx/>
            </a:pPr>
            <a:r>
              <a:rPr lang="en-US" altLang="ru-RU" b="1" dirty="0">
                <a:solidFill>
                  <a:srgbClr val="017EB8"/>
                </a:solidFill>
              </a:rPr>
              <a:t>DML - </a:t>
            </a:r>
            <a:r>
              <a:rPr lang="en-US" dirty="0"/>
              <a:t>Data Manipulation Language</a:t>
            </a:r>
          </a:p>
          <a:p>
            <a:pPr marL="1149350" indent="-457200">
              <a:spcBef>
                <a:spcPct val="0"/>
              </a:spcBef>
              <a:buClrTx/>
              <a:tabLst>
                <a:tab pos="0" algn="l"/>
                <a:tab pos="896938" algn="l"/>
                <a:tab pos="981075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ru-RU" b="1" dirty="0">
                <a:solidFill>
                  <a:srgbClr val="017EB8"/>
                </a:solidFill>
              </a:rPr>
              <a:t>INSERT</a:t>
            </a:r>
          </a:p>
          <a:p>
            <a:pPr marL="1149350" indent="-457200">
              <a:spcBef>
                <a:spcPct val="0"/>
              </a:spcBef>
              <a:buClrTx/>
              <a:tabLst>
                <a:tab pos="0" algn="l"/>
                <a:tab pos="896938" algn="l"/>
                <a:tab pos="981075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ru-RU" b="1" dirty="0">
                <a:solidFill>
                  <a:srgbClr val="017EB8"/>
                </a:solidFill>
              </a:rPr>
              <a:t>SELECT</a:t>
            </a:r>
          </a:p>
          <a:p>
            <a:pPr marL="1149350" indent="-457200">
              <a:spcBef>
                <a:spcPct val="0"/>
              </a:spcBef>
              <a:buClrTx/>
              <a:tabLst>
                <a:tab pos="0" algn="l"/>
                <a:tab pos="896938" algn="l"/>
                <a:tab pos="981075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ru-RU" b="1" dirty="0">
                <a:solidFill>
                  <a:srgbClr val="017EB8"/>
                </a:solidFill>
              </a:rPr>
              <a:t>UPDATE</a:t>
            </a:r>
          </a:p>
          <a:p>
            <a:pPr marL="1149350" indent="-457200">
              <a:spcBef>
                <a:spcPct val="0"/>
              </a:spcBef>
              <a:buClrTx/>
              <a:tabLst>
                <a:tab pos="0" algn="l"/>
                <a:tab pos="896938" algn="l"/>
                <a:tab pos="981075" algn="l"/>
                <a:tab pos="1346200" algn="l"/>
                <a:tab pos="1795463" algn="l"/>
                <a:tab pos="2244725" algn="l"/>
                <a:tab pos="2693988" algn="l"/>
                <a:tab pos="3143250" algn="l"/>
                <a:tab pos="3592513" algn="l"/>
                <a:tab pos="4041775" algn="l"/>
                <a:tab pos="4491038" algn="l"/>
                <a:tab pos="4940300" algn="l"/>
                <a:tab pos="5389563" algn="l"/>
                <a:tab pos="5838825" algn="l"/>
                <a:tab pos="6288088" algn="l"/>
                <a:tab pos="6737350" algn="l"/>
                <a:tab pos="7186613" algn="l"/>
                <a:tab pos="7635875" algn="l"/>
                <a:tab pos="8085138" algn="l"/>
                <a:tab pos="8534400" algn="l"/>
                <a:tab pos="8983663" algn="l"/>
              </a:tabLst>
            </a:pPr>
            <a:r>
              <a:rPr lang="en-US" altLang="ru-RU" b="1" dirty="0">
                <a:solidFill>
                  <a:srgbClr val="017EB8"/>
                </a:solidFill>
              </a:rPr>
              <a:t>DELETE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72514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/>
              <a:t>Create table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685800" y="2057400"/>
            <a:ext cx="6956946" cy="3429000"/>
          </a:xfrm>
        </p:spPr>
        <p:txBody>
          <a:bodyPr/>
          <a:lstStyle/>
          <a:p>
            <a:pPr>
              <a:lnSpc>
                <a:spcPct val="117000"/>
              </a:lnSpc>
              <a:buSzPct val="37000"/>
            </a:pPr>
            <a:r>
              <a:rPr lang="en-GB" dirty="0">
                <a:solidFill>
                  <a:srgbClr val="333366"/>
                </a:solidFill>
                <a:latin typeface="+mn-lt"/>
              </a:rPr>
              <a:t>Things to consider before you create your table are:</a:t>
            </a:r>
          </a:p>
          <a:p>
            <a:pPr lvl="2">
              <a:lnSpc>
                <a:spcPct val="117000"/>
              </a:lnSpc>
              <a:buSzPct val="37000"/>
              <a:buFont typeface="Wingdings" panose="05000000000000000000" pitchFamily="2" charset="2"/>
              <a:buBlip>
                <a:blip r:embed="rId2"/>
              </a:buBlip>
            </a:pPr>
            <a:r>
              <a:rPr lang="en-GB" sz="2000" dirty="0">
                <a:solidFill>
                  <a:srgbClr val="333366"/>
                </a:solidFill>
                <a:latin typeface="+mn-lt"/>
              </a:rPr>
              <a:t>The type of data</a:t>
            </a:r>
          </a:p>
          <a:p>
            <a:pPr lvl="2">
              <a:lnSpc>
                <a:spcPct val="117000"/>
              </a:lnSpc>
              <a:buSzPct val="37000"/>
              <a:buFont typeface="Wingdings" panose="05000000000000000000" pitchFamily="2" charset="2"/>
              <a:buBlip>
                <a:blip r:embed="rId2"/>
              </a:buBlip>
            </a:pPr>
            <a:r>
              <a:rPr lang="en-GB" sz="2000" dirty="0">
                <a:solidFill>
                  <a:srgbClr val="333366"/>
                </a:solidFill>
                <a:latin typeface="+mn-lt"/>
              </a:rPr>
              <a:t>the table name</a:t>
            </a:r>
          </a:p>
          <a:p>
            <a:pPr lvl="2">
              <a:lnSpc>
                <a:spcPct val="117000"/>
              </a:lnSpc>
              <a:buSzPct val="37000"/>
              <a:buFont typeface="Wingdings" panose="05000000000000000000" pitchFamily="2" charset="2"/>
              <a:buBlip>
                <a:blip r:embed="rId2"/>
              </a:buBlip>
            </a:pPr>
            <a:r>
              <a:rPr lang="en-GB" sz="2000" dirty="0">
                <a:solidFill>
                  <a:srgbClr val="333366"/>
                </a:solidFill>
                <a:latin typeface="+mn-lt"/>
              </a:rPr>
              <a:t>what column(s) will make up the primary key</a:t>
            </a:r>
          </a:p>
          <a:p>
            <a:pPr lvl="2">
              <a:lnSpc>
                <a:spcPct val="117000"/>
              </a:lnSpc>
              <a:buSzPct val="37000"/>
              <a:buFont typeface="Wingdings" panose="05000000000000000000" pitchFamily="2" charset="2"/>
              <a:buBlip>
                <a:blip r:embed="rId2"/>
              </a:buBlip>
            </a:pPr>
            <a:r>
              <a:rPr lang="en-GB" sz="2000" dirty="0">
                <a:solidFill>
                  <a:srgbClr val="333366"/>
                </a:solidFill>
                <a:latin typeface="+mn-lt"/>
              </a:rPr>
              <a:t>the names of the </a:t>
            </a:r>
            <a:r>
              <a:rPr lang="en-GB" sz="2000" dirty="0" smtClean="0">
                <a:solidFill>
                  <a:srgbClr val="333366"/>
                </a:solidFill>
                <a:latin typeface="+mn-lt"/>
              </a:rPr>
              <a:t>columns</a:t>
            </a:r>
            <a:endParaRPr lang="en-GB" dirty="0">
              <a:solidFill>
                <a:srgbClr val="333366"/>
              </a:solidFill>
              <a:latin typeface="+mn-lt"/>
            </a:endParaRPr>
          </a:p>
          <a:p>
            <a:pPr>
              <a:buSzPct val="37000"/>
            </a:pPr>
            <a:r>
              <a:rPr lang="en-GB" b="1" dirty="0" smtClean="0">
                <a:solidFill>
                  <a:srgbClr val="333366"/>
                </a:solidFill>
                <a:latin typeface="+mn-lt"/>
              </a:rPr>
              <a:t>CREATE </a:t>
            </a:r>
            <a:r>
              <a:rPr lang="en-GB" b="1" dirty="0">
                <a:solidFill>
                  <a:srgbClr val="333366"/>
                </a:solidFill>
                <a:latin typeface="+mn-lt"/>
              </a:rPr>
              <a:t>TABLE statement syntax:</a:t>
            </a:r>
          </a:p>
          <a:p>
            <a:r>
              <a:rPr lang="en-GB" dirty="0">
                <a:solidFill>
                  <a:srgbClr val="333366"/>
                </a:solidFill>
                <a:latin typeface="+mn-lt"/>
              </a:rPr>
              <a:t>CREATE TABLE &lt;table name&gt;</a:t>
            </a:r>
          </a:p>
          <a:p>
            <a:pPr lvl="1">
              <a:lnSpc>
                <a:spcPct val="117000"/>
              </a:lnSpc>
            </a:pPr>
            <a:r>
              <a:rPr lang="en-GB" dirty="0">
                <a:solidFill>
                  <a:srgbClr val="333366"/>
                </a:solidFill>
                <a:latin typeface="+mn-lt"/>
              </a:rPr>
              <a:t>( </a:t>
            </a:r>
            <a:endParaRPr lang="en-GB" dirty="0" smtClean="0">
              <a:solidFill>
                <a:srgbClr val="333366"/>
              </a:solidFill>
              <a:latin typeface="+mn-lt"/>
            </a:endParaRPr>
          </a:p>
          <a:p>
            <a:pPr lvl="1">
              <a:lnSpc>
                <a:spcPct val="117000"/>
              </a:lnSpc>
            </a:pPr>
            <a:r>
              <a:rPr lang="en-GB" dirty="0" smtClean="0">
                <a:solidFill>
                  <a:srgbClr val="333366"/>
                </a:solidFill>
                <a:latin typeface="+mn-lt"/>
              </a:rPr>
              <a:t>field1 </a:t>
            </a:r>
            <a:r>
              <a:rPr lang="en-GB" dirty="0" err="1">
                <a:solidFill>
                  <a:srgbClr val="333366"/>
                </a:solidFill>
                <a:latin typeface="+mn-lt"/>
              </a:rPr>
              <a:t>datatype</a:t>
            </a:r>
            <a:r>
              <a:rPr lang="en-GB" dirty="0">
                <a:solidFill>
                  <a:srgbClr val="333366"/>
                </a:solidFill>
                <a:latin typeface="+mn-lt"/>
              </a:rPr>
              <a:t> ( NOT NULL ),</a:t>
            </a:r>
          </a:p>
          <a:p>
            <a:pPr lvl="1">
              <a:lnSpc>
                <a:spcPct val="117000"/>
              </a:lnSpc>
            </a:pPr>
            <a:r>
              <a:rPr lang="en-GB" dirty="0">
                <a:solidFill>
                  <a:srgbClr val="333366"/>
                </a:solidFill>
                <a:latin typeface="+mn-lt"/>
              </a:rPr>
              <a:t>  field2 </a:t>
            </a:r>
            <a:r>
              <a:rPr lang="en-GB" dirty="0" err="1">
                <a:solidFill>
                  <a:srgbClr val="333366"/>
                </a:solidFill>
                <a:latin typeface="+mn-lt"/>
              </a:rPr>
              <a:t>datatype</a:t>
            </a:r>
            <a:r>
              <a:rPr lang="en-GB" dirty="0">
                <a:solidFill>
                  <a:srgbClr val="333366"/>
                </a:solidFill>
                <a:latin typeface="+mn-lt"/>
              </a:rPr>
              <a:t> ( NOT NULL )</a:t>
            </a:r>
          </a:p>
          <a:p>
            <a:pPr lvl="1">
              <a:lnSpc>
                <a:spcPct val="117000"/>
              </a:lnSpc>
            </a:pPr>
            <a:r>
              <a:rPr lang="en-GB" dirty="0">
                <a:solidFill>
                  <a:srgbClr val="333366"/>
                </a:solidFill>
                <a:latin typeface="+mn-lt"/>
              </a:rPr>
              <a:t>);</a:t>
            </a:r>
          </a:p>
          <a:p>
            <a:endParaRPr lang="ru-RU" dirty="0">
              <a:latin typeface="+mn-lt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965208" y="4718953"/>
            <a:ext cx="3574577" cy="23955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1000"/>
              </a:spcAft>
            </a:pPr>
            <a:r>
              <a:rPr lang="en-US" altLang="ru-RU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alt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ru-RU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uk-UA" altLang="ru-RU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ru-RU" dirty="0">
                <a:solidFill>
                  <a:srgbClr val="000000"/>
                </a:solidFill>
                <a:latin typeface="Calibri" panose="020F0502020204030204" pitchFamily="34" charset="0"/>
              </a:rPr>
              <a:t>DEPARTMENT</a:t>
            </a:r>
            <a:r>
              <a:rPr lang="uk-UA" altLang="ru-RU" dirty="0">
                <a:solidFill>
                  <a:srgbClr val="000000"/>
                </a:solidFill>
                <a:latin typeface="Calibri" panose="020F0502020204030204" pitchFamily="34" charset="0"/>
              </a:rPr>
              <a:t> </a:t>
            </a:r>
            <a:r>
              <a:rPr lang="uk-UA" altLang="ru-RU" dirty="0" smtClean="0">
                <a:solidFill>
                  <a:srgbClr val="000000"/>
                </a:solidFill>
                <a:latin typeface="Calibri" panose="020F0502020204030204" pitchFamily="34" charset="0"/>
              </a:rPr>
              <a:t>(</a:t>
            </a:r>
            <a:endParaRPr lang="en-US" altLang="ru-RU" dirty="0" smtClean="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>
              <a:spcAft>
                <a:spcPts val="1000"/>
              </a:spcAft>
            </a:pPr>
            <a:r>
              <a:rPr lang="en-US" altLang="ru-RU" dirty="0" smtClean="0">
                <a:solidFill>
                  <a:srgbClr val="000000"/>
                </a:solidFill>
                <a:latin typeface="Consolas" panose="020B0609020204030204" pitchFamily="49" charset="0"/>
              </a:rPr>
              <a:t>ID </a:t>
            </a:r>
            <a:r>
              <a:rPr lang="en-US" altLang="ru-RU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uk-UA" altLang="ru-RU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altLang="ru-RU" dirty="0">
                <a:solidFill>
                  <a:srgbClr val="0000FF"/>
                </a:solidFill>
                <a:latin typeface="Consolas" panose="020B0609020204030204" pitchFamily="49" charset="0"/>
              </a:rPr>
              <a:t>NOT NULL</a:t>
            </a:r>
            <a:r>
              <a:rPr lang="en-US" altLang="ru-RU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alt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spcAft>
                <a:spcPts val="1000"/>
              </a:spcAft>
            </a:pPr>
            <a:r>
              <a:rPr lang="en-US" altLang="ru-RU" dirty="0" smtClean="0">
                <a:solidFill>
                  <a:srgbClr val="000000"/>
                </a:solidFill>
                <a:latin typeface="Consolas" panose="020B0609020204030204" pitchFamily="49" charset="0"/>
              </a:rPr>
              <a:t>NAME </a:t>
            </a:r>
            <a:r>
              <a:rPr lang="en-US" altLang="ru-RU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altLang="ru-RU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altLang="ru-RU" dirty="0">
                <a:solidFill>
                  <a:srgbClr val="000000"/>
                </a:solidFill>
                <a:latin typeface="Consolas" panose="020B0609020204030204" pitchFamily="49" charset="0"/>
              </a:rPr>
              <a:t>30</a:t>
            </a:r>
            <a:r>
              <a:rPr lang="en-US" altLang="ru-RU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en-US" altLang="ru-RU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>
              <a:spcAft>
                <a:spcPts val="1000"/>
              </a:spcAft>
            </a:pPr>
            <a:r>
              <a:rPr lang="en-US" altLang="ru-RU" dirty="0" smtClean="0">
                <a:solidFill>
                  <a:srgbClr val="000000"/>
                </a:solidFill>
                <a:latin typeface="Consolas" panose="020B0609020204030204" pitchFamily="49" charset="0"/>
              </a:rPr>
              <a:t>CITY </a:t>
            </a:r>
            <a:r>
              <a:rPr lang="en-US" altLang="ru-RU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altLang="ru-RU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altLang="ru-RU" dirty="0">
                <a:solidFill>
                  <a:srgbClr val="000000"/>
                </a:solidFill>
                <a:latin typeface="Consolas" panose="020B0609020204030204" pitchFamily="49" charset="0"/>
              </a:rPr>
              <a:t>30</a:t>
            </a:r>
            <a:r>
              <a:rPr lang="uk-UA" altLang="ru-RU" dirty="0" smtClean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endParaRPr lang="en-US" altLang="ru-RU" dirty="0" smtClean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>
              <a:spcAft>
                <a:spcPts val="1000"/>
              </a:spcAft>
            </a:pPr>
            <a:r>
              <a:rPr lang="en-US" altLang="ru-RU" dirty="0" smtClean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22412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/>
              <a:t>Modify table structure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ct val="100000"/>
              <a:defRPr/>
            </a:pPr>
            <a:r>
              <a:rPr lang="en-US" altLang="ru-RU" dirty="0">
                <a:solidFill>
                  <a:srgbClr val="404040"/>
                </a:solidFill>
              </a:rPr>
              <a:t>For modifying the existing structure of DB tables, we use are </a:t>
            </a:r>
          </a:p>
          <a:p>
            <a:pPr marL="533400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ct val="100000"/>
              <a:defRPr/>
            </a:pPr>
            <a:r>
              <a:rPr lang="en-US" altLang="ru-RU" dirty="0">
                <a:solidFill>
                  <a:srgbClr val="0000FF"/>
                </a:solidFill>
                <a:latin typeface="Calibri" panose="020F0502020204030204" pitchFamily="34" charset="0"/>
              </a:rPr>
              <a:t>ALTER TABLE</a:t>
            </a:r>
            <a:r>
              <a:rPr lang="en-US" altLang="ru-RU" dirty="0">
                <a:solidFill>
                  <a:srgbClr val="404040"/>
                </a:solidFill>
              </a:rPr>
              <a:t> and </a:t>
            </a:r>
            <a:r>
              <a:rPr lang="en-US" altLang="ru-RU" dirty="0">
                <a:solidFill>
                  <a:srgbClr val="0000FF"/>
                </a:solidFill>
                <a:latin typeface="Calibri" panose="020F0502020204030204" pitchFamily="34" charset="0"/>
              </a:rPr>
              <a:t>DROP TABLE </a:t>
            </a:r>
            <a:r>
              <a:rPr lang="en-US" altLang="ru-RU" dirty="0">
                <a:solidFill>
                  <a:srgbClr val="404040"/>
                </a:solidFill>
              </a:rPr>
              <a:t> commands</a:t>
            </a:r>
            <a:endParaRPr lang="en-US" altLang="ru-RU" dirty="0">
              <a:solidFill>
                <a:srgbClr val="0000FF"/>
              </a:solidFill>
              <a:latin typeface="Calibri" panose="020F0502020204030204" pitchFamily="34" charset="0"/>
            </a:endParaRPr>
          </a:p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ct val="100000"/>
              <a:defRPr/>
            </a:pPr>
            <a:r>
              <a:rPr lang="en-US" altLang="ru-RU" dirty="0">
                <a:solidFill>
                  <a:srgbClr val="404040"/>
                </a:solidFill>
              </a:rPr>
              <a:t>For modifying the structure of the table, we can do one from the following:</a:t>
            </a:r>
          </a:p>
          <a:p>
            <a:pPr marL="555625" indent="-342900">
              <a:buClr>
                <a:srgbClr val="000000"/>
              </a:buClr>
              <a:buSzPct val="45000"/>
              <a:defRPr/>
            </a:pPr>
            <a:r>
              <a:rPr lang="en-US" altLang="ru-RU" dirty="0">
                <a:solidFill>
                  <a:srgbClr val="0000FF"/>
                </a:solidFill>
                <a:latin typeface="Calibri" panose="020F0502020204030204" pitchFamily="34" charset="0"/>
              </a:rPr>
              <a:t>ADD [COLUMN] </a:t>
            </a:r>
            <a:r>
              <a:rPr lang="en-US" altLang="ru-RU" dirty="0">
                <a:solidFill>
                  <a:srgbClr val="404040"/>
                </a:solidFill>
              </a:rPr>
              <a:t>– add a new field</a:t>
            </a:r>
          </a:p>
          <a:p>
            <a:pPr marL="555625" indent="-342900">
              <a:buClr>
                <a:srgbClr val="000000"/>
              </a:buClr>
              <a:buSzPct val="45000"/>
              <a:defRPr/>
            </a:pPr>
            <a:r>
              <a:rPr lang="en-US" altLang="ru-RU" dirty="0">
                <a:solidFill>
                  <a:srgbClr val="0000FF"/>
                </a:solidFill>
                <a:latin typeface="Calibri" panose="020F0502020204030204" pitchFamily="34" charset="0"/>
              </a:rPr>
              <a:t>ALTER [COLUMN] </a:t>
            </a:r>
            <a:r>
              <a:rPr lang="en-US" altLang="ru-RU" dirty="0">
                <a:solidFill>
                  <a:srgbClr val="404040"/>
                </a:solidFill>
              </a:rPr>
              <a:t>– modify the field</a:t>
            </a:r>
          </a:p>
          <a:p>
            <a:pPr marL="555625" indent="-342900">
              <a:buClr>
                <a:srgbClr val="000000"/>
              </a:buClr>
              <a:buSzPct val="45000"/>
              <a:defRPr/>
            </a:pPr>
            <a:r>
              <a:rPr lang="en-US" altLang="ru-RU" dirty="0">
                <a:solidFill>
                  <a:srgbClr val="0000FF"/>
                </a:solidFill>
                <a:latin typeface="Calibri" panose="020F0502020204030204" pitchFamily="34" charset="0"/>
              </a:rPr>
              <a:t>DROP [COLUMN]</a:t>
            </a:r>
            <a:r>
              <a:rPr lang="en-US" altLang="ru-RU" dirty="0">
                <a:solidFill>
                  <a:srgbClr val="404040"/>
                </a:solidFill>
              </a:rPr>
              <a:t> – delete the field</a:t>
            </a:r>
          </a:p>
          <a:p>
            <a:pPr marL="555625" indent="-342900">
              <a:buClr>
                <a:srgbClr val="000000"/>
              </a:buClr>
              <a:buSzPct val="45000"/>
              <a:defRPr/>
            </a:pPr>
            <a:r>
              <a:rPr lang="en-US" altLang="ru-RU" dirty="0">
                <a:solidFill>
                  <a:srgbClr val="0000FF"/>
                </a:solidFill>
                <a:latin typeface="Calibri" panose="020F0502020204030204" pitchFamily="34" charset="0"/>
              </a:rPr>
              <a:t>ADD CONSTRAINT </a:t>
            </a:r>
            <a:r>
              <a:rPr lang="en-US" altLang="ru-RU" dirty="0">
                <a:solidFill>
                  <a:srgbClr val="404040"/>
                </a:solidFill>
                <a:latin typeface="Calibri" panose="020F0502020204030204" pitchFamily="34" charset="0"/>
              </a:rPr>
              <a:t>–</a:t>
            </a:r>
            <a:r>
              <a:rPr lang="en-US" altLang="ru-RU" dirty="0">
                <a:solidFill>
                  <a:srgbClr val="404040"/>
                </a:solidFill>
              </a:rPr>
              <a:t> add a new constraint</a:t>
            </a:r>
          </a:p>
          <a:p>
            <a:pPr marL="555625" indent="-342900">
              <a:buClr>
                <a:srgbClr val="000000"/>
              </a:buClr>
              <a:buSzPct val="45000"/>
              <a:defRPr/>
            </a:pPr>
            <a:r>
              <a:rPr lang="en-US" altLang="ru-RU" dirty="0">
                <a:solidFill>
                  <a:srgbClr val="0000FF"/>
                </a:solidFill>
                <a:latin typeface="Calibri" panose="020F0502020204030204" pitchFamily="34" charset="0"/>
              </a:rPr>
              <a:t>DROP CONSTRAINT </a:t>
            </a:r>
            <a:r>
              <a:rPr lang="en-US" altLang="ru-RU" dirty="0">
                <a:solidFill>
                  <a:srgbClr val="404040"/>
                </a:solidFill>
              </a:rPr>
              <a:t>– delete the constraint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677743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 1"/>
          <p:cNvSpPr/>
          <p:nvPr/>
        </p:nvSpPr>
        <p:spPr>
          <a:xfrm>
            <a:off x="727880" y="510619"/>
            <a:ext cx="6096000" cy="56768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lnSpc>
                <a:spcPct val="117000"/>
              </a:lnSpc>
            </a:pPr>
            <a:r>
              <a:rPr lang="en-GB" sz="2400" dirty="0">
                <a:latin typeface="Comic Sans MS" panose="030F0702030302020204" pitchFamily="66" charset="0"/>
              </a:rPr>
              <a:t>Example:</a:t>
            </a:r>
          </a:p>
          <a:p>
            <a:pPr>
              <a:lnSpc>
                <a:spcPct val="93000"/>
              </a:lnSpc>
            </a:pPr>
            <a:r>
              <a:rPr lang="en-GB" sz="2400" dirty="0">
                <a:latin typeface="OCR A Extended" panose="02010509020102010303" pitchFamily="50" charset="0"/>
              </a:rPr>
              <a:t>CREATE TABLE</a:t>
            </a:r>
            <a:r>
              <a:rPr lang="en-GB" sz="2400" dirty="0"/>
              <a:t> </a:t>
            </a:r>
            <a:r>
              <a:rPr lang="en-GB" sz="2400" dirty="0" err="1"/>
              <a:t>FoodCart</a:t>
            </a:r>
            <a:r>
              <a:rPr lang="en-GB" sz="2400" dirty="0"/>
              <a:t> (</a:t>
            </a:r>
          </a:p>
          <a:p>
            <a:pPr>
              <a:lnSpc>
                <a:spcPct val="93000"/>
              </a:lnSpc>
            </a:pPr>
            <a:r>
              <a:rPr lang="en-GB" sz="2400" dirty="0"/>
              <a:t>date </a:t>
            </a:r>
            <a:r>
              <a:rPr lang="en-GB" sz="2400" dirty="0" err="1">
                <a:latin typeface="OCR A Extended" panose="02010509020102010303" pitchFamily="50" charset="0"/>
              </a:rPr>
              <a:t>varchar</a:t>
            </a:r>
            <a:r>
              <a:rPr lang="en-GB" sz="2400" dirty="0"/>
              <a:t>(10),</a:t>
            </a:r>
          </a:p>
          <a:p>
            <a:pPr>
              <a:lnSpc>
                <a:spcPct val="93000"/>
              </a:lnSpc>
            </a:pPr>
            <a:r>
              <a:rPr lang="en-GB" sz="2400" dirty="0"/>
              <a:t>food </a:t>
            </a:r>
            <a:r>
              <a:rPr lang="en-GB" sz="2400" dirty="0" err="1">
                <a:latin typeface="OCR A Extended" panose="02010509020102010303" pitchFamily="50" charset="0"/>
              </a:rPr>
              <a:t>varchar</a:t>
            </a:r>
            <a:r>
              <a:rPr lang="en-GB" sz="2400" dirty="0"/>
              <a:t>(20),</a:t>
            </a:r>
          </a:p>
          <a:p>
            <a:pPr>
              <a:lnSpc>
                <a:spcPct val="93000"/>
              </a:lnSpc>
            </a:pPr>
            <a:r>
              <a:rPr lang="en-GB" sz="2400" dirty="0"/>
              <a:t>profit </a:t>
            </a:r>
            <a:r>
              <a:rPr lang="en-GB" sz="2400" dirty="0">
                <a:latin typeface="OCR A Extended" panose="02010509020102010303" pitchFamily="50" charset="0"/>
              </a:rPr>
              <a:t>float</a:t>
            </a:r>
          </a:p>
          <a:p>
            <a:pPr>
              <a:lnSpc>
                <a:spcPct val="93000"/>
              </a:lnSpc>
            </a:pPr>
            <a:r>
              <a:rPr lang="en-GB" sz="2400" dirty="0"/>
              <a:t>);</a:t>
            </a:r>
          </a:p>
          <a:p>
            <a:pPr>
              <a:lnSpc>
                <a:spcPct val="93000"/>
              </a:lnSpc>
            </a:pPr>
            <a:endParaRPr lang="en-GB" sz="2400" dirty="0"/>
          </a:p>
          <a:p>
            <a:pPr>
              <a:lnSpc>
                <a:spcPct val="93000"/>
              </a:lnSpc>
            </a:pPr>
            <a:r>
              <a:rPr lang="en-GB" sz="2400" dirty="0">
                <a:latin typeface="OCR A Extended" panose="02010509020102010303" pitchFamily="50" charset="0"/>
              </a:rPr>
              <a:t>ALTER TABLE</a:t>
            </a:r>
            <a:r>
              <a:rPr lang="en-GB" sz="2400" dirty="0"/>
              <a:t> </a:t>
            </a:r>
            <a:r>
              <a:rPr lang="en-GB" sz="2400" dirty="0" err="1"/>
              <a:t>FoodCart</a:t>
            </a:r>
            <a:r>
              <a:rPr lang="en-GB" sz="2400" dirty="0"/>
              <a:t> (</a:t>
            </a:r>
          </a:p>
          <a:p>
            <a:pPr>
              <a:lnSpc>
                <a:spcPct val="93000"/>
              </a:lnSpc>
            </a:pPr>
            <a:r>
              <a:rPr lang="en-GB" sz="2400" dirty="0">
                <a:latin typeface="OCR A Extended" panose="02010509020102010303" pitchFamily="50" charset="0"/>
              </a:rPr>
              <a:t>ADD </a:t>
            </a:r>
            <a:r>
              <a:rPr lang="en-GB" sz="2400" dirty="0"/>
              <a:t>sold </a:t>
            </a:r>
            <a:r>
              <a:rPr lang="en-GB" sz="2400" dirty="0" err="1">
                <a:latin typeface="OCR A Extended" panose="02010509020102010303" pitchFamily="50" charset="0"/>
              </a:rPr>
              <a:t>int</a:t>
            </a:r>
            <a:endParaRPr lang="en-GB" sz="2400" dirty="0">
              <a:latin typeface="OCR A Extended" panose="02010509020102010303" pitchFamily="50" charset="0"/>
            </a:endParaRPr>
          </a:p>
          <a:p>
            <a:pPr>
              <a:lnSpc>
                <a:spcPct val="93000"/>
              </a:lnSpc>
            </a:pPr>
            <a:r>
              <a:rPr lang="en-GB" sz="2400" dirty="0"/>
              <a:t>);</a:t>
            </a:r>
          </a:p>
          <a:p>
            <a:pPr>
              <a:lnSpc>
                <a:spcPct val="93000"/>
              </a:lnSpc>
            </a:pPr>
            <a:endParaRPr lang="en-GB" sz="2400" dirty="0"/>
          </a:p>
          <a:p>
            <a:pPr>
              <a:lnSpc>
                <a:spcPct val="93000"/>
              </a:lnSpc>
            </a:pPr>
            <a:r>
              <a:rPr lang="en-GB" sz="2400" dirty="0">
                <a:latin typeface="OCR A Extended" panose="02010509020102010303" pitchFamily="50" charset="0"/>
              </a:rPr>
              <a:t>ALTER TABLE</a:t>
            </a:r>
            <a:r>
              <a:rPr lang="en-GB" sz="2400" dirty="0"/>
              <a:t> </a:t>
            </a:r>
            <a:r>
              <a:rPr lang="en-GB" sz="2400" dirty="0" err="1"/>
              <a:t>FoodCart</a:t>
            </a:r>
            <a:r>
              <a:rPr lang="en-GB" sz="2400" dirty="0"/>
              <a:t>(</a:t>
            </a:r>
          </a:p>
          <a:p>
            <a:pPr>
              <a:lnSpc>
                <a:spcPct val="93000"/>
              </a:lnSpc>
            </a:pPr>
            <a:r>
              <a:rPr lang="en-GB" sz="2400" dirty="0">
                <a:latin typeface="OCR A Extended" panose="02010509020102010303" pitchFamily="50" charset="0"/>
              </a:rPr>
              <a:t>DROP COLUMN</a:t>
            </a:r>
            <a:r>
              <a:rPr lang="en-GB" sz="2400" dirty="0"/>
              <a:t> profit</a:t>
            </a:r>
          </a:p>
          <a:p>
            <a:pPr>
              <a:lnSpc>
                <a:spcPct val="93000"/>
              </a:lnSpc>
            </a:pPr>
            <a:r>
              <a:rPr lang="en-GB" sz="2400" dirty="0"/>
              <a:t>);</a:t>
            </a:r>
          </a:p>
          <a:p>
            <a:pPr>
              <a:lnSpc>
                <a:spcPct val="93000"/>
              </a:lnSpc>
            </a:pPr>
            <a:endParaRPr lang="en-GB" sz="2400" dirty="0"/>
          </a:p>
          <a:p>
            <a:pPr>
              <a:lnSpc>
                <a:spcPct val="93000"/>
              </a:lnSpc>
            </a:pPr>
            <a:r>
              <a:rPr lang="en-GB" sz="2400" dirty="0">
                <a:latin typeface="OCR A Extended" panose="02010509020102010303" pitchFamily="50" charset="0"/>
              </a:rPr>
              <a:t>DROP TABLE</a:t>
            </a:r>
            <a:r>
              <a:rPr lang="en-GB" sz="2400" dirty="0"/>
              <a:t> </a:t>
            </a:r>
            <a:r>
              <a:rPr lang="en-GB" sz="2400" dirty="0" err="1"/>
              <a:t>FoodCart</a:t>
            </a:r>
            <a:r>
              <a:rPr lang="en-GB" sz="2400" dirty="0"/>
              <a:t>;</a:t>
            </a: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7561999" y="1247943"/>
            <a:ext cx="3354389" cy="565151"/>
            <a:chOff x="3990" y="1470"/>
            <a:chExt cx="2113" cy="356"/>
          </a:xfrm>
        </p:grpSpPr>
        <p:sp>
          <p:nvSpPr>
            <p:cNvPr id="31" name="Rectangle 4"/>
            <p:cNvSpPr>
              <a:spLocks noChangeArrowheads="1"/>
            </p:cNvSpPr>
            <p:nvPr/>
          </p:nvSpPr>
          <p:spPr bwMode="auto">
            <a:xfrm>
              <a:off x="5311" y="1470"/>
              <a:ext cx="791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profit</a:t>
              </a:r>
            </a:p>
          </p:txBody>
        </p:sp>
        <p:sp>
          <p:nvSpPr>
            <p:cNvPr id="32" name="Rectangle 5"/>
            <p:cNvSpPr>
              <a:spLocks noChangeArrowheads="1"/>
            </p:cNvSpPr>
            <p:nvPr/>
          </p:nvSpPr>
          <p:spPr bwMode="auto">
            <a:xfrm>
              <a:off x="4650" y="1470"/>
              <a:ext cx="661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food</a:t>
              </a:r>
            </a:p>
          </p:txBody>
        </p:sp>
        <p:sp>
          <p:nvSpPr>
            <p:cNvPr id="33" name="Rectangle 6"/>
            <p:cNvSpPr>
              <a:spLocks noChangeArrowheads="1"/>
            </p:cNvSpPr>
            <p:nvPr/>
          </p:nvSpPr>
          <p:spPr bwMode="auto">
            <a:xfrm>
              <a:off x="3990" y="1470"/>
              <a:ext cx="66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date</a:t>
              </a:r>
            </a:p>
          </p:txBody>
        </p:sp>
        <p:sp>
          <p:nvSpPr>
            <p:cNvPr id="34" name="Line 7"/>
            <p:cNvSpPr>
              <a:spLocks noChangeShapeType="1"/>
            </p:cNvSpPr>
            <p:nvPr/>
          </p:nvSpPr>
          <p:spPr bwMode="auto">
            <a:xfrm>
              <a:off x="3990" y="1470"/>
              <a:ext cx="2112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35" name="Line 8"/>
            <p:cNvSpPr>
              <a:spLocks noChangeShapeType="1"/>
            </p:cNvSpPr>
            <p:nvPr/>
          </p:nvSpPr>
          <p:spPr bwMode="auto">
            <a:xfrm>
              <a:off x="3990" y="1825"/>
              <a:ext cx="2112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36" name="Line 9"/>
            <p:cNvSpPr>
              <a:spLocks noChangeShapeType="1"/>
            </p:cNvSpPr>
            <p:nvPr/>
          </p:nvSpPr>
          <p:spPr bwMode="auto">
            <a:xfrm>
              <a:off x="3990" y="1470"/>
              <a:ext cx="1" cy="35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37" name="Line 10"/>
            <p:cNvSpPr>
              <a:spLocks noChangeShapeType="1"/>
            </p:cNvSpPr>
            <p:nvPr/>
          </p:nvSpPr>
          <p:spPr bwMode="auto">
            <a:xfrm>
              <a:off x="4650" y="1470"/>
              <a:ext cx="1" cy="35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38" name="Line 11"/>
            <p:cNvSpPr>
              <a:spLocks noChangeShapeType="1"/>
            </p:cNvSpPr>
            <p:nvPr/>
          </p:nvSpPr>
          <p:spPr bwMode="auto">
            <a:xfrm>
              <a:off x="5311" y="1470"/>
              <a:ext cx="1" cy="35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39" name="Line 12"/>
            <p:cNvSpPr>
              <a:spLocks noChangeShapeType="1"/>
            </p:cNvSpPr>
            <p:nvPr/>
          </p:nvSpPr>
          <p:spPr bwMode="auto">
            <a:xfrm>
              <a:off x="6102" y="1470"/>
              <a:ext cx="1" cy="35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</p:grpSp>
      <p:grpSp>
        <p:nvGrpSpPr>
          <p:cNvPr id="6" name="Group 13"/>
          <p:cNvGrpSpPr>
            <a:grpSpLocks/>
          </p:cNvGrpSpPr>
          <p:nvPr/>
        </p:nvGrpSpPr>
        <p:grpSpPr bwMode="auto">
          <a:xfrm>
            <a:off x="6438453" y="3138483"/>
            <a:ext cx="4573588" cy="565151"/>
            <a:chOff x="3222" y="2478"/>
            <a:chExt cx="2881" cy="356"/>
          </a:xfrm>
        </p:grpSpPr>
        <p:sp>
          <p:nvSpPr>
            <p:cNvPr id="20" name="Rectangle 14"/>
            <p:cNvSpPr>
              <a:spLocks noChangeArrowheads="1"/>
            </p:cNvSpPr>
            <p:nvPr/>
          </p:nvSpPr>
          <p:spPr bwMode="auto">
            <a:xfrm>
              <a:off x="5382" y="2478"/>
              <a:ext cx="72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sold</a:t>
              </a:r>
            </a:p>
          </p:txBody>
        </p:sp>
        <p:sp>
          <p:nvSpPr>
            <p:cNvPr id="21" name="Rectangle 15"/>
            <p:cNvSpPr>
              <a:spLocks noChangeArrowheads="1"/>
            </p:cNvSpPr>
            <p:nvPr/>
          </p:nvSpPr>
          <p:spPr bwMode="auto">
            <a:xfrm>
              <a:off x="4662" y="2478"/>
              <a:ext cx="72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profit</a:t>
              </a:r>
            </a:p>
          </p:txBody>
        </p:sp>
        <p:sp>
          <p:nvSpPr>
            <p:cNvPr id="22" name="Rectangle 16"/>
            <p:cNvSpPr>
              <a:spLocks noChangeArrowheads="1"/>
            </p:cNvSpPr>
            <p:nvPr/>
          </p:nvSpPr>
          <p:spPr bwMode="auto">
            <a:xfrm>
              <a:off x="3942" y="2478"/>
              <a:ext cx="72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food</a:t>
              </a:r>
            </a:p>
          </p:txBody>
        </p:sp>
        <p:sp>
          <p:nvSpPr>
            <p:cNvPr id="23" name="Rectangle 17"/>
            <p:cNvSpPr>
              <a:spLocks noChangeArrowheads="1"/>
            </p:cNvSpPr>
            <p:nvPr/>
          </p:nvSpPr>
          <p:spPr bwMode="auto">
            <a:xfrm>
              <a:off x="3222" y="2478"/>
              <a:ext cx="72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 dirty="0">
                  <a:solidFill>
                    <a:srgbClr val="000000"/>
                  </a:solidFill>
                </a:rPr>
                <a:t>date</a:t>
              </a:r>
            </a:p>
          </p:txBody>
        </p:sp>
        <p:sp>
          <p:nvSpPr>
            <p:cNvPr id="24" name="Line 18"/>
            <p:cNvSpPr>
              <a:spLocks noChangeShapeType="1"/>
            </p:cNvSpPr>
            <p:nvPr/>
          </p:nvSpPr>
          <p:spPr bwMode="auto">
            <a:xfrm>
              <a:off x="3222" y="2478"/>
              <a:ext cx="2880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25" name="Line 19"/>
            <p:cNvSpPr>
              <a:spLocks noChangeShapeType="1"/>
            </p:cNvSpPr>
            <p:nvPr/>
          </p:nvSpPr>
          <p:spPr bwMode="auto">
            <a:xfrm>
              <a:off x="3222" y="2833"/>
              <a:ext cx="2880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26" name="Line 20"/>
            <p:cNvSpPr>
              <a:spLocks noChangeShapeType="1"/>
            </p:cNvSpPr>
            <p:nvPr/>
          </p:nvSpPr>
          <p:spPr bwMode="auto">
            <a:xfrm>
              <a:off x="3222" y="2478"/>
              <a:ext cx="1" cy="35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27" name="Line 21"/>
            <p:cNvSpPr>
              <a:spLocks noChangeShapeType="1"/>
            </p:cNvSpPr>
            <p:nvPr/>
          </p:nvSpPr>
          <p:spPr bwMode="auto">
            <a:xfrm>
              <a:off x="3942" y="2478"/>
              <a:ext cx="1" cy="35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28" name="Line 22"/>
            <p:cNvSpPr>
              <a:spLocks noChangeShapeType="1"/>
            </p:cNvSpPr>
            <p:nvPr/>
          </p:nvSpPr>
          <p:spPr bwMode="auto">
            <a:xfrm>
              <a:off x="4662" y="2478"/>
              <a:ext cx="1" cy="35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29" name="Line 23"/>
            <p:cNvSpPr>
              <a:spLocks noChangeShapeType="1"/>
            </p:cNvSpPr>
            <p:nvPr/>
          </p:nvSpPr>
          <p:spPr bwMode="auto">
            <a:xfrm>
              <a:off x="5382" y="2478"/>
              <a:ext cx="1" cy="35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30" name="Line 24"/>
            <p:cNvSpPr>
              <a:spLocks noChangeShapeType="1"/>
            </p:cNvSpPr>
            <p:nvPr/>
          </p:nvSpPr>
          <p:spPr bwMode="auto">
            <a:xfrm>
              <a:off x="6102" y="2478"/>
              <a:ext cx="1" cy="35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</p:grpSp>
      <p:grpSp>
        <p:nvGrpSpPr>
          <p:cNvPr id="7" name="Group 25"/>
          <p:cNvGrpSpPr>
            <a:grpSpLocks/>
          </p:cNvGrpSpPr>
          <p:nvPr/>
        </p:nvGrpSpPr>
        <p:grpSpPr bwMode="auto">
          <a:xfrm>
            <a:off x="7962455" y="4645031"/>
            <a:ext cx="3049589" cy="565151"/>
            <a:chOff x="4182" y="3390"/>
            <a:chExt cx="1921" cy="356"/>
          </a:xfrm>
        </p:grpSpPr>
        <p:sp>
          <p:nvSpPr>
            <p:cNvPr id="11" name="Rectangle 26"/>
            <p:cNvSpPr>
              <a:spLocks noChangeArrowheads="1"/>
            </p:cNvSpPr>
            <p:nvPr/>
          </p:nvSpPr>
          <p:spPr bwMode="auto">
            <a:xfrm>
              <a:off x="5383" y="3390"/>
              <a:ext cx="719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sold</a:t>
              </a:r>
            </a:p>
          </p:txBody>
        </p:sp>
        <p:sp>
          <p:nvSpPr>
            <p:cNvPr id="12" name="Rectangle 27"/>
            <p:cNvSpPr>
              <a:spLocks noChangeArrowheads="1"/>
            </p:cNvSpPr>
            <p:nvPr/>
          </p:nvSpPr>
          <p:spPr bwMode="auto">
            <a:xfrm>
              <a:off x="4782" y="3390"/>
              <a:ext cx="601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food</a:t>
              </a:r>
            </a:p>
          </p:txBody>
        </p:sp>
        <p:sp>
          <p:nvSpPr>
            <p:cNvPr id="13" name="Rectangle 28"/>
            <p:cNvSpPr>
              <a:spLocks noChangeArrowheads="1"/>
            </p:cNvSpPr>
            <p:nvPr/>
          </p:nvSpPr>
          <p:spPr bwMode="auto">
            <a:xfrm>
              <a:off x="4182" y="3390"/>
              <a:ext cx="60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 dirty="0">
                  <a:solidFill>
                    <a:srgbClr val="000000"/>
                  </a:solidFill>
                </a:rPr>
                <a:t>date</a:t>
              </a:r>
            </a:p>
          </p:txBody>
        </p:sp>
        <p:sp>
          <p:nvSpPr>
            <p:cNvPr id="14" name="Line 29"/>
            <p:cNvSpPr>
              <a:spLocks noChangeShapeType="1"/>
            </p:cNvSpPr>
            <p:nvPr/>
          </p:nvSpPr>
          <p:spPr bwMode="auto">
            <a:xfrm>
              <a:off x="4182" y="3390"/>
              <a:ext cx="1920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15" name="Line 30"/>
            <p:cNvSpPr>
              <a:spLocks noChangeShapeType="1"/>
            </p:cNvSpPr>
            <p:nvPr/>
          </p:nvSpPr>
          <p:spPr bwMode="auto">
            <a:xfrm>
              <a:off x="4182" y="3745"/>
              <a:ext cx="1920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16" name="Line 31"/>
            <p:cNvSpPr>
              <a:spLocks noChangeShapeType="1"/>
            </p:cNvSpPr>
            <p:nvPr/>
          </p:nvSpPr>
          <p:spPr bwMode="auto">
            <a:xfrm>
              <a:off x="4182" y="3390"/>
              <a:ext cx="1" cy="35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17" name="Line 32"/>
            <p:cNvSpPr>
              <a:spLocks noChangeShapeType="1"/>
            </p:cNvSpPr>
            <p:nvPr/>
          </p:nvSpPr>
          <p:spPr bwMode="auto">
            <a:xfrm>
              <a:off x="4782" y="3390"/>
              <a:ext cx="1" cy="35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18" name="Line 33"/>
            <p:cNvSpPr>
              <a:spLocks noChangeShapeType="1"/>
            </p:cNvSpPr>
            <p:nvPr/>
          </p:nvSpPr>
          <p:spPr bwMode="auto">
            <a:xfrm>
              <a:off x="5383" y="3390"/>
              <a:ext cx="1" cy="35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19" name="Line 34"/>
            <p:cNvSpPr>
              <a:spLocks noChangeShapeType="1"/>
            </p:cNvSpPr>
            <p:nvPr/>
          </p:nvSpPr>
          <p:spPr bwMode="auto">
            <a:xfrm>
              <a:off x="6102" y="3390"/>
              <a:ext cx="1" cy="35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</p:grpSp>
      <p:sp>
        <p:nvSpPr>
          <p:cNvPr id="8" name="Text Box 35"/>
          <p:cNvSpPr txBox="1">
            <a:spLocks noChangeArrowheads="1"/>
          </p:cNvSpPr>
          <p:nvPr/>
        </p:nvSpPr>
        <p:spPr bwMode="auto">
          <a:xfrm>
            <a:off x="7561997" y="866939"/>
            <a:ext cx="1524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defPPr>
              <a:defRPr lang="en-GB"/>
            </a:defPPr>
            <a:lvl1pPr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4302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6461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862013" indent="-214313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10779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Font typeface="Times New Roman" panose="02020603050405020304" pitchFamily="18" charset="0"/>
              <a:buNone/>
            </a:pPr>
            <a:r>
              <a:rPr lang="en-GB" sz="20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FoodCart</a:t>
            </a:r>
            <a:endParaRPr lang="en-GB" sz="20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9" name="Text Box 36"/>
          <p:cNvSpPr txBox="1">
            <a:spLocks noChangeArrowheads="1"/>
          </p:cNvSpPr>
          <p:nvPr/>
        </p:nvSpPr>
        <p:spPr bwMode="auto">
          <a:xfrm>
            <a:off x="6438453" y="2757477"/>
            <a:ext cx="1524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defPPr>
              <a:defRPr lang="en-GB"/>
            </a:defPPr>
            <a:lvl1pPr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4302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6461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862013" indent="-214313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10779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Font typeface="Times New Roman" panose="02020603050405020304" pitchFamily="18" charset="0"/>
              <a:buNone/>
            </a:pPr>
            <a:r>
              <a:rPr lang="en-GB" sz="20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FoodCart</a:t>
            </a:r>
            <a:endParaRPr lang="en-GB" sz="20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  <p:sp>
        <p:nvSpPr>
          <p:cNvPr id="10" name="Text Box 37"/>
          <p:cNvSpPr txBox="1">
            <a:spLocks noChangeArrowheads="1"/>
          </p:cNvSpPr>
          <p:nvPr/>
        </p:nvSpPr>
        <p:spPr bwMode="auto">
          <a:xfrm>
            <a:off x="7962453" y="4264021"/>
            <a:ext cx="1524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defPPr>
              <a:defRPr lang="en-GB"/>
            </a:defPPr>
            <a:lvl1pPr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4302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6461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862013" indent="-214313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10779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Font typeface="Times New Roman" panose="02020603050405020304" pitchFamily="18" charset="0"/>
              <a:buNone/>
            </a:pPr>
            <a:r>
              <a:rPr lang="en-GB" sz="20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FoodCart</a:t>
            </a:r>
            <a:endParaRPr lang="en-GB" sz="20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44341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ru-RU" dirty="0"/>
              <a:t>Simple integrity constraint </a:t>
            </a:r>
            <a:r>
              <a:rPr lang="en-US" altLang="ru-RU" dirty="0" smtClean="0"/>
              <a:t>types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SzPct val="100000"/>
              <a:tabLst>
                <a:tab pos="1120775" algn="l"/>
                <a:tab pos="1570038" algn="l"/>
                <a:tab pos="2019300" algn="l"/>
                <a:tab pos="2468563" algn="l"/>
                <a:tab pos="2917825" algn="l"/>
                <a:tab pos="3367088" algn="l"/>
                <a:tab pos="3816350" algn="l"/>
                <a:tab pos="4265613" algn="l"/>
                <a:tab pos="4714875" algn="l"/>
                <a:tab pos="5164138" algn="l"/>
                <a:tab pos="5613400" algn="l"/>
                <a:tab pos="6062663" algn="l"/>
                <a:tab pos="6511925" algn="l"/>
                <a:tab pos="6961188" algn="l"/>
                <a:tab pos="7410450" algn="l"/>
                <a:tab pos="7859713" algn="l"/>
                <a:tab pos="8308975" algn="l"/>
                <a:tab pos="8758238" algn="l"/>
                <a:tab pos="9207500" algn="l"/>
                <a:tab pos="9656763" algn="l"/>
              </a:tabLst>
              <a:defRPr/>
            </a:pPr>
            <a:r>
              <a:rPr lang="en-US" altLang="ru-RU" dirty="0">
                <a:solidFill>
                  <a:srgbClr val="404040"/>
                </a:solidFill>
              </a:rPr>
              <a:t>Integrity constraint can be divided into the following types:</a:t>
            </a:r>
          </a:p>
          <a:p>
            <a:pPr marL="668338" indent="-439738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/>
            </a:pPr>
            <a:r>
              <a:rPr lang="en-US" altLang="ru-RU" dirty="0">
                <a:solidFill>
                  <a:srgbClr val="404040"/>
                </a:solidFill>
              </a:rPr>
              <a:t>PRIMARY KEY</a:t>
            </a:r>
          </a:p>
          <a:p>
            <a:pPr marL="668338" indent="-439738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/>
            </a:pPr>
            <a:r>
              <a:rPr lang="en-US" altLang="ru-RU" dirty="0">
                <a:solidFill>
                  <a:srgbClr val="404040"/>
                </a:solidFill>
              </a:rPr>
              <a:t>UNIQUE</a:t>
            </a:r>
          </a:p>
          <a:p>
            <a:pPr marL="668338" indent="-439738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/>
            </a:pPr>
            <a:r>
              <a:rPr lang="en-US" altLang="ru-RU" dirty="0">
                <a:solidFill>
                  <a:srgbClr val="404040"/>
                </a:solidFill>
              </a:rPr>
              <a:t>NULL/NOT NULL</a:t>
            </a:r>
          </a:p>
          <a:p>
            <a:pPr marL="668338" indent="-439738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/>
            </a:pPr>
            <a:r>
              <a:rPr lang="en-US" altLang="ru-RU" dirty="0">
                <a:solidFill>
                  <a:srgbClr val="404040"/>
                </a:solidFill>
              </a:rPr>
              <a:t>FOREIGN KEY/REFERENCE</a:t>
            </a:r>
            <a:endParaRPr lang="uk-UA" altLang="ru-RU" dirty="0">
              <a:solidFill>
                <a:srgbClr val="404040"/>
              </a:solidFill>
            </a:endParaRPr>
          </a:p>
          <a:p>
            <a:pPr marL="668338" indent="-439738">
              <a:lnSpc>
                <a:spcPct val="115000"/>
              </a:lnSpc>
              <a:spcBef>
                <a:spcPts val="500"/>
              </a:spcBef>
              <a:spcAft>
                <a:spcPts val="50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buChar char=""/>
              <a:defRPr/>
            </a:pPr>
            <a:r>
              <a:rPr lang="en-US" altLang="ru-RU" dirty="0">
                <a:solidFill>
                  <a:srgbClr val="404040"/>
                </a:solidFill>
              </a:rPr>
              <a:t>CHECK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514015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>
                <a:latin typeface="+mn-lt"/>
              </a:rPr>
              <a:t>SELECT Statement</a:t>
            </a:r>
            <a:endParaRPr lang="ru-RU" dirty="0">
              <a:latin typeface="+mn-lt"/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Main SQL commands to extract data from database tables:</a:t>
            </a:r>
            <a:endParaRPr lang="uk-UA" dirty="0"/>
          </a:p>
          <a:p>
            <a:r>
              <a:rPr lang="en-US" dirty="0">
                <a:solidFill>
                  <a:srgbClr val="0033CC"/>
                </a:solidFill>
              </a:rPr>
              <a:t>SELECT</a:t>
            </a:r>
            <a:r>
              <a:rPr lang="en-US" dirty="0"/>
              <a:t> * </a:t>
            </a:r>
            <a:r>
              <a:rPr lang="en-US" dirty="0">
                <a:solidFill>
                  <a:srgbClr val="0033CC"/>
                </a:solidFill>
              </a:rPr>
              <a:t>FROM</a:t>
            </a:r>
            <a:r>
              <a:rPr lang="en-US" dirty="0"/>
              <a:t> &lt;table name&gt;</a:t>
            </a:r>
          </a:p>
          <a:p>
            <a:r>
              <a:rPr lang="en-US" dirty="0">
                <a:solidFill>
                  <a:srgbClr val="0033CC"/>
                </a:solidFill>
              </a:rPr>
              <a:t>SELECT</a:t>
            </a:r>
            <a:r>
              <a:rPr lang="en-US" dirty="0"/>
              <a:t> &lt;field name</a:t>
            </a:r>
            <a:r>
              <a:rPr lang="uk-UA" dirty="0"/>
              <a:t>1</a:t>
            </a:r>
            <a:r>
              <a:rPr lang="en-US" dirty="0"/>
              <a:t>&gt;</a:t>
            </a:r>
            <a:r>
              <a:rPr lang="uk-UA" dirty="0"/>
              <a:t>, </a:t>
            </a:r>
            <a:r>
              <a:rPr lang="en-US" dirty="0"/>
              <a:t>&lt;field name</a:t>
            </a:r>
            <a:r>
              <a:rPr lang="uk-UA" dirty="0"/>
              <a:t>2</a:t>
            </a:r>
            <a:r>
              <a:rPr lang="en-US" dirty="0"/>
              <a:t>&gt;, … </a:t>
            </a:r>
            <a:r>
              <a:rPr lang="en-US" dirty="0">
                <a:solidFill>
                  <a:srgbClr val="0033CC"/>
                </a:solidFill>
              </a:rPr>
              <a:t>FROM</a:t>
            </a:r>
            <a:r>
              <a:rPr lang="en-US" dirty="0"/>
              <a:t> &lt;table&gt;</a:t>
            </a:r>
          </a:p>
          <a:p>
            <a:r>
              <a:rPr lang="en-US" dirty="0"/>
              <a:t>For example:</a:t>
            </a:r>
          </a:p>
          <a:p>
            <a:pPr marL="723900"/>
            <a:r>
              <a:rPr lang="en-US" dirty="0">
                <a:solidFill>
                  <a:srgbClr val="0033CC"/>
                </a:solidFill>
              </a:rPr>
              <a:t>SELECT</a:t>
            </a:r>
            <a:r>
              <a:rPr lang="en-US" dirty="0"/>
              <a:t> CITY </a:t>
            </a:r>
            <a:r>
              <a:rPr lang="en-US" dirty="0">
                <a:solidFill>
                  <a:srgbClr val="0033CC"/>
                </a:solidFill>
              </a:rPr>
              <a:t>FROM</a:t>
            </a:r>
            <a:r>
              <a:rPr lang="en-US" dirty="0"/>
              <a:t> DEPARTMENT</a:t>
            </a:r>
          </a:p>
          <a:p>
            <a:pPr marL="723900"/>
            <a:r>
              <a:rPr lang="en-US" dirty="0">
                <a:solidFill>
                  <a:srgbClr val="0033CC"/>
                </a:solidFill>
              </a:rPr>
              <a:t>SELECT</a:t>
            </a:r>
            <a:r>
              <a:rPr lang="en-US" dirty="0"/>
              <a:t> ID, NAME </a:t>
            </a:r>
            <a:r>
              <a:rPr lang="en-US" dirty="0">
                <a:solidFill>
                  <a:srgbClr val="0033CC"/>
                </a:solidFill>
              </a:rPr>
              <a:t>FROM</a:t>
            </a:r>
            <a:r>
              <a:rPr lang="en-US" dirty="0"/>
              <a:t> STUDENT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4833471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/>
        </p:nvSpPr>
        <p:spPr bwMode="auto">
          <a:xfrm>
            <a:off x="1503364" y="-25529"/>
            <a:ext cx="2325687" cy="888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800" tIns="50400" rIns="100800" bIns="50400" numCol="1" anchor="ctr" anchorCtr="0" compatLnSpc="1">
            <a:prstTxWarp prst="textNoShape">
              <a:avLst/>
            </a:prstTxWarp>
          </a:bodyPr>
          <a:lstStyle>
            <a:lvl1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457200"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914400"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1371600"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1828800"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100000"/>
              </a:lnSpc>
              <a:tabLst>
                <a:tab pos="0" algn="l"/>
                <a:tab pos="1006475" algn="l"/>
                <a:tab pos="2014538" algn="l"/>
                <a:tab pos="3022600" algn="l"/>
                <a:tab pos="4030663" algn="l"/>
                <a:tab pos="5038725" algn="l"/>
                <a:tab pos="6046788" algn="l"/>
                <a:tab pos="7054850" algn="l"/>
                <a:tab pos="8062913" algn="l"/>
                <a:tab pos="9070975" algn="l"/>
                <a:tab pos="10079038" algn="l"/>
              </a:tabLst>
            </a:pPr>
            <a:r>
              <a:rPr lang="en-GB" sz="3200" dirty="0" smtClean="0">
                <a:latin typeface="+mn-lt"/>
              </a:rPr>
              <a:t>Person</a:t>
            </a:r>
            <a:endParaRPr lang="en-GB" sz="3200" dirty="0">
              <a:latin typeface="+mn-lt"/>
            </a:endParaRPr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1503364" y="684013"/>
            <a:ext cx="3470276" cy="2373316"/>
            <a:chOff x="342" y="1038"/>
            <a:chExt cx="2186" cy="1495"/>
          </a:xfrm>
        </p:grpSpPr>
        <p:sp>
          <p:nvSpPr>
            <p:cNvPr id="51" name="Rectangle 4"/>
            <p:cNvSpPr>
              <a:spLocks noChangeArrowheads="1"/>
            </p:cNvSpPr>
            <p:nvPr/>
          </p:nvSpPr>
          <p:spPr bwMode="auto">
            <a:xfrm>
              <a:off x="1745" y="2283"/>
              <a:ext cx="78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80</a:t>
              </a:r>
            </a:p>
          </p:txBody>
        </p:sp>
        <p:sp>
          <p:nvSpPr>
            <p:cNvPr id="52" name="Rectangle 5"/>
            <p:cNvSpPr>
              <a:spLocks noChangeArrowheads="1"/>
            </p:cNvSpPr>
            <p:nvPr/>
          </p:nvSpPr>
          <p:spPr bwMode="auto">
            <a:xfrm>
              <a:off x="1159" y="2283"/>
              <a:ext cx="58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34</a:t>
              </a:r>
            </a:p>
          </p:txBody>
        </p:sp>
        <p:sp>
          <p:nvSpPr>
            <p:cNvPr id="53" name="Rectangle 6"/>
            <p:cNvSpPr>
              <a:spLocks noChangeArrowheads="1"/>
            </p:cNvSpPr>
            <p:nvPr/>
          </p:nvSpPr>
          <p:spPr bwMode="auto">
            <a:xfrm>
              <a:off x="342" y="2283"/>
              <a:ext cx="81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Peter</a:t>
              </a:r>
            </a:p>
          </p:txBody>
        </p:sp>
        <p:sp>
          <p:nvSpPr>
            <p:cNvPr id="54" name="Rectangle 7"/>
            <p:cNvSpPr>
              <a:spLocks noChangeArrowheads="1"/>
            </p:cNvSpPr>
            <p:nvPr/>
          </p:nvSpPr>
          <p:spPr bwMode="auto">
            <a:xfrm>
              <a:off x="1745" y="2034"/>
              <a:ext cx="78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54</a:t>
              </a:r>
            </a:p>
          </p:txBody>
        </p:sp>
        <p:sp>
          <p:nvSpPr>
            <p:cNvPr id="55" name="Rectangle 8"/>
            <p:cNvSpPr>
              <a:spLocks noChangeArrowheads="1"/>
            </p:cNvSpPr>
            <p:nvPr/>
          </p:nvSpPr>
          <p:spPr bwMode="auto">
            <a:xfrm>
              <a:off x="1159" y="2034"/>
              <a:ext cx="58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54</a:t>
              </a:r>
            </a:p>
          </p:txBody>
        </p:sp>
        <p:sp>
          <p:nvSpPr>
            <p:cNvPr id="56" name="Rectangle 9"/>
            <p:cNvSpPr>
              <a:spLocks noChangeArrowheads="1"/>
            </p:cNvSpPr>
            <p:nvPr/>
          </p:nvSpPr>
          <p:spPr bwMode="auto">
            <a:xfrm>
              <a:off x="342" y="2034"/>
              <a:ext cx="81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Helena</a:t>
              </a:r>
            </a:p>
          </p:txBody>
        </p:sp>
        <p:sp>
          <p:nvSpPr>
            <p:cNvPr id="57" name="Rectangle 10"/>
            <p:cNvSpPr>
              <a:spLocks noChangeArrowheads="1"/>
            </p:cNvSpPr>
            <p:nvPr/>
          </p:nvSpPr>
          <p:spPr bwMode="auto">
            <a:xfrm>
              <a:off x="1745" y="1785"/>
              <a:ext cx="78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70</a:t>
              </a:r>
            </a:p>
          </p:txBody>
        </p:sp>
        <p:sp>
          <p:nvSpPr>
            <p:cNvPr id="58" name="Rectangle 11"/>
            <p:cNvSpPr>
              <a:spLocks noChangeArrowheads="1"/>
            </p:cNvSpPr>
            <p:nvPr/>
          </p:nvSpPr>
          <p:spPr bwMode="auto">
            <a:xfrm>
              <a:off x="1159" y="1785"/>
              <a:ext cx="58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29</a:t>
              </a:r>
            </a:p>
          </p:txBody>
        </p:sp>
        <p:sp>
          <p:nvSpPr>
            <p:cNvPr id="59" name="Rectangle 12"/>
            <p:cNvSpPr>
              <a:spLocks noChangeArrowheads="1"/>
            </p:cNvSpPr>
            <p:nvPr/>
          </p:nvSpPr>
          <p:spPr bwMode="auto">
            <a:xfrm>
              <a:off x="342" y="1785"/>
              <a:ext cx="81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George</a:t>
              </a:r>
            </a:p>
          </p:txBody>
        </p:sp>
        <p:sp>
          <p:nvSpPr>
            <p:cNvPr id="60" name="Rectangle 13"/>
            <p:cNvSpPr>
              <a:spLocks noChangeArrowheads="1"/>
            </p:cNvSpPr>
            <p:nvPr/>
          </p:nvSpPr>
          <p:spPr bwMode="auto">
            <a:xfrm>
              <a:off x="1745" y="1536"/>
              <a:ext cx="78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64</a:t>
              </a:r>
            </a:p>
          </p:txBody>
        </p:sp>
        <p:sp>
          <p:nvSpPr>
            <p:cNvPr id="61" name="Rectangle 14"/>
            <p:cNvSpPr>
              <a:spLocks noChangeArrowheads="1"/>
            </p:cNvSpPr>
            <p:nvPr/>
          </p:nvSpPr>
          <p:spPr bwMode="auto">
            <a:xfrm>
              <a:off x="1159" y="1536"/>
              <a:ext cx="58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28</a:t>
              </a:r>
            </a:p>
          </p:txBody>
        </p:sp>
        <p:sp>
          <p:nvSpPr>
            <p:cNvPr id="62" name="Rectangle 15"/>
            <p:cNvSpPr>
              <a:spLocks noChangeArrowheads="1"/>
            </p:cNvSpPr>
            <p:nvPr/>
          </p:nvSpPr>
          <p:spPr bwMode="auto">
            <a:xfrm>
              <a:off x="342" y="1536"/>
              <a:ext cx="81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Sally</a:t>
              </a:r>
            </a:p>
          </p:txBody>
        </p:sp>
        <p:sp>
          <p:nvSpPr>
            <p:cNvPr id="63" name="Rectangle 16"/>
            <p:cNvSpPr>
              <a:spLocks noChangeArrowheads="1"/>
            </p:cNvSpPr>
            <p:nvPr/>
          </p:nvSpPr>
          <p:spPr bwMode="auto">
            <a:xfrm>
              <a:off x="1745" y="1287"/>
              <a:ext cx="78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80</a:t>
              </a:r>
            </a:p>
          </p:txBody>
        </p:sp>
        <p:sp>
          <p:nvSpPr>
            <p:cNvPr id="64" name="Rectangle 17"/>
            <p:cNvSpPr>
              <a:spLocks noChangeArrowheads="1"/>
            </p:cNvSpPr>
            <p:nvPr/>
          </p:nvSpPr>
          <p:spPr bwMode="auto">
            <a:xfrm>
              <a:off x="1159" y="1287"/>
              <a:ext cx="58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34</a:t>
              </a:r>
            </a:p>
          </p:txBody>
        </p:sp>
        <p:sp>
          <p:nvSpPr>
            <p:cNvPr id="65" name="Rectangle 18"/>
            <p:cNvSpPr>
              <a:spLocks noChangeArrowheads="1"/>
            </p:cNvSpPr>
            <p:nvPr/>
          </p:nvSpPr>
          <p:spPr bwMode="auto">
            <a:xfrm>
              <a:off x="342" y="1287"/>
              <a:ext cx="81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Harry</a:t>
              </a:r>
            </a:p>
          </p:txBody>
        </p:sp>
        <p:sp>
          <p:nvSpPr>
            <p:cNvPr id="66" name="Rectangle 19"/>
            <p:cNvSpPr>
              <a:spLocks noChangeArrowheads="1"/>
            </p:cNvSpPr>
            <p:nvPr/>
          </p:nvSpPr>
          <p:spPr bwMode="auto">
            <a:xfrm>
              <a:off x="1745" y="1038"/>
              <a:ext cx="782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Weight</a:t>
              </a:r>
            </a:p>
          </p:txBody>
        </p:sp>
        <p:sp>
          <p:nvSpPr>
            <p:cNvPr id="67" name="Rectangle 20"/>
            <p:cNvSpPr>
              <a:spLocks noChangeArrowheads="1"/>
            </p:cNvSpPr>
            <p:nvPr/>
          </p:nvSpPr>
          <p:spPr bwMode="auto">
            <a:xfrm>
              <a:off x="1159" y="1038"/>
              <a:ext cx="586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Age</a:t>
              </a:r>
            </a:p>
          </p:txBody>
        </p:sp>
        <p:sp>
          <p:nvSpPr>
            <p:cNvPr id="68" name="Rectangle 21"/>
            <p:cNvSpPr>
              <a:spLocks noChangeArrowheads="1"/>
            </p:cNvSpPr>
            <p:nvPr/>
          </p:nvSpPr>
          <p:spPr bwMode="auto">
            <a:xfrm>
              <a:off x="342" y="1038"/>
              <a:ext cx="817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Name</a:t>
              </a:r>
            </a:p>
          </p:txBody>
        </p:sp>
        <p:sp>
          <p:nvSpPr>
            <p:cNvPr id="69" name="Line 22"/>
            <p:cNvSpPr>
              <a:spLocks noChangeShapeType="1"/>
            </p:cNvSpPr>
            <p:nvPr/>
          </p:nvSpPr>
          <p:spPr bwMode="auto">
            <a:xfrm>
              <a:off x="342" y="1038"/>
              <a:ext cx="2185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70" name="Line 23"/>
            <p:cNvSpPr>
              <a:spLocks noChangeShapeType="1"/>
            </p:cNvSpPr>
            <p:nvPr/>
          </p:nvSpPr>
          <p:spPr bwMode="auto">
            <a:xfrm>
              <a:off x="342" y="1287"/>
              <a:ext cx="2185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71" name="Line 24"/>
            <p:cNvSpPr>
              <a:spLocks noChangeShapeType="1"/>
            </p:cNvSpPr>
            <p:nvPr/>
          </p:nvSpPr>
          <p:spPr bwMode="auto">
            <a:xfrm>
              <a:off x="342" y="1536"/>
              <a:ext cx="2185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72" name="Line 25"/>
            <p:cNvSpPr>
              <a:spLocks noChangeShapeType="1"/>
            </p:cNvSpPr>
            <p:nvPr/>
          </p:nvSpPr>
          <p:spPr bwMode="auto">
            <a:xfrm>
              <a:off x="342" y="1785"/>
              <a:ext cx="2185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73" name="Line 26"/>
            <p:cNvSpPr>
              <a:spLocks noChangeShapeType="1"/>
            </p:cNvSpPr>
            <p:nvPr/>
          </p:nvSpPr>
          <p:spPr bwMode="auto">
            <a:xfrm>
              <a:off x="342" y="2034"/>
              <a:ext cx="2185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74" name="Line 27"/>
            <p:cNvSpPr>
              <a:spLocks noChangeShapeType="1"/>
            </p:cNvSpPr>
            <p:nvPr/>
          </p:nvSpPr>
          <p:spPr bwMode="auto">
            <a:xfrm>
              <a:off x="342" y="2283"/>
              <a:ext cx="2185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75" name="Line 28"/>
            <p:cNvSpPr>
              <a:spLocks noChangeShapeType="1"/>
            </p:cNvSpPr>
            <p:nvPr/>
          </p:nvSpPr>
          <p:spPr bwMode="auto">
            <a:xfrm>
              <a:off x="342" y="2532"/>
              <a:ext cx="2185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76" name="Line 29"/>
            <p:cNvSpPr>
              <a:spLocks noChangeShapeType="1"/>
            </p:cNvSpPr>
            <p:nvPr/>
          </p:nvSpPr>
          <p:spPr bwMode="auto">
            <a:xfrm>
              <a:off x="342" y="1038"/>
              <a:ext cx="1" cy="1494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77" name="Line 30"/>
            <p:cNvSpPr>
              <a:spLocks noChangeShapeType="1"/>
            </p:cNvSpPr>
            <p:nvPr/>
          </p:nvSpPr>
          <p:spPr bwMode="auto">
            <a:xfrm>
              <a:off x="1159" y="1038"/>
              <a:ext cx="1" cy="149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78" name="Line 31"/>
            <p:cNvSpPr>
              <a:spLocks noChangeShapeType="1"/>
            </p:cNvSpPr>
            <p:nvPr/>
          </p:nvSpPr>
          <p:spPr bwMode="auto">
            <a:xfrm>
              <a:off x="1745" y="1038"/>
              <a:ext cx="1" cy="1494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79" name="Line 32"/>
            <p:cNvSpPr>
              <a:spLocks noChangeShapeType="1"/>
            </p:cNvSpPr>
            <p:nvPr/>
          </p:nvSpPr>
          <p:spPr bwMode="auto">
            <a:xfrm>
              <a:off x="2527" y="1038"/>
              <a:ext cx="1" cy="1494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</p:grpSp>
      <p:grpSp>
        <p:nvGrpSpPr>
          <p:cNvPr id="4" name="Group 33"/>
          <p:cNvGrpSpPr>
            <a:grpSpLocks/>
          </p:cNvGrpSpPr>
          <p:nvPr/>
        </p:nvGrpSpPr>
        <p:grpSpPr bwMode="auto">
          <a:xfrm>
            <a:off x="6553203" y="1610522"/>
            <a:ext cx="4003677" cy="1598615"/>
            <a:chOff x="3510" y="1326"/>
            <a:chExt cx="2522" cy="1007"/>
          </a:xfrm>
        </p:grpSpPr>
        <p:sp>
          <p:nvSpPr>
            <p:cNvPr id="30" name="Rectangle 34"/>
            <p:cNvSpPr>
              <a:spLocks noChangeArrowheads="1"/>
            </p:cNvSpPr>
            <p:nvPr/>
          </p:nvSpPr>
          <p:spPr bwMode="auto">
            <a:xfrm>
              <a:off x="5128" y="2080"/>
              <a:ext cx="903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80</a:t>
              </a:r>
            </a:p>
          </p:txBody>
        </p:sp>
        <p:sp>
          <p:nvSpPr>
            <p:cNvPr id="31" name="Rectangle 35"/>
            <p:cNvSpPr>
              <a:spLocks noChangeArrowheads="1"/>
            </p:cNvSpPr>
            <p:nvPr/>
          </p:nvSpPr>
          <p:spPr bwMode="auto">
            <a:xfrm>
              <a:off x="4451" y="2080"/>
              <a:ext cx="677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34</a:t>
              </a:r>
            </a:p>
          </p:txBody>
        </p:sp>
        <p:sp>
          <p:nvSpPr>
            <p:cNvPr id="32" name="Rectangle 36"/>
            <p:cNvSpPr>
              <a:spLocks noChangeArrowheads="1"/>
            </p:cNvSpPr>
            <p:nvPr/>
          </p:nvSpPr>
          <p:spPr bwMode="auto">
            <a:xfrm>
              <a:off x="3510" y="2080"/>
              <a:ext cx="941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Peter</a:t>
              </a:r>
            </a:p>
          </p:txBody>
        </p:sp>
        <p:sp>
          <p:nvSpPr>
            <p:cNvPr id="33" name="Rectangle 37"/>
            <p:cNvSpPr>
              <a:spLocks noChangeArrowheads="1"/>
            </p:cNvSpPr>
            <p:nvPr/>
          </p:nvSpPr>
          <p:spPr bwMode="auto">
            <a:xfrm>
              <a:off x="5128" y="1829"/>
              <a:ext cx="903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54</a:t>
              </a:r>
            </a:p>
          </p:txBody>
        </p:sp>
        <p:sp>
          <p:nvSpPr>
            <p:cNvPr id="34" name="Rectangle 38"/>
            <p:cNvSpPr>
              <a:spLocks noChangeArrowheads="1"/>
            </p:cNvSpPr>
            <p:nvPr/>
          </p:nvSpPr>
          <p:spPr bwMode="auto">
            <a:xfrm>
              <a:off x="4451" y="1829"/>
              <a:ext cx="677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54</a:t>
              </a:r>
            </a:p>
          </p:txBody>
        </p:sp>
        <p:sp>
          <p:nvSpPr>
            <p:cNvPr id="35" name="Rectangle 39"/>
            <p:cNvSpPr>
              <a:spLocks noChangeArrowheads="1"/>
            </p:cNvSpPr>
            <p:nvPr/>
          </p:nvSpPr>
          <p:spPr bwMode="auto">
            <a:xfrm>
              <a:off x="3510" y="1829"/>
              <a:ext cx="941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Helena</a:t>
              </a:r>
            </a:p>
          </p:txBody>
        </p:sp>
        <p:sp>
          <p:nvSpPr>
            <p:cNvPr id="36" name="Rectangle 40"/>
            <p:cNvSpPr>
              <a:spLocks noChangeArrowheads="1"/>
            </p:cNvSpPr>
            <p:nvPr/>
          </p:nvSpPr>
          <p:spPr bwMode="auto">
            <a:xfrm>
              <a:off x="5128" y="1577"/>
              <a:ext cx="903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80</a:t>
              </a:r>
            </a:p>
          </p:txBody>
        </p:sp>
        <p:sp>
          <p:nvSpPr>
            <p:cNvPr id="37" name="Rectangle 41"/>
            <p:cNvSpPr>
              <a:spLocks noChangeArrowheads="1"/>
            </p:cNvSpPr>
            <p:nvPr/>
          </p:nvSpPr>
          <p:spPr bwMode="auto">
            <a:xfrm>
              <a:off x="4451" y="1577"/>
              <a:ext cx="677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34</a:t>
              </a:r>
            </a:p>
          </p:txBody>
        </p:sp>
        <p:sp>
          <p:nvSpPr>
            <p:cNvPr id="38" name="Rectangle 42"/>
            <p:cNvSpPr>
              <a:spLocks noChangeArrowheads="1"/>
            </p:cNvSpPr>
            <p:nvPr/>
          </p:nvSpPr>
          <p:spPr bwMode="auto">
            <a:xfrm>
              <a:off x="3510" y="1577"/>
              <a:ext cx="941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Harry</a:t>
              </a:r>
            </a:p>
          </p:txBody>
        </p:sp>
        <p:sp>
          <p:nvSpPr>
            <p:cNvPr id="39" name="Rectangle 43"/>
            <p:cNvSpPr>
              <a:spLocks noChangeArrowheads="1"/>
            </p:cNvSpPr>
            <p:nvPr/>
          </p:nvSpPr>
          <p:spPr bwMode="auto">
            <a:xfrm>
              <a:off x="5128" y="1326"/>
              <a:ext cx="903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Weight</a:t>
              </a:r>
            </a:p>
          </p:txBody>
        </p:sp>
        <p:sp>
          <p:nvSpPr>
            <p:cNvPr id="40" name="Rectangle 44"/>
            <p:cNvSpPr>
              <a:spLocks noChangeArrowheads="1"/>
            </p:cNvSpPr>
            <p:nvPr/>
          </p:nvSpPr>
          <p:spPr bwMode="auto">
            <a:xfrm>
              <a:off x="4451" y="1326"/>
              <a:ext cx="677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Age</a:t>
              </a:r>
            </a:p>
          </p:txBody>
        </p:sp>
        <p:sp>
          <p:nvSpPr>
            <p:cNvPr id="41" name="Rectangle 45"/>
            <p:cNvSpPr>
              <a:spLocks noChangeArrowheads="1"/>
            </p:cNvSpPr>
            <p:nvPr/>
          </p:nvSpPr>
          <p:spPr bwMode="auto">
            <a:xfrm>
              <a:off x="3510" y="1326"/>
              <a:ext cx="941" cy="25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Name</a:t>
              </a:r>
            </a:p>
          </p:txBody>
        </p:sp>
        <p:sp>
          <p:nvSpPr>
            <p:cNvPr id="42" name="Line 46"/>
            <p:cNvSpPr>
              <a:spLocks noChangeShapeType="1"/>
            </p:cNvSpPr>
            <p:nvPr/>
          </p:nvSpPr>
          <p:spPr bwMode="auto">
            <a:xfrm>
              <a:off x="3510" y="1326"/>
              <a:ext cx="2521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43" name="Line 47"/>
            <p:cNvSpPr>
              <a:spLocks noChangeShapeType="1"/>
            </p:cNvSpPr>
            <p:nvPr/>
          </p:nvSpPr>
          <p:spPr bwMode="auto">
            <a:xfrm>
              <a:off x="3510" y="1577"/>
              <a:ext cx="2521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44" name="Line 48"/>
            <p:cNvSpPr>
              <a:spLocks noChangeShapeType="1"/>
            </p:cNvSpPr>
            <p:nvPr/>
          </p:nvSpPr>
          <p:spPr bwMode="auto">
            <a:xfrm>
              <a:off x="3510" y="1829"/>
              <a:ext cx="2521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45" name="Line 49"/>
            <p:cNvSpPr>
              <a:spLocks noChangeShapeType="1"/>
            </p:cNvSpPr>
            <p:nvPr/>
          </p:nvSpPr>
          <p:spPr bwMode="auto">
            <a:xfrm>
              <a:off x="3510" y="2080"/>
              <a:ext cx="2521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46" name="Line 50"/>
            <p:cNvSpPr>
              <a:spLocks noChangeShapeType="1"/>
            </p:cNvSpPr>
            <p:nvPr/>
          </p:nvSpPr>
          <p:spPr bwMode="auto">
            <a:xfrm>
              <a:off x="3510" y="2332"/>
              <a:ext cx="2521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47" name="Line 51"/>
            <p:cNvSpPr>
              <a:spLocks noChangeShapeType="1"/>
            </p:cNvSpPr>
            <p:nvPr/>
          </p:nvSpPr>
          <p:spPr bwMode="auto">
            <a:xfrm>
              <a:off x="3510" y="1326"/>
              <a:ext cx="1" cy="1006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48" name="Line 52"/>
            <p:cNvSpPr>
              <a:spLocks noChangeShapeType="1"/>
            </p:cNvSpPr>
            <p:nvPr/>
          </p:nvSpPr>
          <p:spPr bwMode="auto">
            <a:xfrm>
              <a:off x="4451" y="1326"/>
              <a:ext cx="1" cy="1006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49" name="Line 53"/>
            <p:cNvSpPr>
              <a:spLocks noChangeShapeType="1"/>
            </p:cNvSpPr>
            <p:nvPr/>
          </p:nvSpPr>
          <p:spPr bwMode="auto">
            <a:xfrm>
              <a:off x="5128" y="1326"/>
              <a:ext cx="1" cy="1006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50" name="Line 54"/>
            <p:cNvSpPr>
              <a:spLocks noChangeShapeType="1"/>
            </p:cNvSpPr>
            <p:nvPr/>
          </p:nvSpPr>
          <p:spPr bwMode="auto">
            <a:xfrm>
              <a:off x="6031" y="1326"/>
              <a:ext cx="1" cy="1006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</p:grpSp>
      <p:grpSp>
        <p:nvGrpSpPr>
          <p:cNvPr id="5" name="Group 55"/>
          <p:cNvGrpSpPr>
            <a:grpSpLocks/>
          </p:cNvGrpSpPr>
          <p:nvPr/>
        </p:nvGrpSpPr>
        <p:grpSpPr bwMode="auto">
          <a:xfrm>
            <a:off x="2395256" y="4652237"/>
            <a:ext cx="1296989" cy="1658940"/>
            <a:chOff x="1014" y="3582"/>
            <a:chExt cx="817" cy="1045"/>
          </a:xfrm>
        </p:grpSpPr>
        <p:sp>
          <p:nvSpPr>
            <p:cNvPr id="19" name="Rectangle 56"/>
            <p:cNvSpPr>
              <a:spLocks noChangeArrowheads="1"/>
            </p:cNvSpPr>
            <p:nvPr/>
          </p:nvSpPr>
          <p:spPr bwMode="auto">
            <a:xfrm>
              <a:off x="1014" y="4365"/>
              <a:ext cx="816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80</a:t>
              </a:r>
            </a:p>
          </p:txBody>
        </p:sp>
        <p:sp>
          <p:nvSpPr>
            <p:cNvPr id="20" name="Rectangle 57"/>
            <p:cNvSpPr>
              <a:spLocks noChangeArrowheads="1"/>
            </p:cNvSpPr>
            <p:nvPr/>
          </p:nvSpPr>
          <p:spPr bwMode="auto">
            <a:xfrm>
              <a:off x="1014" y="4104"/>
              <a:ext cx="816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54</a:t>
              </a:r>
            </a:p>
          </p:txBody>
        </p:sp>
        <p:sp>
          <p:nvSpPr>
            <p:cNvPr id="21" name="Rectangle 58"/>
            <p:cNvSpPr>
              <a:spLocks noChangeArrowheads="1"/>
            </p:cNvSpPr>
            <p:nvPr/>
          </p:nvSpPr>
          <p:spPr bwMode="auto">
            <a:xfrm>
              <a:off x="1014" y="3843"/>
              <a:ext cx="816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80</a:t>
              </a:r>
            </a:p>
          </p:txBody>
        </p:sp>
        <p:sp>
          <p:nvSpPr>
            <p:cNvPr id="22" name="Rectangle 59"/>
            <p:cNvSpPr>
              <a:spLocks noChangeArrowheads="1"/>
            </p:cNvSpPr>
            <p:nvPr/>
          </p:nvSpPr>
          <p:spPr bwMode="auto">
            <a:xfrm>
              <a:off x="1014" y="3582"/>
              <a:ext cx="816" cy="26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 dirty="0">
                  <a:solidFill>
                    <a:srgbClr val="000000"/>
                  </a:solidFill>
                  <a:latin typeface="+mn-lt"/>
                </a:rPr>
                <a:t>Weight</a:t>
              </a:r>
            </a:p>
          </p:txBody>
        </p:sp>
        <p:sp>
          <p:nvSpPr>
            <p:cNvPr id="23" name="Line 60"/>
            <p:cNvSpPr>
              <a:spLocks noChangeShapeType="1"/>
            </p:cNvSpPr>
            <p:nvPr/>
          </p:nvSpPr>
          <p:spPr bwMode="auto">
            <a:xfrm>
              <a:off x="1014" y="3582"/>
              <a:ext cx="816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24" name="Line 61"/>
            <p:cNvSpPr>
              <a:spLocks noChangeShapeType="1"/>
            </p:cNvSpPr>
            <p:nvPr/>
          </p:nvSpPr>
          <p:spPr bwMode="auto">
            <a:xfrm>
              <a:off x="1014" y="3843"/>
              <a:ext cx="816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25" name="Line 62"/>
            <p:cNvSpPr>
              <a:spLocks noChangeShapeType="1"/>
            </p:cNvSpPr>
            <p:nvPr/>
          </p:nvSpPr>
          <p:spPr bwMode="auto">
            <a:xfrm>
              <a:off x="1014" y="4104"/>
              <a:ext cx="816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26" name="Line 63"/>
            <p:cNvSpPr>
              <a:spLocks noChangeShapeType="1"/>
            </p:cNvSpPr>
            <p:nvPr/>
          </p:nvSpPr>
          <p:spPr bwMode="auto">
            <a:xfrm>
              <a:off x="1014" y="4365"/>
              <a:ext cx="816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27" name="Line 64"/>
            <p:cNvSpPr>
              <a:spLocks noChangeShapeType="1"/>
            </p:cNvSpPr>
            <p:nvPr/>
          </p:nvSpPr>
          <p:spPr bwMode="auto">
            <a:xfrm>
              <a:off x="1014" y="4626"/>
              <a:ext cx="816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28" name="Line 65"/>
            <p:cNvSpPr>
              <a:spLocks noChangeShapeType="1"/>
            </p:cNvSpPr>
            <p:nvPr/>
          </p:nvSpPr>
          <p:spPr bwMode="auto">
            <a:xfrm>
              <a:off x="1014" y="3582"/>
              <a:ext cx="1" cy="1044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29" name="Line 66"/>
            <p:cNvSpPr>
              <a:spLocks noChangeShapeType="1"/>
            </p:cNvSpPr>
            <p:nvPr/>
          </p:nvSpPr>
          <p:spPr bwMode="auto">
            <a:xfrm>
              <a:off x="1830" y="3582"/>
              <a:ext cx="1" cy="1044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</p:grpSp>
      <p:sp>
        <p:nvSpPr>
          <p:cNvPr id="6" name="Rectangle 67"/>
          <p:cNvSpPr>
            <a:spLocks noChangeArrowheads="1"/>
          </p:cNvSpPr>
          <p:nvPr/>
        </p:nvSpPr>
        <p:spPr bwMode="auto">
          <a:xfrm>
            <a:off x="6096000" y="86519"/>
            <a:ext cx="3657600" cy="151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00800" tIns="50400" rIns="100800" bIns="50400" anchor="ctr"/>
          <a:lstStyle>
            <a:defPPr>
              <a:defRPr lang="en-GB"/>
            </a:defPPr>
            <a:lvl1pPr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4302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6461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862013" indent="-214313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10779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SzPct val="100000"/>
              <a:buFont typeface="Arial" panose="020B0604020202020204" pitchFamily="34" charset="0"/>
              <a:buNone/>
            </a:pPr>
            <a:r>
              <a:rPr lang="en-GB" sz="2800">
                <a:solidFill>
                  <a:srgbClr val="333366"/>
                </a:solidFill>
                <a:latin typeface="+mn-lt"/>
              </a:rPr>
              <a:t>1) SELECT *</a:t>
            </a:r>
            <a:br>
              <a:rPr lang="en-GB" sz="2800">
                <a:solidFill>
                  <a:srgbClr val="333366"/>
                </a:solidFill>
                <a:latin typeface="+mn-lt"/>
              </a:rPr>
            </a:br>
            <a:r>
              <a:rPr lang="en-GB" sz="2800">
                <a:solidFill>
                  <a:srgbClr val="333366"/>
                </a:solidFill>
                <a:latin typeface="+mn-lt"/>
              </a:rPr>
              <a:t>    FROM person</a:t>
            </a:r>
            <a:br>
              <a:rPr lang="en-GB" sz="2800">
                <a:solidFill>
                  <a:srgbClr val="333366"/>
                </a:solidFill>
                <a:latin typeface="+mn-lt"/>
              </a:rPr>
            </a:br>
            <a:r>
              <a:rPr lang="en-GB" sz="2800">
                <a:solidFill>
                  <a:srgbClr val="333366"/>
                </a:solidFill>
                <a:latin typeface="+mn-lt"/>
              </a:rPr>
              <a:t>    WHERE age &gt; 30;</a:t>
            </a:r>
          </a:p>
        </p:txBody>
      </p:sp>
      <p:sp>
        <p:nvSpPr>
          <p:cNvPr id="7" name="Rectangle 68"/>
          <p:cNvSpPr>
            <a:spLocks noChangeArrowheads="1"/>
          </p:cNvSpPr>
          <p:nvPr/>
        </p:nvSpPr>
        <p:spPr bwMode="auto">
          <a:xfrm>
            <a:off x="1390652" y="3385351"/>
            <a:ext cx="3581400" cy="1066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00800" tIns="50400" rIns="100800" bIns="50400" anchor="ctr"/>
          <a:lstStyle>
            <a:defPPr>
              <a:defRPr lang="en-GB"/>
            </a:defPPr>
            <a:lvl1pPr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4302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6461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862013" indent="-214313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10779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SzPct val="100000"/>
              <a:buFont typeface="Arial" panose="020B0604020202020204" pitchFamily="34" charset="0"/>
              <a:buNone/>
            </a:pPr>
            <a:r>
              <a:rPr lang="en-GB" sz="2800" dirty="0">
                <a:solidFill>
                  <a:srgbClr val="333366"/>
                </a:solidFill>
                <a:latin typeface="+mn-lt"/>
              </a:rPr>
              <a:t>2) SELECT weight</a:t>
            </a:r>
            <a:br>
              <a:rPr lang="en-GB" sz="2800" dirty="0">
                <a:solidFill>
                  <a:srgbClr val="333366"/>
                </a:solidFill>
                <a:latin typeface="+mn-lt"/>
              </a:rPr>
            </a:br>
            <a:r>
              <a:rPr lang="en-GB" sz="2800" dirty="0">
                <a:solidFill>
                  <a:srgbClr val="333366"/>
                </a:solidFill>
                <a:latin typeface="+mn-lt"/>
              </a:rPr>
              <a:t>    FROM person</a:t>
            </a:r>
            <a:br>
              <a:rPr lang="en-GB" sz="2800" dirty="0">
                <a:solidFill>
                  <a:srgbClr val="333366"/>
                </a:solidFill>
                <a:latin typeface="+mn-lt"/>
              </a:rPr>
            </a:br>
            <a:r>
              <a:rPr lang="en-GB" sz="2800" dirty="0">
                <a:solidFill>
                  <a:srgbClr val="333366"/>
                </a:solidFill>
                <a:latin typeface="+mn-lt"/>
              </a:rPr>
              <a:t>    WHERE age &gt; 30;</a:t>
            </a:r>
          </a:p>
        </p:txBody>
      </p:sp>
      <p:sp>
        <p:nvSpPr>
          <p:cNvPr id="8" name="Rectangle 69"/>
          <p:cNvSpPr>
            <a:spLocks noChangeArrowheads="1"/>
          </p:cNvSpPr>
          <p:nvPr/>
        </p:nvSpPr>
        <p:spPr bwMode="auto">
          <a:xfrm>
            <a:off x="6019800" y="3515519"/>
            <a:ext cx="4876800" cy="1511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00800" tIns="50400" rIns="100800" bIns="50400" anchor="ctr"/>
          <a:lstStyle>
            <a:defPPr>
              <a:defRPr lang="en-GB"/>
            </a:defPPr>
            <a:lvl1pPr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4302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6461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862013" indent="-214313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10779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SzPct val="100000"/>
              <a:buFont typeface="Arial" panose="020B0604020202020204" pitchFamily="34" charset="0"/>
              <a:buNone/>
            </a:pPr>
            <a:r>
              <a:rPr lang="en-GB" sz="2800">
                <a:solidFill>
                  <a:srgbClr val="333366"/>
                </a:solidFill>
                <a:latin typeface="+mn-lt"/>
              </a:rPr>
              <a:t>3) SELECT </a:t>
            </a:r>
            <a:r>
              <a:rPr lang="en-GB" sz="2800" b="1">
                <a:solidFill>
                  <a:srgbClr val="333366"/>
                </a:solidFill>
                <a:latin typeface="+mn-lt"/>
              </a:rPr>
              <a:t>distinct</a:t>
            </a:r>
            <a:r>
              <a:rPr lang="en-GB" sz="2800">
                <a:solidFill>
                  <a:srgbClr val="333366"/>
                </a:solidFill>
                <a:latin typeface="+mn-lt"/>
              </a:rPr>
              <a:t> weight</a:t>
            </a:r>
            <a:br>
              <a:rPr lang="en-GB" sz="2800">
                <a:solidFill>
                  <a:srgbClr val="333366"/>
                </a:solidFill>
                <a:latin typeface="+mn-lt"/>
              </a:rPr>
            </a:br>
            <a:r>
              <a:rPr lang="en-GB" sz="2800">
                <a:solidFill>
                  <a:srgbClr val="333366"/>
                </a:solidFill>
                <a:latin typeface="+mn-lt"/>
              </a:rPr>
              <a:t>    FROM person</a:t>
            </a:r>
            <a:br>
              <a:rPr lang="en-GB" sz="2800">
                <a:solidFill>
                  <a:srgbClr val="333366"/>
                </a:solidFill>
                <a:latin typeface="+mn-lt"/>
              </a:rPr>
            </a:br>
            <a:r>
              <a:rPr lang="en-GB" sz="2800">
                <a:solidFill>
                  <a:srgbClr val="333366"/>
                </a:solidFill>
                <a:latin typeface="+mn-lt"/>
              </a:rPr>
              <a:t>    WHERE age &gt; 30;</a:t>
            </a:r>
          </a:p>
        </p:txBody>
      </p:sp>
      <p:grpSp>
        <p:nvGrpSpPr>
          <p:cNvPr id="9" name="Group 70"/>
          <p:cNvGrpSpPr>
            <a:grpSpLocks/>
          </p:cNvGrpSpPr>
          <p:nvPr/>
        </p:nvGrpSpPr>
        <p:grpSpPr bwMode="auto">
          <a:xfrm>
            <a:off x="7539032" y="5183991"/>
            <a:ext cx="1144586" cy="1235077"/>
            <a:chOff x="4131" y="3577"/>
            <a:chExt cx="721" cy="778"/>
          </a:xfrm>
        </p:grpSpPr>
        <p:sp>
          <p:nvSpPr>
            <p:cNvPr id="10" name="Rectangle 71"/>
            <p:cNvSpPr>
              <a:spLocks noChangeArrowheads="1"/>
            </p:cNvSpPr>
            <p:nvPr/>
          </p:nvSpPr>
          <p:spPr bwMode="auto">
            <a:xfrm>
              <a:off x="4131" y="4105"/>
              <a:ext cx="72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54</a:t>
              </a:r>
            </a:p>
          </p:txBody>
        </p:sp>
        <p:sp>
          <p:nvSpPr>
            <p:cNvPr id="11" name="Rectangle 72"/>
            <p:cNvSpPr>
              <a:spLocks noChangeArrowheads="1"/>
            </p:cNvSpPr>
            <p:nvPr/>
          </p:nvSpPr>
          <p:spPr bwMode="auto">
            <a:xfrm>
              <a:off x="4131" y="3826"/>
              <a:ext cx="720" cy="27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80</a:t>
              </a:r>
            </a:p>
          </p:txBody>
        </p:sp>
        <p:sp>
          <p:nvSpPr>
            <p:cNvPr id="12" name="Rectangle 73"/>
            <p:cNvSpPr>
              <a:spLocks noChangeArrowheads="1"/>
            </p:cNvSpPr>
            <p:nvPr/>
          </p:nvSpPr>
          <p:spPr bwMode="auto">
            <a:xfrm>
              <a:off x="4131" y="3577"/>
              <a:ext cx="720" cy="24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500"/>
                </a:spcBef>
                <a:buClr>
                  <a:srgbClr val="00007D"/>
                </a:buClr>
                <a:buSzPct val="75000"/>
              </a:pPr>
              <a:r>
                <a:rPr lang="en-GB" sz="2000">
                  <a:solidFill>
                    <a:srgbClr val="000000"/>
                  </a:solidFill>
                  <a:latin typeface="+mn-lt"/>
                </a:rPr>
                <a:t>Weight</a:t>
              </a:r>
            </a:p>
          </p:txBody>
        </p:sp>
        <p:sp>
          <p:nvSpPr>
            <p:cNvPr id="13" name="Line 74"/>
            <p:cNvSpPr>
              <a:spLocks noChangeShapeType="1"/>
            </p:cNvSpPr>
            <p:nvPr/>
          </p:nvSpPr>
          <p:spPr bwMode="auto">
            <a:xfrm>
              <a:off x="4131" y="3577"/>
              <a:ext cx="720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14" name="Line 75"/>
            <p:cNvSpPr>
              <a:spLocks noChangeShapeType="1"/>
            </p:cNvSpPr>
            <p:nvPr/>
          </p:nvSpPr>
          <p:spPr bwMode="auto">
            <a:xfrm>
              <a:off x="4131" y="3826"/>
              <a:ext cx="720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15" name="Line 76"/>
            <p:cNvSpPr>
              <a:spLocks noChangeShapeType="1"/>
            </p:cNvSpPr>
            <p:nvPr/>
          </p:nvSpPr>
          <p:spPr bwMode="auto">
            <a:xfrm>
              <a:off x="4131" y="4105"/>
              <a:ext cx="720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16" name="Line 77"/>
            <p:cNvSpPr>
              <a:spLocks noChangeShapeType="1"/>
            </p:cNvSpPr>
            <p:nvPr/>
          </p:nvSpPr>
          <p:spPr bwMode="auto">
            <a:xfrm>
              <a:off x="4131" y="4354"/>
              <a:ext cx="720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17" name="Line 78"/>
            <p:cNvSpPr>
              <a:spLocks noChangeShapeType="1"/>
            </p:cNvSpPr>
            <p:nvPr/>
          </p:nvSpPr>
          <p:spPr bwMode="auto">
            <a:xfrm>
              <a:off x="4131" y="3577"/>
              <a:ext cx="1" cy="777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18" name="Line 79"/>
            <p:cNvSpPr>
              <a:spLocks noChangeShapeType="1"/>
            </p:cNvSpPr>
            <p:nvPr/>
          </p:nvSpPr>
          <p:spPr bwMode="auto">
            <a:xfrm>
              <a:off x="4851" y="3577"/>
              <a:ext cx="1" cy="777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5808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ORDER BY 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>
                <a:solidFill>
                  <a:srgbClr val="0033CC"/>
                </a:solidFill>
              </a:rPr>
              <a:t>ORDER</a:t>
            </a:r>
            <a:r>
              <a:rPr lang="en-US" dirty="0"/>
              <a:t> </a:t>
            </a:r>
            <a:r>
              <a:rPr lang="en-US" dirty="0">
                <a:solidFill>
                  <a:srgbClr val="0033CC"/>
                </a:solidFill>
              </a:rPr>
              <a:t>BY</a:t>
            </a:r>
            <a:r>
              <a:rPr lang="en-US" dirty="0"/>
              <a:t> keyword is used for sorting the result set by one or more columns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To sort the records in a descending order, </a:t>
            </a:r>
            <a:br>
              <a:rPr lang="en-US" dirty="0"/>
            </a:br>
            <a:r>
              <a:rPr lang="en-US" dirty="0"/>
              <a:t>we can use the </a:t>
            </a:r>
            <a:r>
              <a:rPr lang="en-US" dirty="0">
                <a:solidFill>
                  <a:srgbClr val="0033CC"/>
                </a:solidFill>
              </a:rPr>
              <a:t>DESC</a:t>
            </a:r>
            <a:r>
              <a:rPr lang="en-US" dirty="0"/>
              <a:t> keyword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For example</a:t>
            </a:r>
          </a:p>
          <a:p>
            <a:pPr marL="723900"/>
            <a:r>
              <a:rPr lang="en-US" dirty="0">
                <a:solidFill>
                  <a:srgbClr val="0033CC"/>
                </a:solidFill>
              </a:rPr>
              <a:t>SELECT</a:t>
            </a:r>
            <a:r>
              <a:rPr lang="en-US" dirty="0"/>
              <a:t> NAME </a:t>
            </a:r>
          </a:p>
          <a:p>
            <a:pPr marL="723900"/>
            <a:r>
              <a:rPr lang="en-US" dirty="0">
                <a:solidFill>
                  <a:srgbClr val="0033CC"/>
                </a:solidFill>
              </a:rPr>
              <a:t>FROM</a:t>
            </a:r>
            <a:r>
              <a:rPr lang="en-US" dirty="0"/>
              <a:t> DEPARTMENT </a:t>
            </a:r>
          </a:p>
          <a:p>
            <a:pPr marL="723900"/>
            <a:r>
              <a:rPr lang="en-US" dirty="0">
                <a:solidFill>
                  <a:srgbClr val="0033CC"/>
                </a:solidFill>
              </a:rPr>
              <a:t>ORDER</a:t>
            </a:r>
            <a:r>
              <a:rPr lang="en-US" dirty="0"/>
              <a:t> </a:t>
            </a:r>
            <a:r>
              <a:rPr lang="en-US" dirty="0">
                <a:solidFill>
                  <a:srgbClr val="0033CC"/>
                </a:solidFill>
              </a:rPr>
              <a:t>BY</a:t>
            </a:r>
            <a:r>
              <a:rPr lang="en-US" dirty="0"/>
              <a:t> NAME </a:t>
            </a:r>
          </a:p>
          <a:p>
            <a:pPr marL="723900"/>
            <a:r>
              <a:rPr lang="en-US" dirty="0">
                <a:solidFill>
                  <a:srgbClr val="0033CC"/>
                </a:solidFill>
              </a:rPr>
              <a:t>DESC</a:t>
            </a:r>
            <a:r>
              <a:rPr lang="en-US" dirty="0"/>
              <a:t> </a:t>
            </a:r>
          </a:p>
          <a:p>
            <a:endParaRPr lang="ru-RU" dirty="0"/>
          </a:p>
        </p:txBody>
      </p:sp>
      <p:graphicFrame>
        <p:nvGraphicFramePr>
          <p:cNvPr id="4" name="Group 172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01161331"/>
              </p:ext>
            </p:extLst>
          </p:nvPr>
        </p:nvGraphicFramePr>
        <p:xfrm>
          <a:off x="4582237" y="4784678"/>
          <a:ext cx="7239000" cy="1752602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066800"/>
                <a:gridCol w="1600200"/>
                <a:gridCol w="1524000"/>
                <a:gridCol w="1600200"/>
                <a:gridCol w="1447800"/>
              </a:tblGrid>
              <a:tr h="3508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P_Id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LastName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FirstName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Address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City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  <a:tr h="3508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Svendson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Tove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Borgvn 23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Sandnes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  <a:tr h="3492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Pettersen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Kari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Storgt 20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Stavanger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  <a:tr h="3508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4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Nilsen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Tom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Vingvn 23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Stavanger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  <a:tr h="3508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Hansen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Ola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Timoteivn 10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Sandnes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4644788" y="3638098"/>
            <a:ext cx="6096000" cy="107721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buFontTx/>
              <a:buNone/>
            </a:pPr>
            <a:r>
              <a:rPr lang="en-US" sz="3200" dirty="0">
                <a:solidFill>
                  <a:schemeClr val="bg1"/>
                </a:solidFill>
              </a:rPr>
              <a:t>SELECT * FROM Persons</a:t>
            </a:r>
            <a:br>
              <a:rPr lang="en-US" sz="3200" dirty="0">
                <a:solidFill>
                  <a:schemeClr val="bg1"/>
                </a:solidFill>
              </a:rPr>
            </a:br>
            <a:r>
              <a:rPr lang="en-US" sz="3200" dirty="0">
                <a:solidFill>
                  <a:schemeClr val="bg1"/>
                </a:solidFill>
              </a:rPr>
              <a:t>ORDER BY </a:t>
            </a:r>
            <a:r>
              <a:rPr lang="en-US" sz="3200" dirty="0" err="1">
                <a:solidFill>
                  <a:schemeClr val="bg1"/>
                </a:solidFill>
              </a:rPr>
              <a:t>LastName</a:t>
            </a:r>
            <a:r>
              <a:rPr lang="en-US" sz="3200" dirty="0">
                <a:solidFill>
                  <a:schemeClr val="bg1"/>
                </a:solidFill>
              </a:rPr>
              <a:t> DESC</a:t>
            </a:r>
          </a:p>
        </p:txBody>
      </p:sp>
    </p:spTree>
    <p:extLst>
      <p:ext uri="{BB962C8B-B14F-4D97-AF65-F5344CB8AC3E}">
        <p14:creationId xmlns:p14="http://schemas.microsoft.com/office/powerpoint/2010/main" val="10776636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DISTINCT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685800" y="2057400"/>
            <a:ext cx="3026391" cy="3429000"/>
          </a:xfrm>
        </p:spPr>
        <p:txBody>
          <a:bodyPr/>
          <a:lstStyle/>
          <a:p>
            <a:r>
              <a:rPr lang="en-US" dirty="0"/>
              <a:t>To avoid duplication of information we get from the database, we use the </a:t>
            </a:r>
            <a:r>
              <a:rPr lang="en-US" dirty="0">
                <a:solidFill>
                  <a:srgbClr val="0033CC"/>
                </a:solidFill>
              </a:rPr>
              <a:t>DISTINCT </a:t>
            </a:r>
            <a:r>
              <a:rPr lang="en-US" dirty="0"/>
              <a:t>keyword.</a:t>
            </a:r>
            <a:endParaRPr lang="en-US" dirty="0">
              <a:solidFill>
                <a:srgbClr val="0033CC"/>
              </a:solidFill>
            </a:endParaRPr>
          </a:p>
          <a:p>
            <a:pPr marL="723900"/>
            <a:r>
              <a:rPr lang="en-US" dirty="0">
                <a:solidFill>
                  <a:srgbClr val="0033CC"/>
                </a:solidFill>
              </a:rPr>
              <a:t>SELECT</a:t>
            </a:r>
            <a:r>
              <a:rPr lang="en-US" dirty="0"/>
              <a:t> CITY</a:t>
            </a:r>
          </a:p>
          <a:p>
            <a:pPr marL="723900"/>
            <a:r>
              <a:rPr lang="en-US" dirty="0">
                <a:solidFill>
                  <a:srgbClr val="0033CC"/>
                </a:solidFill>
              </a:rPr>
              <a:t>FROM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DEPARTMENT</a:t>
            </a:r>
            <a:r>
              <a:rPr lang="en-US" dirty="0">
                <a:solidFill>
                  <a:srgbClr val="0033CC"/>
                </a:solidFill>
              </a:rPr>
              <a:t> </a:t>
            </a:r>
            <a:endParaRPr lang="en-US" dirty="0"/>
          </a:p>
          <a:p>
            <a:pPr marL="723900"/>
            <a:r>
              <a:rPr lang="en-US" dirty="0" smtClean="0">
                <a:solidFill>
                  <a:srgbClr val="0033CC"/>
                </a:solidFill>
              </a:rPr>
              <a:t>SELECT</a:t>
            </a:r>
            <a:r>
              <a:rPr lang="en-US" dirty="0" smtClean="0"/>
              <a:t> </a:t>
            </a:r>
            <a:r>
              <a:rPr lang="en-US" dirty="0">
                <a:solidFill>
                  <a:srgbClr val="0033CC"/>
                </a:solidFill>
              </a:rPr>
              <a:t>DISTINCT</a:t>
            </a:r>
            <a:r>
              <a:rPr lang="en-US" dirty="0"/>
              <a:t> CITY</a:t>
            </a:r>
          </a:p>
          <a:p>
            <a:pPr marL="723900"/>
            <a:r>
              <a:rPr lang="en-US" dirty="0">
                <a:solidFill>
                  <a:srgbClr val="0033CC"/>
                </a:solidFill>
              </a:rPr>
              <a:t>FROM</a:t>
            </a:r>
            <a:r>
              <a:rPr lang="en-US" dirty="0"/>
              <a:t> </a:t>
            </a:r>
            <a:r>
              <a:rPr lang="en-US" dirty="0">
                <a:solidFill>
                  <a:schemeClr val="tx1"/>
                </a:solidFill>
              </a:rPr>
              <a:t>DEPARTMENT</a:t>
            </a:r>
            <a:r>
              <a:rPr lang="en-US" dirty="0">
                <a:solidFill>
                  <a:srgbClr val="0033CC"/>
                </a:solidFill>
              </a:rPr>
              <a:t> </a:t>
            </a:r>
            <a:endParaRPr lang="en-US" dirty="0"/>
          </a:p>
          <a:p>
            <a:endParaRPr lang="ru-RU" dirty="0"/>
          </a:p>
        </p:txBody>
      </p:sp>
      <p:graphicFrame>
        <p:nvGraphicFramePr>
          <p:cNvPr id="4" name="Group 204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26477898"/>
              </p:ext>
            </p:extLst>
          </p:nvPr>
        </p:nvGraphicFramePr>
        <p:xfrm>
          <a:off x="3836159" y="1909549"/>
          <a:ext cx="8077200" cy="137160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614488"/>
                <a:gridCol w="1614487"/>
                <a:gridCol w="1619250"/>
                <a:gridCol w="1614488"/>
                <a:gridCol w="1614487"/>
              </a:tblGrid>
              <a:tr h="3429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P_Id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LastName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FirstName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Address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City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  <a:tr h="3429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1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Hansen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Ola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Timoteivn 10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Sandnes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  <a:tr h="3429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2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Svendson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Tove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Borgvn 23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Sandnes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  <a:tr h="3429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3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err="1" smtClean="0">
                          <a:ln>
                            <a:noFill/>
                          </a:ln>
                          <a:effectLst/>
                        </a:rPr>
                        <a:t>Pettersen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Kari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Storgt 20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Stavanger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  <p:sp>
        <p:nvSpPr>
          <p:cNvPr id="5" name="Прямоугольник 4"/>
          <p:cNvSpPr/>
          <p:nvPr/>
        </p:nvSpPr>
        <p:spPr>
          <a:xfrm>
            <a:off x="4073383" y="3394459"/>
            <a:ext cx="720902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Queries:- Select Distinct City from Persons</a:t>
            </a:r>
          </a:p>
        </p:txBody>
      </p:sp>
      <p:graphicFrame>
        <p:nvGraphicFramePr>
          <p:cNvPr id="6" name="Group 206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72977543"/>
              </p:ext>
            </p:extLst>
          </p:nvPr>
        </p:nvGraphicFramePr>
        <p:xfrm>
          <a:off x="4073383" y="4159155"/>
          <a:ext cx="5943600" cy="118872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5943600"/>
              </a:tblGrid>
              <a:tr h="3206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City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  <a:tr h="328613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Sandnes</a:t>
                      </a:r>
                      <a:endParaRPr kumimoji="0" 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  <a:tr h="33020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0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Stavanger</a:t>
                      </a:r>
                      <a:endParaRPr kumimoji="0" lang="en-US" sz="20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432890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WHERE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685800" y="2057400"/>
            <a:ext cx="3736075" cy="3429000"/>
          </a:xfrm>
        </p:spPr>
        <p:txBody>
          <a:bodyPr/>
          <a:lstStyle/>
          <a:p>
            <a:r>
              <a:rPr lang="en-US" dirty="0"/>
              <a:t>The WHERE clause is used to extract only those records that fulfill a specified criterion</a:t>
            </a:r>
          </a:p>
          <a:p>
            <a:pPr marL="723900"/>
            <a:r>
              <a:rPr lang="en-US" dirty="0">
                <a:solidFill>
                  <a:srgbClr val="0033CC"/>
                </a:solidFill>
              </a:rPr>
              <a:t>SELECT</a:t>
            </a:r>
            <a:r>
              <a:rPr lang="en-US" dirty="0"/>
              <a:t> &lt;LIST OF FIELDS&gt;</a:t>
            </a:r>
          </a:p>
          <a:p>
            <a:pPr marL="723900"/>
            <a:r>
              <a:rPr lang="en-US" dirty="0">
                <a:solidFill>
                  <a:srgbClr val="0033CC"/>
                </a:solidFill>
              </a:rPr>
              <a:t>FROM</a:t>
            </a:r>
            <a:r>
              <a:rPr lang="en-US" dirty="0"/>
              <a:t> &lt;TABLE&gt;</a:t>
            </a:r>
          </a:p>
          <a:p>
            <a:pPr marL="723900"/>
            <a:r>
              <a:rPr lang="en-US" dirty="0">
                <a:solidFill>
                  <a:srgbClr val="0033CC"/>
                </a:solidFill>
              </a:rPr>
              <a:t>WHERE</a:t>
            </a:r>
            <a:r>
              <a:rPr lang="en-US" dirty="0"/>
              <a:t> &lt;CRITERIA&gt;</a:t>
            </a:r>
          </a:p>
          <a:p>
            <a:endParaRPr lang="ru-RU" dirty="0"/>
          </a:p>
        </p:txBody>
      </p:sp>
      <p:graphicFrame>
        <p:nvGraphicFramePr>
          <p:cNvPr id="4" name="Group 131"/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743643029"/>
              </p:ext>
            </p:extLst>
          </p:nvPr>
        </p:nvGraphicFramePr>
        <p:xfrm>
          <a:off x="5158854" y="2057400"/>
          <a:ext cx="6525904" cy="3596640"/>
        </p:xfrm>
        <a:graphic>
          <a:graphicData uri="http://schemas.openxmlformats.org/drawingml/2006/table">
            <a:tbl>
              <a:tblPr>
                <a:tableStyleId>{08FB837D-C827-4EFA-A057-4D05807E0F7C}</a:tableStyleId>
              </a:tblPr>
              <a:tblGrid>
                <a:gridCol w="1610436"/>
                <a:gridCol w="4915468"/>
              </a:tblGrid>
              <a:tr h="2984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Operator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Description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  <a:tr h="3000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=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Equal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  <a:tr h="2984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&lt;&gt;, !=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Not equal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  <a:tr h="3000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&gt;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Greater than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  <a:tr h="2984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&lt;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Less than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  <a:tr h="3000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&gt;=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Greater than or equal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  <a:tr h="2984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&lt;=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Less than or equal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  <a:tr h="300038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BETWEEN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Between an inclusive range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  <a:tr h="298450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LIKE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Search for a pattern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  <a:tr h="549275"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smtClean="0">
                          <a:ln>
                            <a:noFill/>
                          </a:ln>
                          <a:effectLst/>
                        </a:rPr>
                        <a:t>IN</a:t>
                      </a:r>
                      <a:endParaRPr kumimoji="0" lang="en-US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  <a:tc>
                  <a:txBody>
                    <a:bodyPr/>
                    <a:lstStyle>
                      <a:lvl1pPr marL="342900" indent="-34290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5pPr>
                      <a:lvl6pPr marL="25146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6pPr>
                      <a:lvl7pPr marL="29718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7pPr>
                      <a:lvl8pPr marL="34290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8pPr>
                      <a:lvl9pPr marL="3886200" indent="-228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Comic Sans MS" panose="030F0702030302020204" pitchFamily="66" charset="0"/>
                        </a:defRPr>
                      </a:lvl9pPr>
                    </a:lstStyle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600" u="none" strike="noStrike" cap="none" normalizeH="0" baseline="0" dirty="0" smtClean="0">
                          <a:ln>
                            <a:noFill/>
                          </a:ln>
                          <a:effectLst/>
                        </a:rPr>
                        <a:t>If you know the exact value you want to return for at least one of the columns</a:t>
                      </a:r>
                      <a:endParaRPr kumimoji="0" lang="en-US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horzOverflow="overflow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06377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IN, BETWEEN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IN operator allows you to specify multiple values in a WHERE clause.</a:t>
            </a:r>
          </a:p>
          <a:p>
            <a:endParaRPr lang="en-US" dirty="0"/>
          </a:p>
          <a:p>
            <a:r>
              <a:rPr lang="en-US" dirty="0"/>
              <a:t>For example</a:t>
            </a:r>
          </a:p>
          <a:p>
            <a:r>
              <a:rPr lang="en-US" dirty="0">
                <a:solidFill>
                  <a:srgbClr val="0033CC"/>
                </a:solidFill>
              </a:rPr>
              <a:t>SELECT</a:t>
            </a:r>
            <a:r>
              <a:rPr lang="en-US" dirty="0">
                <a:solidFill>
                  <a:schemeClr val="tx1"/>
                </a:solidFill>
              </a:rPr>
              <a:t> FIRSTNAME, LASTNAME </a:t>
            </a:r>
          </a:p>
          <a:p>
            <a:r>
              <a:rPr lang="en-US" dirty="0">
                <a:solidFill>
                  <a:srgbClr val="0033CC"/>
                </a:solidFill>
              </a:rPr>
              <a:t>FROM</a:t>
            </a:r>
            <a:r>
              <a:rPr lang="en-US" dirty="0">
                <a:solidFill>
                  <a:schemeClr val="tx1"/>
                </a:solidFill>
              </a:rPr>
              <a:t> EMPLOYEE </a:t>
            </a:r>
          </a:p>
          <a:p>
            <a:r>
              <a:rPr lang="en-US" dirty="0">
                <a:solidFill>
                  <a:srgbClr val="0033CC"/>
                </a:solidFill>
              </a:rPr>
              <a:t>WHERE</a:t>
            </a:r>
            <a:r>
              <a:rPr lang="en-US" dirty="0">
                <a:solidFill>
                  <a:schemeClr val="tx1"/>
                </a:solidFill>
              </a:rPr>
              <a:t> POSITION IN ('MANAGER‘, ‘SELLER’)</a:t>
            </a:r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2985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LIKE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The LIKE operator is used in a WHERE clause to search for a specified pattern in a </a:t>
            </a:r>
            <a:r>
              <a:rPr lang="en-US" dirty="0" smtClean="0"/>
              <a:t>column</a:t>
            </a:r>
            <a:r>
              <a:rPr lang="uk-UA" dirty="0"/>
              <a:t>.</a:t>
            </a:r>
            <a:endParaRPr lang="en-US" dirty="0"/>
          </a:p>
          <a:p>
            <a:r>
              <a:rPr lang="en-US" dirty="0"/>
              <a:t>In SQL, wildcard characters are used with the SQL LIKE </a:t>
            </a:r>
            <a:r>
              <a:rPr lang="en-US" dirty="0" smtClean="0"/>
              <a:t>operator</a:t>
            </a:r>
            <a:r>
              <a:rPr lang="uk-UA" dirty="0" smtClean="0"/>
              <a:t>.</a:t>
            </a:r>
            <a:endParaRPr lang="en-US" dirty="0"/>
          </a:p>
          <a:p>
            <a:r>
              <a:rPr lang="en-US" dirty="0"/>
              <a:t>Wildcard </a:t>
            </a:r>
            <a:r>
              <a:rPr lang="en-US" dirty="0" smtClean="0"/>
              <a:t>characters</a:t>
            </a:r>
            <a:r>
              <a:rPr lang="uk-UA" dirty="0" smtClean="0"/>
              <a:t>:</a:t>
            </a:r>
            <a:endParaRPr lang="en-US" dirty="0"/>
          </a:p>
          <a:p>
            <a:pPr lvl="1"/>
            <a:r>
              <a:rPr lang="en-US" dirty="0">
                <a:solidFill>
                  <a:schemeClr val="bg1"/>
                </a:solidFill>
              </a:rPr>
              <a:t>% - a substitute for zero or more characters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_ - a substitute for a single character</a:t>
            </a:r>
          </a:p>
          <a:p>
            <a:pPr lvl="1"/>
            <a:r>
              <a:rPr lang="en-US" dirty="0" smtClean="0">
                <a:solidFill>
                  <a:schemeClr val="bg1"/>
                </a:solidFill>
              </a:rPr>
              <a:t>% </a:t>
            </a:r>
            <a:r>
              <a:rPr lang="en-US" dirty="0">
                <a:solidFill>
                  <a:schemeClr val="bg1"/>
                </a:solidFill>
              </a:rPr>
              <a:t>- a substitute for zero or more characters</a:t>
            </a:r>
          </a:p>
          <a:p>
            <a:pPr lvl="1"/>
            <a:r>
              <a:rPr lang="en-US" dirty="0">
                <a:solidFill>
                  <a:schemeClr val="bg1"/>
                </a:solidFill>
              </a:rPr>
              <a:t>_ - a substitute </a:t>
            </a:r>
            <a:r>
              <a:rPr lang="en-US" dirty="0"/>
              <a:t>for a single character</a:t>
            </a:r>
          </a:p>
        </p:txBody>
      </p:sp>
    </p:spTree>
    <p:extLst>
      <p:ext uri="{BB962C8B-B14F-4D97-AF65-F5344CB8AC3E}">
        <p14:creationId xmlns:p14="http://schemas.microsoft.com/office/powerpoint/2010/main" val="2882693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NOT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>
                <a:solidFill>
                  <a:srgbClr val="0033CC"/>
                </a:solidFill>
              </a:rPr>
              <a:t>NOT</a:t>
            </a:r>
            <a:r>
              <a:rPr lang="en-US" dirty="0"/>
              <a:t> operator is used to negate a condition in a SELECT, INSERT, UPDATE, or DELETE statement.</a:t>
            </a:r>
          </a:p>
          <a:p>
            <a:pPr marL="723900"/>
            <a:r>
              <a:rPr lang="en-US" dirty="0">
                <a:solidFill>
                  <a:srgbClr val="0033CC"/>
                </a:solidFill>
              </a:rPr>
              <a:t>NOT</a:t>
            </a:r>
            <a:r>
              <a:rPr lang="en-US" dirty="0"/>
              <a:t> CONDITION</a:t>
            </a:r>
          </a:p>
          <a:p>
            <a:r>
              <a:rPr lang="en-US" dirty="0"/>
              <a:t>For example</a:t>
            </a:r>
          </a:p>
          <a:p>
            <a:pPr marL="723900"/>
            <a:r>
              <a:rPr lang="en-US" dirty="0">
                <a:solidFill>
                  <a:srgbClr val="0033CC"/>
                </a:solidFill>
              </a:rPr>
              <a:t>SELECT</a:t>
            </a:r>
            <a:r>
              <a:rPr lang="en-US" dirty="0"/>
              <a:t> CITY </a:t>
            </a:r>
          </a:p>
          <a:p>
            <a:pPr marL="723900"/>
            <a:r>
              <a:rPr lang="en-US" dirty="0">
                <a:solidFill>
                  <a:srgbClr val="0033CC"/>
                </a:solidFill>
              </a:rPr>
              <a:t>FROM</a:t>
            </a:r>
            <a:r>
              <a:rPr lang="en-US" dirty="0"/>
              <a:t> DEPARTMENT </a:t>
            </a:r>
          </a:p>
          <a:p>
            <a:pPr marL="723900"/>
            <a:r>
              <a:rPr lang="en-US" dirty="0">
                <a:solidFill>
                  <a:srgbClr val="0033CC"/>
                </a:solidFill>
              </a:rPr>
              <a:t>WHERE</a:t>
            </a:r>
            <a:r>
              <a:rPr lang="en-US" dirty="0"/>
              <a:t> </a:t>
            </a:r>
            <a:r>
              <a:rPr lang="en-US" dirty="0">
                <a:solidFill>
                  <a:srgbClr val="0033CC"/>
                </a:solidFill>
              </a:rPr>
              <a:t>NOT</a:t>
            </a:r>
            <a:r>
              <a:rPr lang="en-US" dirty="0"/>
              <a:t> CITY </a:t>
            </a:r>
            <a:r>
              <a:rPr lang="en-US" dirty="0">
                <a:solidFill>
                  <a:srgbClr val="0033CC"/>
                </a:solidFill>
              </a:rPr>
              <a:t>LIKE</a:t>
            </a:r>
            <a:r>
              <a:rPr lang="en-US" dirty="0"/>
              <a:t> '</a:t>
            </a:r>
            <a:r>
              <a:rPr lang="en-US" dirty="0" err="1"/>
              <a:t>Lviv</a:t>
            </a:r>
            <a:r>
              <a:rPr lang="en-US" dirty="0"/>
              <a:t>'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399999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NULL value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NULL values represent missing unknown data.</a:t>
            </a:r>
          </a:p>
          <a:p>
            <a:r>
              <a:rPr lang="en-US" dirty="0"/>
              <a:t>IS NULL</a:t>
            </a:r>
          </a:p>
          <a:p>
            <a:r>
              <a:rPr lang="en-US" dirty="0"/>
              <a:t>IS NOT NULL</a:t>
            </a:r>
          </a:p>
          <a:p>
            <a:r>
              <a:rPr lang="en-US" dirty="0"/>
              <a:t>For example</a:t>
            </a:r>
          </a:p>
          <a:p>
            <a:pPr marL="723900"/>
            <a:r>
              <a:rPr lang="en-US" dirty="0">
                <a:solidFill>
                  <a:srgbClr val="0033CC"/>
                </a:solidFill>
              </a:rPr>
              <a:t>SELECT</a:t>
            </a:r>
            <a:r>
              <a:rPr lang="en-US" dirty="0">
                <a:solidFill>
                  <a:schemeClr val="tx1"/>
                </a:solidFill>
              </a:rPr>
              <a:t> LASTNAME, FIRSTNAME </a:t>
            </a:r>
          </a:p>
          <a:p>
            <a:pPr marL="723900"/>
            <a:r>
              <a:rPr lang="en-US" dirty="0">
                <a:solidFill>
                  <a:srgbClr val="0033CC"/>
                </a:solidFill>
              </a:rPr>
              <a:t>FROM</a:t>
            </a:r>
            <a:r>
              <a:rPr lang="en-US" dirty="0">
                <a:solidFill>
                  <a:schemeClr val="tx1"/>
                </a:solidFill>
              </a:rPr>
              <a:t> EMPLOYEE </a:t>
            </a:r>
          </a:p>
          <a:p>
            <a:pPr marL="723900"/>
            <a:r>
              <a:rPr lang="en-US" dirty="0">
                <a:solidFill>
                  <a:srgbClr val="0033CC"/>
                </a:solidFill>
              </a:rPr>
              <a:t>WHERE</a:t>
            </a:r>
            <a:r>
              <a:rPr lang="en-US" dirty="0">
                <a:solidFill>
                  <a:schemeClr val="tx1"/>
                </a:solidFill>
              </a:rPr>
              <a:t> BONUS IS NULL</a:t>
            </a:r>
          </a:p>
        </p:txBody>
      </p:sp>
    </p:spTree>
    <p:extLst>
      <p:ext uri="{BB962C8B-B14F-4D97-AF65-F5344CB8AC3E}">
        <p14:creationId xmlns:p14="http://schemas.microsoft.com/office/powerpoint/2010/main" val="27568210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lnSpc>
                <a:spcPct val="117000"/>
              </a:lnSpc>
            </a:pPr>
            <a:r>
              <a:rPr lang="en-GB" dirty="0">
                <a:solidFill>
                  <a:srgbClr val="333366"/>
                </a:solidFill>
                <a:latin typeface="+mn-lt"/>
              </a:rPr>
              <a:t>Aggregate</a:t>
            </a:r>
            <a:r>
              <a:rPr lang="en-GB" dirty="0">
                <a:solidFill>
                  <a:srgbClr val="333366"/>
                </a:solidFill>
                <a:latin typeface="Comic Sans MS" panose="030F0702030302020204" pitchFamily="66" charset="0"/>
              </a:rPr>
              <a:t> Functions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>
              <a:lnSpc>
                <a:spcPct val="117000"/>
              </a:lnSpc>
            </a:pPr>
            <a:r>
              <a:rPr lang="en-GB" dirty="0">
                <a:solidFill>
                  <a:srgbClr val="333366"/>
                </a:solidFill>
                <a:latin typeface="+mn-lt"/>
              </a:rPr>
              <a:t>Are used to provide summarization information for SQL statements, which return a single value. </a:t>
            </a:r>
          </a:p>
          <a:p>
            <a:pPr>
              <a:buSzPct val="37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dirty="0">
                <a:solidFill>
                  <a:srgbClr val="333366"/>
                </a:solidFill>
                <a:latin typeface="+mn-lt"/>
              </a:rPr>
              <a:t> COUNT(</a:t>
            </a:r>
            <a:r>
              <a:rPr lang="en-GB" dirty="0" err="1">
                <a:solidFill>
                  <a:srgbClr val="333366"/>
                </a:solidFill>
                <a:latin typeface="+mn-lt"/>
              </a:rPr>
              <a:t>attr</a:t>
            </a:r>
            <a:r>
              <a:rPr lang="en-GB" dirty="0">
                <a:solidFill>
                  <a:srgbClr val="333366"/>
                </a:solidFill>
                <a:latin typeface="+mn-lt"/>
              </a:rPr>
              <a:t>)‏</a:t>
            </a:r>
          </a:p>
          <a:p>
            <a:pPr>
              <a:buSzPct val="37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dirty="0">
                <a:solidFill>
                  <a:srgbClr val="333366"/>
                </a:solidFill>
                <a:latin typeface="+mn-lt"/>
              </a:rPr>
              <a:t> SUM(</a:t>
            </a:r>
            <a:r>
              <a:rPr lang="en-GB" dirty="0" err="1">
                <a:solidFill>
                  <a:srgbClr val="333366"/>
                </a:solidFill>
                <a:latin typeface="+mn-lt"/>
              </a:rPr>
              <a:t>attr</a:t>
            </a:r>
            <a:r>
              <a:rPr lang="en-GB" dirty="0">
                <a:solidFill>
                  <a:srgbClr val="333366"/>
                </a:solidFill>
                <a:latin typeface="+mn-lt"/>
              </a:rPr>
              <a:t>)‏</a:t>
            </a:r>
          </a:p>
          <a:p>
            <a:pPr>
              <a:buSzPct val="37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dirty="0">
                <a:solidFill>
                  <a:srgbClr val="333366"/>
                </a:solidFill>
                <a:latin typeface="+mn-lt"/>
              </a:rPr>
              <a:t> MAX(</a:t>
            </a:r>
            <a:r>
              <a:rPr lang="en-GB" dirty="0" err="1">
                <a:solidFill>
                  <a:srgbClr val="333366"/>
                </a:solidFill>
                <a:latin typeface="+mn-lt"/>
              </a:rPr>
              <a:t>attr</a:t>
            </a:r>
            <a:r>
              <a:rPr lang="en-GB" dirty="0">
                <a:solidFill>
                  <a:srgbClr val="333366"/>
                </a:solidFill>
                <a:latin typeface="+mn-lt"/>
              </a:rPr>
              <a:t>)‏</a:t>
            </a:r>
          </a:p>
          <a:p>
            <a:pPr>
              <a:buSzPct val="37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dirty="0">
                <a:solidFill>
                  <a:srgbClr val="333366"/>
                </a:solidFill>
                <a:latin typeface="+mn-lt"/>
              </a:rPr>
              <a:t> MIN(</a:t>
            </a:r>
            <a:r>
              <a:rPr lang="en-GB" dirty="0" err="1">
                <a:solidFill>
                  <a:srgbClr val="333366"/>
                </a:solidFill>
                <a:latin typeface="+mn-lt"/>
              </a:rPr>
              <a:t>attr</a:t>
            </a:r>
            <a:r>
              <a:rPr lang="en-GB" dirty="0">
                <a:solidFill>
                  <a:srgbClr val="333366"/>
                </a:solidFill>
                <a:latin typeface="+mn-lt"/>
              </a:rPr>
              <a:t>)‏</a:t>
            </a:r>
          </a:p>
          <a:p>
            <a:pPr>
              <a:buSzPct val="37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dirty="0">
                <a:solidFill>
                  <a:srgbClr val="333366"/>
                </a:solidFill>
                <a:latin typeface="+mn-lt"/>
              </a:rPr>
              <a:t> AVG(</a:t>
            </a:r>
            <a:r>
              <a:rPr lang="en-GB" dirty="0" err="1">
                <a:solidFill>
                  <a:srgbClr val="333366"/>
                </a:solidFill>
                <a:latin typeface="+mn-lt"/>
              </a:rPr>
              <a:t>attr</a:t>
            </a:r>
            <a:r>
              <a:rPr lang="en-GB" dirty="0">
                <a:solidFill>
                  <a:srgbClr val="333366"/>
                </a:solidFill>
                <a:latin typeface="+mn-lt"/>
              </a:rPr>
              <a:t>)</a:t>
            </a:r>
            <a:r>
              <a:rPr lang="en-GB" dirty="0" smtClean="0">
                <a:solidFill>
                  <a:srgbClr val="333366"/>
                </a:solidFill>
                <a:latin typeface="+mn-lt"/>
              </a:rPr>
              <a:t>‏</a:t>
            </a:r>
            <a:endParaRPr lang="en-GB" dirty="0">
              <a:solidFill>
                <a:srgbClr val="333366"/>
              </a:solidFill>
              <a:latin typeface="+mn-lt"/>
            </a:endParaRPr>
          </a:p>
          <a:p>
            <a:pPr>
              <a:lnSpc>
                <a:spcPct val="117000"/>
              </a:lnSpc>
            </a:pPr>
            <a:r>
              <a:rPr lang="en-GB" dirty="0">
                <a:solidFill>
                  <a:srgbClr val="333366"/>
                </a:solidFill>
                <a:latin typeface="+mn-lt"/>
              </a:rPr>
              <a:t>Note: when using aggregate functions, NULL values are not considered, except in COUNT(*) .</a:t>
            </a:r>
          </a:p>
          <a:p>
            <a:endParaRPr lang="ru-RU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842448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/>
          <p:cNvSpPr txBox="1">
            <a:spLocks noChangeArrowheads="1"/>
          </p:cNvSpPr>
          <p:nvPr/>
        </p:nvSpPr>
        <p:spPr bwMode="auto">
          <a:xfrm>
            <a:off x="5530233" y="817808"/>
            <a:ext cx="9753600" cy="3048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defPPr>
              <a:defRPr lang="en-GB"/>
            </a:defPPr>
            <a:lvl1pPr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4302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6461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862013" indent="-214313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10779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SzPct val="37000"/>
              <a:buFont typeface="Wingdings" panose="05000000000000000000" pitchFamily="2" charset="2"/>
              <a:buBlip>
                <a:blip r:embed="rId2"/>
              </a:buBlip>
            </a:pPr>
            <a:r>
              <a:rPr lang="en-GB" sz="2000" dirty="0">
                <a:solidFill>
                  <a:schemeClr val="tx1"/>
                </a:solidFill>
                <a:latin typeface="+mn-lt"/>
              </a:rPr>
              <a:t> COUNT(</a:t>
            </a:r>
            <a:r>
              <a:rPr lang="en-GB" sz="2000" dirty="0" err="1">
                <a:solidFill>
                  <a:schemeClr val="tx1"/>
                </a:solidFill>
                <a:latin typeface="+mn-lt"/>
              </a:rPr>
              <a:t>attr</a:t>
            </a:r>
            <a:r>
              <a:rPr lang="en-GB" sz="2000" dirty="0">
                <a:solidFill>
                  <a:schemeClr val="tx1"/>
                </a:solidFill>
                <a:latin typeface="+mn-lt"/>
              </a:rPr>
              <a:t>) -&gt; return # of rows that are not null</a:t>
            </a:r>
          </a:p>
          <a:p>
            <a:pPr>
              <a:buFont typeface="Times New Roman" panose="02020603050405020304" pitchFamily="18" charset="0"/>
              <a:buNone/>
            </a:pPr>
            <a:r>
              <a:rPr lang="en-GB" sz="2000" dirty="0">
                <a:solidFill>
                  <a:schemeClr val="tx1"/>
                </a:solidFill>
                <a:latin typeface="+mn-lt"/>
              </a:rPr>
              <a:t>Ex: COUNT(distinct food) from </a:t>
            </a:r>
            <a:r>
              <a:rPr lang="en-GB" sz="2000" dirty="0" err="1">
                <a:solidFill>
                  <a:schemeClr val="tx1"/>
                </a:solidFill>
                <a:latin typeface="+mn-lt"/>
              </a:rPr>
              <a:t>FoodCart</a:t>
            </a:r>
            <a:r>
              <a:rPr lang="en-GB" sz="2000" dirty="0">
                <a:solidFill>
                  <a:schemeClr val="tx1"/>
                </a:solidFill>
                <a:latin typeface="+mn-lt"/>
              </a:rPr>
              <a:t>; -&gt; 2</a:t>
            </a:r>
          </a:p>
          <a:p>
            <a:pPr>
              <a:buFont typeface="Times New Roman" panose="02020603050405020304" pitchFamily="18" charset="0"/>
              <a:buNone/>
            </a:pPr>
            <a:endParaRPr lang="en-GB" sz="2000" dirty="0">
              <a:solidFill>
                <a:schemeClr val="tx1"/>
              </a:solidFill>
              <a:latin typeface="+mn-lt"/>
            </a:endParaRPr>
          </a:p>
          <a:p>
            <a:pPr>
              <a:buSzPct val="37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sz="2000" dirty="0">
                <a:solidFill>
                  <a:schemeClr val="tx1"/>
                </a:solidFill>
                <a:latin typeface="+mn-lt"/>
              </a:rPr>
              <a:t> SUM(</a:t>
            </a:r>
            <a:r>
              <a:rPr lang="en-GB" sz="2000" dirty="0" err="1">
                <a:solidFill>
                  <a:schemeClr val="tx1"/>
                </a:solidFill>
                <a:latin typeface="+mn-lt"/>
              </a:rPr>
              <a:t>attr</a:t>
            </a:r>
            <a:r>
              <a:rPr lang="en-GB" sz="2000" dirty="0">
                <a:solidFill>
                  <a:schemeClr val="tx1"/>
                </a:solidFill>
                <a:latin typeface="+mn-lt"/>
              </a:rPr>
              <a:t>) -&gt; return the sum of values in the </a:t>
            </a:r>
            <a:r>
              <a:rPr lang="en-GB" sz="2000" dirty="0" err="1">
                <a:solidFill>
                  <a:schemeClr val="tx1"/>
                </a:solidFill>
                <a:latin typeface="+mn-lt"/>
              </a:rPr>
              <a:t>attr</a:t>
            </a:r>
            <a:endParaRPr lang="en-GB" sz="2000" dirty="0">
              <a:solidFill>
                <a:schemeClr val="tx1"/>
              </a:solidFill>
              <a:latin typeface="+mn-lt"/>
            </a:endParaRPr>
          </a:p>
          <a:p>
            <a:pPr>
              <a:buFont typeface="Times New Roman" panose="02020603050405020304" pitchFamily="18" charset="0"/>
              <a:buNone/>
            </a:pPr>
            <a:r>
              <a:rPr lang="en-GB" sz="2000" dirty="0">
                <a:solidFill>
                  <a:schemeClr val="tx1"/>
                </a:solidFill>
                <a:latin typeface="+mn-lt"/>
              </a:rPr>
              <a:t>Ex: SUM(sold) from </a:t>
            </a:r>
            <a:r>
              <a:rPr lang="en-GB" sz="2000" dirty="0" err="1">
                <a:solidFill>
                  <a:schemeClr val="tx1"/>
                </a:solidFill>
                <a:latin typeface="+mn-lt"/>
              </a:rPr>
              <a:t>FoodCart</a:t>
            </a:r>
            <a:r>
              <a:rPr lang="en-GB" sz="2000" dirty="0">
                <a:solidFill>
                  <a:schemeClr val="tx1"/>
                </a:solidFill>
                <a:latin typeface="+mn-lt"/>
              </a:rPr>
              <a:t>; -&gt; 919</a:t>
            </a:r>
          </a:p>
          <a:p>
            <a:pPr>
              <a:buFont typeface="Times New Roman" panose="02020603050405020304" pitchFamily="18" charset="0"/>
              <a:buNone/>
            </a:pPr>
            <a:endParaRPr lang="en-GB" sz="2000" dirty="0">
              <a:solidFill>
                <a:schemeClr val="tx1"/>
              </a:solidFill>
              <a:latin typeface="+mn-lt"/>
            </a:endParaRPr>
          </a:p>
          <a:p>
            <a:pPr>
              <a:buSzPct val="37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sz="2000" dirty="0">
                <a:solidFill>
                  <a:schemeClr val="tx1"/>
                </a:solidFill>
                <a:latin typeface="+mn-lt"/>
              </a:rPr>
              <a:t> MAX(</a:t>
            </a:r>
            <a:r>
              <a:rPr lang="en-GB" sz="2000" dirty="0" err="1">
                <a:solidFill>
                  <a:schemeClr val="tx1"/>
                </a:solidFill>
                <a:latin typeface="+mn-lt"/>
              </a:rPr>
              <a:t>attr</a:t>
            </a:r>
            <a:r>
              <a:rPr lang="en-GB" sz="2000" dirty="0">
                <a:solidFill>
                  <a:schemeClr val="tx1"/>
                </a:solidFill>
                <a:latin typeface="+mn-lt"/>
              </a:rPr>
              <a:t>) -&gt; return the highest value from the </a:t>
            </a:r>
            <a:r>
              <a:rPr lang="en-GB" sz="2000" dirty="0" err="1">
                <a:solidFill>
                  <a:schemeClr val="tx1"/>
                </a:solidFill>
                <a:latin typeface="+mn-lt"/>
              </a:rPr>
              <a:t>attr</a:t>
            </a:r>
            <a:endParaRPr lang="en-GB" sz="2000" dirty="0">
              <a:solidFill>
                <a:schemeClr val="tx1"/>
              </a:solidFill>
              <a:latin typeface="+mn-lt"/>
            </a:endParaRPr>
          </a:p>
          <a:p>
            <a:pPr>
              <a:buFont typeface="Times New Roman" panose="02020603050405020304" pitchFamily="18" charset="0"/>
              <a:buNone/>
            </a:pPr>
            <a:r>
              <a:rPr lang="en-GB" sz="2000" dirty="0">
                <a:solidFill>
                  <a:schemeClr val="tx1"/>
                </a:solidFill>
                <a:latin typeface="+mn-lt"/>
              </a:rPr>
              <a:t>Ex: MAX(sold) from </a:t>
            </a:r>
            <a:r>
              <a:rPr lang="en-GB" sz="2000" dirty="0" err="1">
                <a:solidFill>
                  <a:schemeClr val="tx1"/>
                </a:solidFill>
                <a:latin typeface="+mn-lt"/>
              </a:rPr>
              <a:t>FoodCart</a:t>
            </a:r>
            <a:r>
              <a:rPr lang="en-GB" sz="2000" dirty="0">
                <a:solidFill>
                  <a:schemeClr val="tx1"/>
                </a:solidFill>
                <a:latin typeface="+mn-lt"/>
              </a:rPr>
              <a:t>; -&gt; </a:t>
            </a:r>
            <a:r>
              <a:rPr lang="en-GB" sz="2000" dirty="0" smtClean="0">
                <a:solidFill>
                  <a:schemeClr val="tx1"/>
                </a:solidFill>
                <a:latin typeface="+mn-lt"/>
              </a:rPr>
              <a:t>500</a:t>
            </a:r>
          </a:p>
          <a:p>
            <a:pPr>
              <a:buFont typeface="Times New Roman" panose="02020603050405020304" pitchFamily="18" charset="0"/>
              <a:buNone/>
            </a:pPr>
            <a:endParaRPr lang="en-GB" sz="2000" dirty="0" smtClean="0">
              <a:solidFill>
                <a:schemeClr val="tx1"/>
              </a:solidFill>
              <a:latin typeface="+mn-lt"/>
            </a:endParaRPr>
          </a:p>
          <a:p>
            <a:pPr>
              <a:buSzPct val="37000"/>
              <a:buBlip>
                <a:blip r:embed="rId2"/>
              </a:buBlip>
            </a:pPr>
            <a:r>
              <a:rPr lang="en-GB" sz="2000" dirty="0">
                <a:solidFill>
                  <a:schemeClr val="tx1"/>
                </a:solidFill>
                <a:latin typeface="+mn-lt"/>
              </a:rPr>
              <a:t> MIN(</a:t>
            </a:r>
            <a:r>
              <a:rPr lang="en-GB" sz="2000" dirty="0" err="1">
                <a:solidFill>
                  <a:schemeClr val="tx1"/>
                </a:solidFill>
                <a:latin typeface="+mn-lt"/>
              </a:rPr>
              <a:t>attr</a:t>
            </a:r>
            <a:r>
              <a:rPr lang="en-GB" sz="2000" dirty="0">
                <a:solidFill>
                  <a:schemeClr val="tx1"/>
                </a:solidFill>
                <a:latin typeface="+mn-lt"/>
              </a:rPr>
              <a:t>) -&gt; return the lowest value from the </a:t>
            </a:r>
            <a:r>
              <a:rPr lang="en-GB" sz="2000" dirty="0" err="1">
                <a:solidFill>
                  <a:schemeClr val="tx1"/>
                </a:solidFill>
                <a:latin typeface="+mn-lt"/>
              </a:rPr>
              <a:t>attr</a:t>
            </a:r>
            <a:endParaRPr lang="en-GB" sz="2000" dirty="0">
              <a:solidFill>
                <a:schemeClr val="tx1"/>
              </a:solidFill>
              <a:latin typeface="+mn-lt"/>
            </a:endParaRPr>
          </a:p>
          <a:p>
            <a:pPr>
              <a:buFont typeface="Times New Roman" panose="02020603050405020304" pitchFamily="18" charset="0"/>
              <a:buNone/>
            </a:pPr>
            <a:r>
              <a:rPr lang="en-GB" sz="2000" dirty="0">
                <a:solidFill>
                  <a:schemeClr val="tx1"/>
                </a:solidFill>
                <a:latin typeface="+mn-lt"/>
              </a:rPr>
              <a:t>Ex: MIN(sold) from </a:t>
            </a:r>
            <a:r>
              <a:rPr lang="en-GB" sz="2000" dirty="0" err="1">
                <a:solidFill>
                  <a:schemeClr val="tx1"/>
                </a:solidFill>
                <a:latin typeface="+mn-lt"/>
              </a:rPr>
              <a:t>FoodCart</a:t>
            </a:r>
            <a:r>
              <a:rPr lang="en-GB" sz="2000" dirty="0">
                <a:solidFill>
                  <a:schemeClr val="tx1"/>
                </a:solidFill>
                <a:latin typeface="+mn-lt"/>
              </a:rPr>
              <a:t>; -&gt; 70</a:t>
            </a:r>
          </a:p>
          <a:p>
            <a:pPr>
              <a:buFont typeface="Times New Roman" panose="02020603050405020304" pitchFamily="18" charset="0"/>
              <a:buNone/>
            </a:pPr>
            <a:endParaRPr lang="en-GB" sz="2000" dirty="0">
              <a:solidFill>
                <a:schemeClr val="tx1"/>
              </a:solidFill>
              <a:latin typeface="+mn-lt"/>
            </a:endParaRPr>
          </a:p>
          <a:p>
            <a:pPr>
              <a:buSzPct val="37000"/>
              <a:buFont typeface="Times New Roman" panose="02020603050405020304" pitchFamily="18" charset="0"/>
              <a:buBlip>
                <a:blip r:embed="rId2"/>
              </a:buBlip>
            </a:pPr>
            <a:r>
              <a:rPr lang="en-GB" sz="2000" dirty="0">
                <a:solidFill>
                  <a:schemeClr val="tx1"/>
                </a:solidFill>
                <a:latin typeface="+mn-lt"/>
              </a:rPr>
              <a:t> AVG(</a:t>
            </a:r>
            <a:r>
              <a:rPr lang="en-GB" sz="2000" dirty="0" err="1">
                <a:solidFill>
                  <a:schemeClr val="tx1"/>
                </a:solidFill>
                <a:latin typeface="+mn-lt"/>
              </a:rPr>
              <a:t>attr</a:t>
            </a:r>
            <a:r>
              <a:rPr lang="en-GB" sz="2000" dirty="0">
                <a:solidFill>
                  <a:schemeClr val="tx1"/>
                </a:solidFill>
                <a:latin typeface="+mn-lt"/>
              </a:rPr>
              <a:t>) -&gt; return the average value from the </a:t>
            </a:r>
            <a:r>
              <a:rPr lang="en-GB" sz="2000" dirty="0" err="1">
                <a:solidFill>
                  <a:schemeClr val="tx1"/>
                </a:solidFill>
                <a:latin typeface="+mn-lt"/>
              </a:rPr>
              <a:t>attr</a:t>
            </a:r>
            <a:endParaRPr lang="en-GB" sz="2000" dirty="0">
              <a:solidFill>
                <a:schemeClr val="tx1"/>
              </a:solidFill>
              <a:latin typeface="+mn-lt"/>
            </a:endParaRPr>
          </a:p>
          <a:p>
            <a:pPr>
              <a:buFont typeface="Times New Roman" panose="02020603050405020304" pitchFamily="18" charset="0"/>
              <a:buNone/>
            </a:pPr>
            <a:r>
              <a:rPr lang="en-GB" sz="2000" dirty="0">
                <a:solidFill>
                  <a:schemeClr val="tx1"/>
                </a:solidFill>
                <a:latin typeface="+mn-lt"/>
              </a:rPr>
              <a:t>Ex: AVG(sold) from </a:t>
            </a:r>
            <a:r>
              <a:rPr lang="en-GB" sz="2000" dirty="0" err="1">
                <a:solidFill>
                  <a:schemeClr val="tx1"/>
                </a:solidFill>
                <a:latin typeface="+mn-lt"/>
              </a:rPr>
              <a:t>FoodCart</a:t>
            </a:r>
            <a:r>
              <a:rPr lang="en-GB" sz="2000" dirty="0">
                <a:solidFill>
                  <a:schemeClr val="tx1"/>
                </a:solidFill>
                <a:latin typeface="+mn-lt"/>
              </a:rPr>
              <a:t>; -&gt; 306.33</a:t>
            </a:r>
          </a:p>
          <a:p>
            <a:pPr>
              <a:buFont typeface="Times New Roman" panose="02020603050405020304" pitchFamily="18" charset="0"/>
              <a:buNone/>
            </a:pPr>
            <a:r>
              <a:rPr lang="en-GB" sz="2000" dirty="0">
                <a:solidFill>
                  <a:schemeClr val="tx1"/>
                </a:solidFill>
                <a:latin typeface="+mn-lt"/>
              </a:rPr>
              <a:t>Note: value is rounded to the precision of the </a:t>
            </a:r>
            <a:r>
              <a:rPr lang="en-GB" sz="2000" dirty="0" err="1">
                <a:solidFill>
                  <a:schemeClr val="tx1"/>
                </a:solidFill>
                <a:latin typeface="+mn-lt"/>
              </a:rPr>
              <a:t>datatype</a:t>
            </a:r>
            <a:endParaRPr lang="en-GB" sz="2000" dirty="0">
              <a:solidFill>
                <a:schemeClr val="tx1"/>
              </a:solidFill>
              <a:latin typeface="+mn-lt"/>
            </a:endParaRPr>
          </a:p>
          <a:p>
            <a:pPr>
              <a:buFont typeface="Times New Roman" panose="02020603050405020304" pitchFamily="18" charset="0"/>
              <a:buNone/>
            </a:pPr>
            <a:endParaRPr lang="en-GB" sz="2000" dirty="0">
              <a:solidFill>
                <a:schemeClr val="tx1"/>
              </a:solidFill>
              <a:latin typeface="+mn-lt"/>
            </a:endParaRP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836612" y="1042213"/>
            <a:ext cx="4453845" cy="4395202"/>
            <a:chOff x="1398" y="1182"/>
            <a:chExt cx="3313" cy="1421"/>
          </a:xfrm>
        </p:grpSpPr>
        <p:sp>
          <p:nvSpPr>
            <p:cNvPr id="8" name="Rectangle 5"/>
            <p:cNvSpPr>
              <a:spLocks noChangeArrowheads="1"/>
            </p:cNvSpPr>
            <p:nvPr/>
          </p:nvSpPr>
          <p:spPr bwMode="auto">
            <a:xfrm>
              <a:off x="3606" y="2247"/>
              <a:ext cx="110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70</a:t>
              </a:r>
            </a:p>
          </p:txBody>
        </p:sp>
        <p:sp>
          <p:nvSpPr>
            <p:cNvPr id="9" name="Rectangle 6"/>
            <p:cNvSpPr>
              <a:spLocks noChangeArrowheads="1"/>
            </p:cNvSpPr>
            <p:nvPr/>
          </p:nvSpPr>
          <p:spPr bwMode="auto">
            <a:xfrm>
              <a:off x="2502" y="2247"/>
              <a:ext cx="110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pizza</a:t>
              </a:r>
            </a:p>
          </p:txBody>
        </p:sp>
        <p:sp>
          <p:nvSpPr>
            <p:cNvPr id="10" name="Rectangle 7"/>
            <p:cNvSpPr>
              <a:spLocks noChangeArrowheads="1"/>
            </p:cNvSpPr>
            <p:nvPr/>
          </p:nvSpPr>
          <p:spPr bwMode="auto">
            <a:xfrm>
              <a:off x="1398" y="2247"/>
              <a:ext cx="110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02/26/08</a:t>
              </a:r>
            </a:p>
          </p:txBody>
        </p:sp>
        <p:sp>
          <p:nvSpPr>
            <p:cNvPr id="11" name="Rectangle 8"/>
            <p:cNvSpPr>
              <a:spLocks noChangeArrowheads="1"/>
            </p:cNvSpPr>
            <p:nvPr/>
          </p:nvSpPr>
          <p:spPr bwMode="auto">
            <a:xfrm>
              <a:off x="3606" y="1892"/>
              <a:ext cx="110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500</a:t>
              </a:r>
            </a:p>
          </p:txBody>
        </p:sp>
        <p:sp>
          <p:nvSpPr>
            <p:cNvPr id="12" name="Rectangle 9"/>
            <p:cNvSpPr>
              <a:spLocks noChangeArrowheads="1"/>
            </p:cNvSpPr>
            <p:nvPr/>
          </p:nvSpPr>
          <p:spPr bwMode="auto">
            <a:xfrm>
              <a:off x="2502" y="1892"/>
              <a:ext cx="110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hotdog</a:t>
              </a:r>
            </a:p>
          </p:txBody>
        </p:sp>
        <p:sp>
          <p:nvSpPr>
            <p:cNvPr id="13" name="Rectangle 10"/>
            <p:cNvSpPr>
              <a:spLocks noChangeArrowheads="1"/>
            </p:cNvSpPr>
            <p:nvPr/>
          </p:nvSpPr>
          <p:spPr bwMode="auto">
            <a:xfrm>
              <a:off x="1398" y="1892"/>
              <a:ext cx="110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02/26/08</a:t>
              </a:r>
            </a:p>
          </p:txBody>
        </p:sp>
        <p:sp>
          <p:nvSpPr>
            <p:cNvPr id="14" name="Rectangle 11"/>
            <p:cNvSpPr>
              <a:spLocks noChangeArrowheads="1"/>
            </p:cNvSpPr>
            <p:nvPr/>
          </p:nvSpPr>
          <p:spPr bwMode="auto">
            <a:xfrm>
              <a:off x="3606" y="1537"/>
              <a:ext cx="110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349</a:t>
              </a:r>
            </a:p>
          </p:txBody>
        </p:sp>
        <p:sp>
          <p:nvSpPr>
            <p:cNvPr id="15" name="Rectangle 12"/>
            <p:cNvSpPr>
              <a:spLocks noChangeArrowheads="1"/>
            </p:cNvSpPr>
            <p:nvPr/>
          </p:nvSpPr>
          <p:spPr bwMode="auto">
            <a:xfrm>
              <a:off x="2502" y="1537"/>
              <a:ext cx="110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pizza</a:t>
              </a:r>
            </a:p>
          </p:txBody>
        </p:sp>
        <p:sp>
          <p:nvSpPr>
            <p:cNvPr id="16" name="Rectangle 13"/>
            <p:cNvSpPr>
              <a:spLocks noChangeArrowheads="1"/>
            </p:cNvSpPr>
            <p:nvPr/>
          </p:nvSpPr>
          <p:spPr bwMode="auto">
            <a:xfrm>
              <a:off x="1398" y="1537"/>
              <a:ext cx="110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02/25/08</a:t>
              </a:r>
            </a:p>
          </p:txBody>
        </p:sp>
        <p:sp>
          <p:nvSpPr>
            <p:cNvPr id="17" name="Rectangle 14"/>
            <p:cNvSpPr>
              <a:spLocks noChangeArrowheads="1"/>
            </p:cNvSpPr>
            <p:nvPr/>
          </p:nvSpPr>
          <p:spPr bwMode="auto">
            <a:xfrm>
              <a:off x="3606" y="1182"/>
              <a:ext cx="110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sold</a:t>
              </a:r>
            </a:p>
          </p:txBody>
        </p:sp>
        <p:sp>
          <p:nvSpPr>
            <p:cNvPr id="18" name="Rectangle 15"/>
            <p:cNvSpPr>
              <a:spLocks noChangeArrowheads="1"/>
            </p:cNvSpPr>
            <p:nvPr/>
          </p:nvSpPr>
          <p:spPr bwMode="auto">
            <a:xfrm>
              <a:off x="2502" y="1182"/>
              <a:ext cx="110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food</a:t>
              </a:r>
            </a:p>
          </p:txBody>
        </p:sp>
        <p:sp>
          <p:nvSpPr>
            <p:cNvPr id="19" name="Rectangle 16"/>
            <p:cNvSpPr>
              <a:spLocks noChangeArrowheads="1"/>
            </p:cNvSpPr>
            <p:nvPr/>
          </p:nvSpPr>
          <p:spPr bwMode="auto">
            <a:xfrm>
              <a:off x="1398" y="1182"/>
              <a:ext cx="110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</a:rPr>
                <a:t>date</a:t>
              </a:r>
            </a:p>
          </p:txBody>
        </p:sp>
        <p:sp>
          <p:nvSpPr>
            <p:cNvPr id="20" name="Line 17"/>
            <p:cNvSpPr>
              <a:spLocks noChangeShapeType="1"/>
            </p:cNvSpPr>
            <p:nvPr/>
          </p:nvSpPr>
          <p:spPr bwMode="auto">
            <a:xfrm>
              <a:off x="1398" y="1182"/>
              <a:ext cx="3312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21" name="Line 18"/>
            <p:cNvSpPr>
              <a:spLocks noChangeShapeType="1"/>
            </p:cNvSpPr>
            <p:nvPr/>
          </p:nvSpPr>
          <p:spPr bwMode="auto">
            <a:xfrm>
              <a:off x="1398" y="1537"/>
              <a:ext cx="3312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22" name="Line 19"/>
            <p:cNvSpPr>
              <a:spLocks noChangeShapeType="1"/>
            </p:cNvSpPr>
            <p:nvPr/>
          </p:nvSpPr>
          <p:spPr bwMode="auto">
            <a:xfrm>
              <a:off x="1398" y="1892"/>
              <a:ext cx="3312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23" name="Line 20"/>
            <p:cNvSpPr>
              <a:spLocks noChangeShapeType="1"/>
            </p:cNvSpPr>
            <p:nvPr/>
          </p:nvSpPr>
          <p:spPr bwMode="auto">
            <a:xfrm>
              <a:off x="1398" y="2247"/>
              <a:ext cx="3312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24" name="Line 21"/>
            <p:cNvSpPr>
              <a:spLocks noChangeShapeType="1"/>
            </p:cNvSpPr>
            <p:nvPr/>
          </p:nvSpPr>
          <p:spPr bwMode="auto">
            <a:xfrm>
              <a:off x="1398" y="2602"/>
              <a:ext cx="3312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25" name="Line 22"/>
            <p:cNvSpPr>
              <a:spLocks noChangeShapeType="1"/>
            </p:cNvSpPr>
            <p:nvPr/>
          </p:nvSpPr>
          <p:spPr bwMode="auto">
            <a:xfrm>
              <a:off x="1398" y="1182"/>
              <a:ext cx="1" cy="142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26" name="Line 23"/>
            <p:cNvSpPr>
              <a:spLocks noChangeShapeType="1"/>
            </p:cNvSpPr>
            <p:nvPr/>
          </p:nvSpPr>
          <p:spPr bwMode="auto">
            <a:xfrm>
              <a:off x="2502" y="1182"/>
              <a:ext cx="1" cy="142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27" name="Line 24"/>
            <p:cNvSpPr>
              <a:spLocks noChangeShapeType="1"/>
            </p:cNvSpPr>
            <p:nvPr/>
          </p:nvSpPr>
          <p:spPr bwMode="auto">
            <a:xfrm>
              <a:off x="3606" y="1182"/>
              <a:ext cx="1" cy="142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  <p:sp>
          <p:nvSpPr>
            <p:cNvPr id="28" name="Line 25"/>
            <p:cNvSpPr>
              <a:spLocks noChangeShapeType="1"/>
            </p:cNvSpPr>
            <p:nvPr/>
          </p:nvSpPr>
          <p:spPr bwMode="auto">
            <a:xfrm>
              <a:off x="4710" y="1182"/>
              <a:ext cx="1" cy="142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/>
            </a:p>
          </p:txBody>
        </p:sp>
      </p:grpSp>
      <p:sp>
        <p:nvSpPr>
          <p:cNvPr id="7" name="Text Box 26"/>
          <p:cNvSpPr txBox="1">
            <a:spLocks noChangeArrowheads="1"/>
          </p:cNvSpPr>
          <p:nvPr/>
        </p:nvSpPr>
        <p:spPr bwMode="auto">
          <a:xfrm>
            <a:off x="742617" y="627308"/>
            <a:ext cx="1524000" cy="381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0000" tIns="45000" rIns="90000" bIns="45000"/>
          <a:lstStyle>
            <a:defPPr>
              <a:defRPr lang="en-GB"/>
            </a:defPPr>
            <a:lvl1pPr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4302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6461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862013" indent="-214313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10779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buFont typeface="Times New Roman" panose="02020603050405020304" pitchFamily="18" charset="0"/>
              <a:buNone/>
            </a:pPr>
            <a:r>
              <a:rPr lang="en-GB" sz="2000" dirty="0" err="1">
                <a:solidFill>
                  <a:srgbClr val="000000"/>
                </a:solidFill>
                <a:latin typeface="Comic Sans MS" panose="030F0702030302020204" pitchFamily="66" charset="0"/>
              </a:rPr>
              <a:t>FoodCart</a:t>
            </a:r>
            <a:endParaRPr lang="en-GB" sz="2000" dirty="0">
              <a:solidFill>
                <a:srgbClr val="000000"/>
              </a:solidFill>
              <a:latin typeface="Comic Sans MS" panose="030F0702030302020204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129306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Рисунок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6020" y="252248"/>
            <a:ext cx="8593193" cy="63003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11411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/>
        </p:nvSpPr>
        <p:spPr bwMode="auto">
          <a:xfrm>
            <a:off x="1694656" y="130969"/>
            <a:ext cx="89550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800" tIns="50400" rIns="100800" bIns="50400" numCol="1" anchor="ctr" anchorCtr="0" compatLnSpc="1">
            <a:prstTxWarp prst="textNoShape">
              <a:avLst/>
            </a:prstTxWarp>
          </a:bodyPr>
          <a:lstStyle>
            <a:lvl1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457200"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914400"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1371600"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1828800"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100000"/>
              </a:lnSpc>
              <a:buFont typeface="Comic Sans MS" panose="030F0702030302020204" pitchFamily="66" charset="0"/>
              <a:buNone/>
              <a:tabLst>
                <a:tab pos="0" algn="l"/>
                <a:tab pos="1006475" algn="l"/>
                <a:tab pos="2014538" algn="l"/>
                <a:tab pos="3022600" algn="l"/>
                <a:tab pos="4030663" algn="l"/>
                <a:tab pos="5038725" algn="l"/>
                <a:tab pos="6046788" algn="l"/>
                <a:tab pos="7054850" algn="l"/>
                <a:tab pos="8062913" algn="l"/>
                <a:tab pos="9070975" algn="l"/>
                <a:tab pos="10079038" algn="l"/>
              </a:tabLst>
            </a:pPr>
            <a:r>
              <a:rPr lang="en-GB" sz="4000" dirty="0">
                <a:solidFill>
                  <a:srgbClr val="333366"/>
                </a:solidFill>
                <a:latin typeface="+mn-lt"/>
              </a:rPr>
              <a:t>SQL: Join operation</a:t>
            </a:r>
          </a:p>
        </p:txBody>
      </p:sp>
      <p:sp>
        <p:nvSpPr>
          <p:cNvPr id="5" name="Rectangle 3"/>
          <p:cNvSpPr>
            <a:spLocks noGrp="1" noChangeArrowheads="1"/>
          </p:cNvSpPr>
          <p:nvPr/>
        </p:nvSpPr>
        <p:spPr bwMode="auto">
          <a:xfrm>
            <a:off x="1466056" y="1121569"/>
            <a:ext cx="9259888" cy="2743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800" tIns="50400" rIns="100800" bIns="50400" numCol="1" anchor="t" anchorCtr="0" compatLnSpc="1">
            <a:prstTxWarp prst="textNoShape">
              <a:avLst/>
            </a:prstTxWarp>
          </a:bodyPr>
          <a:lstStyle>
            <a:lvl1pPr marL="376238" indent="-376238" algn="l" defTabSz="457200" rtl="0" fontAlgn="base">
              <a:lnSpc>
                <a:spcPct val="93000"/>
              </a:lnSpc>
              <a:spcBef>
                <a:spcPts val="875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"/>
              <a:defRPr sz="35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7563" indent="-315913" algn="l" defTabSz="457200" rtl="0" fontAlgn="base">
              <a:lnSpc>
                <a:spcPct val="93000"/>
              </a:lnSpc>
              <a:spcBef>
                <a:spcPts val="775"/>
              </a:spcBef>
              <a:spcAft>
                <a:spcPct val="0"/>
              </a:spcAft>
              <a:buClr>
                <a:srgbClr val="9999CC"/>
              </a:buClr>
              <a:buSzPct val="80000"/>
              <a:buFont typeface="Wingdings" panose="05000000000000000000" pitchFamily="2" charset="2"/>
              <a:buChar char=""/>
              <a:defRPr sz="3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258888" indent="-250825" algn="l" defTabSz="457200" rtl="0" fontAlgn="base">
              <a:lnSpc>
                <a:spcPct val="93000"/>
              </a:lnSpc>
              <a:spcBef>
                <a:spcPts val="650"/>
              </a:spcBef>
              <a:spcAft>
                <a:spcPct val="0"/>
              </a:spcAft>
              <a:buClr>
                <a:srgbClr val="00007D"/>
              </a:buClr>
              <a:buSzPct val="65000"/>
              <a:buFont typeface="Wingdings" panose="05000000000000000000" pitchFamily="2" charset="2"/>
              <a:buChar char=""/>
              <a:defRPr sz="2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762125" indent="-250825" algn="l" defTabSz="457200" rtl="0" fontAlgn="base">
              <a:lnSpc>
                <a:spcPct val="93000"/>
              </a:lnSpc>
              <a:spcBef>
                <a:spcPts val="550"/>
              </a:spcBef>
              <a:spcAft>
                <a:spcPct val="0"/>
              </a:spcAft>
              <a:buClr>
                <a:srgbClr val="9999CC"/>
              </a:buClr>
              <a:buSzPct val="70000"/>
              <a:buFont typeface="Wingdings" panose="05000000000000000000" pitchFamily="2" charset="2"/>
              <a:buChar char=""/>
              <a:defRPr sz="2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266950" indent="-250825" algn="l" defTabSz="457200" rtl="0" fontAlgn="base">
              <a:lnSpc>
                <a:spcPct val="93000"/>
              </a:lnSpc>
              <a:spcBef>
                <a:spcPts val="550"/>
              </a:spcBef>
              <a:spcAft>
                <a:spcPct val="0"/>
              </a:spcAft>
              <a:buClr>
                <a:srgbClr val="9999CC"/>
              </a:buClr>
              <a:buSzPct val="100000"/>
              <a:buFont typeface="Wingdings" panose="05000000000000000000" pitchFamily="2" charset="2"/>
              <a:buChar char=""/>
              <a:defRPr sz="2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hangingPunct="0">
              <a:lnSpc>
                <a:spcPct val="117000"/>
              </a:lnSpc>
              <a:spcBef>
                <a:spcPct val="0"/>
              </a:spcBef>
              <a:buClr>
                <a:srgbClr val="000000"/>
              </a:buClr>
              <a:buSzPct val="32000"/>
              <a:buFont typeface="Wingdings" panose="05000000000000000000" pitchFamily="2" charset="2"/>
              <a:buBlip>
                <a:blip r:embed="rId2"/>
              </a:buBlip>
              <a:tabLst>
                <a:tab pos="1004888" algn="l"/>
                <a:tab pos="2012950" algn="l"/>
                <a:tab pos="3021013" algn="l"/>
                <a:tab pos="4029075" algn="l"/>
                <a:tab pos="5037138" algn="l"/>
                <a:tab pos="6045200" algn="l"/>
                <a:tab pos="7053263" algn="l"/>
                <a:tab pos="8061325" algn="l"/>
                <a:tab pos="9069388" algn="l"/>
                <a:tab pos="10077450" algn="l"/>
              </a:tabLst>
            </a:pPr>
            <a:r>
              <a:rPr lang="en-GB" sz="3300" dirty="0">
                <a:solidFill>
                  <a:srgbClr val="333366"/>
                </a:solidFill>
              </a:rPr>
              <a:t>A join can be specified in the FROM clause which list the two input relations and the WHERE clause which lists the join condition.</a:t>
            </a:r>
          </a:p>
          <a:p>
            <a:pPr hangingPunct="0">
              <a:lnSpc>
                <a:spcPct val="117000"/>
              </a:lnSpc>
              <a:spcBef>
                <a:spcPct val="0"/>
              </a:spcBef>
              <a:buClr>
                <a:srgbClr val="000000"/>
              </a:buClr>
              <a:buSzPct val="59000"/>
              <a:buFont typeface="Wingdings" panose="05000000000000000000" pitchFamily="2" charset="2"/>
              <a:buNone/>
              <a:tabLst>
                <a:tab pos="1004888" algn="l"/>
                <a:tab pos="2012950" algn="l"/>
                <a:tab pos="3021013" algn="l"/>
                <a:tab pos="4029075" algn="l"/>
                <a:tab pos="5037138" algn="l"/>
                <a:tab pos="6045200" algn="l"/>
                <a:tab pos="7053263" algn="l"/>
                <a:tab pos="8061325" algn="l"/>
                <a:tab pos="9069388" algn="l"/>
                <a:tab pos="10077450" algn="l"/>
              </a:tabLst>
            </a:pPr>
            <a:r>
              <a:rPr lang="en-GB" sz="3300" dirty="0">
                <a:solidFill>
                  <a:srgbClr val="333366"/>
                </a:solidFill>
              </a:rPr>
              <a:t>	Example:</a:t>
            </a:r>
          </a:p>
        </p:txBody>
      </p:sp>
      <p:grpSp>
        <p:nvGrpSpPr>
          <p:cNvPr id="6" name="Group 4"/>
          <p:cNvGrpSpPr>
            <a:grpSpLocks/>
          </p:cNvGrpSpPr>
          <p:nvPr/>
        </p:nvGrpSpPr>
        <p:grpSpPr bwMode="auto">
          <a:xfrm>
            <a:off x="6266656" y="4474373"/>
            <a:ext cx="4383088" cy="2255840"/>
            <a:chOff x="3270" y="3054"/>
            <a:chExt cx="1969" cy="1421"/>
          </a:xfrm>
        </p:grpSpPr>
        <p:sp>
          <p:nvSpPr>
            <p:cNvPr id="26" name="Rectangle 5"/>
            <p:cNvSpPr>
              <a:spLocks noChangeArrowheads="1"/>
            </p:cNvSpPr>
            <p:nvPr/>
          </p:nvSpPr>
          <p:spPr bwMode="auto">
            <a:xfrm>
              <a:off x="4254" y="4119"/>
              <a:ext cx="98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Biotech</a:t>
              </a:r>
            </a:p>
          </p:txBody>
        </p:sp>
        <p:sp>
          <p:nvSpPr>
            <p:cNvPr id="27" name="Rectangle 6"/>
            <p:cNvSpPr>
              <a:spLocks noChangeArrowheads="1"/>
            </p:cNvSpPr>
            <p:nvPr/>
          </p:nvSpPr>
          <p:spPr bwMode="auto">
            <a:xfrm>
              <a:off x="3270" y="4119"/>
              <a:ext cx="98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 dirty="0">
                  <a:solidFill>
                    <a:srgbClr val="000000"/>
                  </a:solidFill>
                  <a:latin typeface="+mn-lt"/>
                </a:rPr>
                <a:t>1003</a:t>
              </a:r>
            </a:p>
          </p:txBody>
        </p:sp>
        <p:sp>
          <p:nvSpPr>
            <p:cNvPr id="28" name="Rectangle 7"/>
            <p:cNvSpPr>
              <a:spLocks noChangeArrowheads="1"/>
            </p:cNvSpPr>
            <p:nvPr/>
          </p:nvSpPr>
          <p:spPr bwMode="auto">
            <a:xfrm>
              <a:off x="4254" y="3764"/>
              <a:ext cx="98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Sales</a:t>
              </a:r>
            </a:p>
          </p:txBody>
        </p:sp>
        <p:sp>
          <p:nvSpPr>
            <p:cNvPr id="29" name="Rectangle 8"/>
            <p:cNvSpPr>
              <a:spLocks noChangeArrowheads="1"/>
            </p:cNvSpPr>
            <p:nvPr/>
          </p:nvSpPr>
          <p:spPr bwMode="auto">
            <a:xfrm>
              <a:off x="3270" y="3764"/>
              <a:ext cx="98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 dirty="0">
                  <a:solidFill>
                    <a:srgbClr val="000000"/>
                  </a:solidFill>
                  <a:latin typeface="+mn-lt"/>
                </a:rPr>
                <a:t>1002</a:t>
              </a:r>
            </a:p>
          </p:txBody>
        </p:sp>
        <p:sp>
          <p:nvSpPr>
            <p:cNvPr id="30" name="Rectangle 9"/>
            <p:cNvSpPr>
              <a:spLocks noChangeArrowheads="1"/>
            </p:cNvSpPr>
            <p:nvPr/>
          </p:nvSpPr>
          <p:spPr bwMode="auto">
            <a:xfrm>
              <a:off x="4254" y="3409"/>
              <a:ext cx="98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IT</a:t>
              </a:r>
            </a:p>
          </p:txBody>
        </p:sp>
        <p:sp>
          <p:nvSpPr>
            <p:cNvPr id="31" name="Rectangle 10"/>
            <p:cNvSpPr>
              <a:spLocks noChangeArrowheads="1"/>
            </p:cNvSpPr>
            <p:nvPr/>
          </p:nvSpPr>
          <p:spPr bwMode="auto">
            <a:xfrm>
              <a:off x="3270" y="3409"/>
              <a:ext cx="98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 dirty="0">
                  <a:solidFill>
                    <a:srgbClr val="000000"/>
                  </a:solidFill>
                  <a:latin typeface="+mn-lt"/>
                </a:rPr>
                <a:t>1001</a:t>
              </a:r>
            </a:p>
          </p:txBody>
        </p:sp>
        <p:sp>
          <p:nvSpPr>
            <p:cNvPr id="32" name="Rectangle 11"/>
            <p:cNvSpPr>
              <a:spLocks noChangeArrowheads="1"/>
            </p:cNvSpPr>
            <p:nvPr/>
          </p:nvSpPr>
          <p:spPr bwMode="auto">
            <a:xfrm>
              <a:off x="4254" y="3054"/>
              <a:ext cx="98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 dirty="0" smtClean="0">
                  <a:solidFill>
                    <a:srgbClr val="000000"/>
                  </a:solidFill>
                  <a:latin typeface="+mn-lt"/>
                </a:rPr>
                <a:t>Division</a:t>
              </a:r>
              <a:endParaRPr lang="en-GB" sz="3100" dirty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33" name="Rectangle 12"/>
            <p:cNvSpPr>
              <a:spLocks noChangeArrowheads="1"/>
            </p:cNvSpPr>
            <p:nvPr/>
          </p:nvSpPr>
          <p:spPr bwMode="auto">
            <a:xfrm>
              <a:off x="3270" y="3054"/>
              <a:ext cx="984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ID</a:t>
              </a:r>
            </a:p>
          </p:txBody>
        </p:sp>
        <p:sp>
          <p:nvSpPr>
            <p:cNvPr id="34" name="Line 13"/>
            <p:cNvSpPr>
              <a:spLocks noChangeShapeType="1"/>
            </p:cNvSpPr>
            <p:nvPr/>
          </p:nvSpPr>
          <p:spPr bwMode="auto">
            <a:xfrm>
              <a:off x="3270" y="3054"/>
              <a:ext cx="1968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35" name="Line 14"/>
            <p:cNvSpPr>
              <a:spLocks noChangeShapeType="1"/>
            </p:cNvSpPr>
            <p:nvPr/>
          </p:nvSpPr>
          <p:spPr bwMode="auto">
            <a:xfrm>
              <a:off x="3270" y="3409"/>
              <a:ext cx="1968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36" name="Line 15"/>
            <p:cNvSpPr>
              <a:spLocks noChangeShapeType="1"/>
            </p:cNvSpPr>
            <p:nvPr/>
          </p:nvSpPr>
          <p:spPr bwMode="auto">
            <a:xfrm>
              <a:off x="3270" y="3764"/>
              <a:ext cx="1968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37" name="Line 16"/>
            <p:cNvSpPr>
              <a:spLocks noChangeShapeType="1"/>
            </p:cNvSpPr>
            <p:nvPr/>
          </p:nvSpPr>
          <p:spPr bwMode="auto">
            <a:xfrm>
              <a:off x="3270" y="4119"/>
              <a:ext cx="1968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38" name="Line 17"/>
            <p:cNvSpPr>
              <a:spLocks noChangeShapeType="1"/>
            </p:cNvSpPr>
            <p:nvPr/>
          </p:nvSpPr>
          <p:spPr bwMode="auto">
            <a:xfrm>
              <a:off x="3270" y="4474"/>
              <a:ext cx="1968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39" name="Line 18"/>
            <p:cNvSpPr>
              <a:spLocks noChangeShapeType="1"/>
            </p:cNvSpPr>
            <p:nvPr/>
          </p:nvSpPr>
          <p:spPr bwMode="auto">
            <a:xfrm>
              <a:off x="3270" y="3054"/>
              <a:ext cx="1" cy="142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40" name="Line 19"/>
            <p:cNvSpPr>
              <a:spLocks noChangeShapeType="1"/>
            </p:cNvSpPr>
            <p:nvPr/>
          </p:nvSpPr>
          <p:spPr bwMode="auto">
            <a:xfrm>
              <a:off x="4254" y="3054"/>
              <a:ext cx="1" cy="142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41" name="Line 20"/>
            <p:cNvSpPr>
              <a:spLocks noChangeShapeType="1"/>
            </p:cNvSpPr>
            <p:nvPr/>
          </p:nvSpPr>
          <p:spPr bwMode="auto">
            <a:xfrm>
              <a:off x="5238" y="3054"/>
              <a:ext cx="1" cy="142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</p:grpSp>
      <p:grpSp>
        <p:nvGrpSpPr>
          <p:cNvPr id="7" name="Group 21"/>
          <p:cNvGrpSpPr>
            <a:grpSpLocks/>
          </p:cNvGrpSpPr>
          <p:nvPr/>
        </p:nvGrpSpPr>
        <p:grpSpPr bwMode="auto">
          <a:xfrm>
            <a:off x="2532856" y="4474373"/>
            <a:ext cx="2516188" cy="2255840"/>
            <a:chOff x="918" y="3054"/>
            <a:chExt cx="1585" cy="1421"/>
          </a:xfrm>
        </p:grpSpPr>
        <p:sp>
          <p:nvSpPr>
            <p:cNvPr id="10" name="Rectangle 22"/>
            <p:cNvSpPr>
              <a:spLocks noChangeArrowheads="1"/>
            </p:cNvSpPr>
            <p:nvPr/>
          </p:nvSpPr>
          <p:spPr bwMode="auto">
            <a:xfrm>
              <a:off x="1710" y="4119"/>
              <a:ext cx="79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TN</a:t>
              </a:r>
            </a:p>
          </p:txBody>
        </p:sp>
        <p:sp>
          <p:nvSpPr>
            <p:cNvPr id="11" name="Rectangle 23"/>
            <p:cNvSpPr>
              <a:spLocks noChangeArrowheads="1"/>
            </p:cNvSpPr>
            <p:nvPr/>
          </p:nvSpPr>
          <p:spPr bwMode="auto">
            <a:xfrm>
              <a:off x="918" y="4119"/>
              <a:ext cx="79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1002</a:t>
              </a:r>
            </a:p>
          </p:txBody>
        </p:sp>
        <p:sp>
          <p:nvSpPr>
            <p:cNvPr id="12" name="Rectangle 24"/>
            <p:cNvSpPr>
              <a:spLocks noChangeArrowheads="1"/>
            </p:cNvSpPr>
            <p:nvPr/>
          </p:nvSpPr>
          <p:spPr bwMode="auto">
            <a:xfrm>
              <a:off x="1710" y="3764"/>
              <a:ext cx="79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 dirty="0">
                  <a:solidFill>
                    <a:srgbClr val="000000"/>
                  </a:solidFill>
                  <a:latin typeface="+mn-lt"/>
                </a:rPr>
                <a:t>MA</a:t>
              </a:r>
            </a:p>
          </p:txBody>
        </p:sp>
        <p:sp>
          <p:nvSpPr>
            <p:cNvPr id="13" name="Rectangle 25"/>
            <p:cNvSpPr>
              <a:spLocks noChangeArrowheads="1"/>
            </p:cNvSpPr>
            <p:nvPr/>
          </p:nvSpPr>
          <p:spPr bwMode="auto">
            <a:xfrm>
              <a:off x="918" y="3764"/>
              <a:ext cx="79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 dirty="0">
                  <a:solidFill>
                    <a:srgbClr val="000000"/>
                  </a:solidFill>
                  <a:latin typeface="+mn-lt"/>
                </a:rPr>
                <a:t>1001</a:t>
              </a:r>
            </a:p>
          </p:txBody>
        </p:sp>
        <p:sp>
          <p:nvSpPr>
            <p:cNvPr id="14" name="Rectangle 26"/>
            <p:cNvSpPr>
              <a:spLocks noChangeArrowheads="1"/>
            </p:cNvSpPr>
            <p:nvPr/>
          </p:nvSpPr>
          <p:spPr bwMode="auto">
            <a:xfrm>
              <a:off x="1710" y="3409"/>
              <a:ext cx="79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CA</a:t>
              </a:r>
            </a:p>
          </p:txBody>
        </p:sp>
        <p:sp>
          <p:nvSpPr>
            <p:cNvPr id="15" name="Rectangle 27"/>
            <p:cNvSpPr>
              <a:spLocks noChangeArrowheads="1"/>
            </p:cNvSpPr>
            <p:nvPr/>
          </p:nvSpPr>
          <p:spPr bwMode="auto">
            <a:xfrm>
              <a:off x="918" y="3409"/>
              <a:ext cx="79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 dirty="0">
                  <a:solidFill>
                    <a:srgbClr val="000000"/>
                  </a:solidFill>
                  <a:latin typeface="+mn-lt"/>
                </a:rPr>
                <a:t>1000</a:t>
              </a:r>
            </a:p>
          </p:txBody>
        </p:sp>
        <p:sp>
          <p:nvSpPr>
            <p:cNvPr id="16" name="Rectangle 28"/>
            <p:cNvSpPr>
              <a:spLocks noChangeArrowheads="1"/>
            </p:cNvSpPr>
            <p:nvPr/>
          </p:nvSpPr>
          <p:spPr bwMode="auto">
            <a:xfrm>
              <a:off x="1710" y="3054"/>
              <a:ext cx="79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State</a:t>
              </a:r>
            </a:p>
          </p:txBody>
        </p:sp>
        <p:sp>
          <p:nvSpPr>
            <p:cNvPr id="17" name="Rectangle 29"/>
            <p:cNvSpPr>
              <a:spLocks noChangeArrowheads="1"/>
            </p:cNvSpPr>
            <p:nvPr/>
          </p:nvSpPr>
          <p:spPr bwMode="auto">
            <a:xfrm>
              <a:off x="918" y="3054"/>
              <a:ext cx="79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ID</a:t>
              </a:r>
            </a:p>
          </p:txBody>
        </p:sp>
        <p:sp>
          <p:nvSpPr>
            <p:cNvPr id="18" name="Line 30"/>
            <p:cNvSpPr>
              <a:spLocks noChangeShapeType="1"/>
            </p:cNvSpPr>
            <p:nvPr/>
          </p:nvSpPr>
          <p:spPr bwMode="auto">
            <a:xfrm>
              <a:off x="918" y="3054"/>
              <a:ext cx="15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19" name="Line 31"/>
            <p:cNvSpPr>
              <a:spLocks noChangeShapeType="1"/>
            </p:cNvSpPr>
            <p:nvPr/>
          </p:nvSpPr>
          <p:spPr bwMode="auto">
            <a:xfrm>
              <a:off x="918" y="3409"/>
              <a:ext cx="1584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20" name="Line 32"/>
            <p:cNvSpPr>
              <a:spLocks noChangeShapeType="1"/>
            </p:cNvSpPr>
            <p:nvPr/>
          </p:nvSpPr>
          <p:spPr bwMode="auto">
            <a:xfrm>
              <a:off x="918" y="3764"/>
              <a:ext cx="1584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21" name="Line 33"/>
            <p:cNvSpPr>
              <a:spLocks noChangeShapeType="1"/>
            </p:cNvSpPr>
            <p:nvPr/>
          </p:nvSpPr>
          <p:spPr bwMode="auto">
            <a:xfrm>
              <a:off x="918" y="4119"/>
              <a:ext cx="1584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22" name="Line 34"/>
            <p:cNvSpPr>
              <a:spLocks noChangeShapeType="1"/>
            </p:cNvSpPr>
            <p:nvPr/>
          </p:nvSpPr>
          <p:spPr bwMode="auto">
            <a:xfrm>
              <a:off x="918" y="4474"/>
              <a:ext cx="1584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23" name="Line 35"/>
            <p:cNvSpPr>
              <a:spLocks noChangeShapeType="1"/>
            </p:cNvSpPr>
            <p:nvPr/>
          </p:nvSpPr>
          <p:spPr bwMode="auto">
            <a:xfrm>
              <a:off x="918" y="3054"/>
              <a:ext cx="1" cy="142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24" name="Line 36"/>
            <p:cNvSpPr>
              <a:spLocks noChangeShapeType="1"/>
            </p:cNvSpPr>
            <p:nvPr/>
          </p:nvSpPr>
          <p:spPr bwMode="auto">
            <a:xfrm>
              <a:off x="1710" y="3054"/>
              <a:ext cx="1" cy="142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25" name="Line 37"/>
            <p:cNvSpPr>
              <a:spLocks noChangeShapeType="1"/>
            </p:cNvSpPr>
            <p:nvPr/>
          </p:nvSpPr>
          <p:spPr bwMode="auto">
            <a:xfrm>
              <a:off x="2502" y="3054"/>
              <a:ext cx="1" cy="142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</p:grpSp>
      <p:sp>
        <p:nvSpPr>
          <p:cNvPr id="8" name="Rectangle 38"/>
          <p:cNvSpPr>
            <a:spLocks noChangeArrowheads="1"/>
          </p:cNvSpPr>
          <p:nvPr/>
        </p:nvSpPr>
        <p:spPr bwMode="auto">
          <a:xfrm>
            <a:off x="2532856" y="3940969"/>
            <a:ext cx="1295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00800" tIns="50400" rIns="100800" bIns="50400" anchor="ctr"/>
          <a:lstStyle>
            <a:defPPr>
              <a:defRPr lang="en-GB"/>
            </a:defPPr>
            <a:lvl1pPr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4302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6461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862013" indent="-214313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10779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SzPct val="100000"/>
              <a:buFont typeface="Comic Sans MS" panose="030F0702030302020204" pitchFamily="66" charset="0"/>
              <a:buNone/>
            </a:pPr>
            <a:r>
              <a:rPr lang="en-GB" sz="2800" dirty="0" err="1">
                <a:solidFill>
                  <a:srgbClr val="000000"/>
                </a:solidFill>
                <a:latin typeface="+mn-lt"/>
              </a:rPr>
              <a:t>Emp</a:t>
            </a:r>
            <a:endParaRPr lang="en-GB" sz="2800" dirty="0">
              <a:solidFill>
                <a:srgbClr val="000000"/>
              </a:solidFill>
              <a:latin typeface="+mn-lt"/>
            </a:endParaRPr>
          </a:p>
        </p:txBody>
      </p:sp>
      <p:sp>
        <p:nvSpPr>
          <p:cNvPr id="9" name="Rectangle 39"/>
          <p:cNvSpPr>
            <a:spLocks noChangeArrowheads="1"/>
          </p:cNvSpPr>
          <p:nvPr/>
        </p:nvSpPr>
        <p:spPr bwMode="auto">
          <a:xfrm>
            <a:off x="6342856" y="3940969"/>
            <a:ext cx="1295400" cy="533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100800" tIns="50400" rIns="100800" bIns="50400" anchor="ctr"/>
          <a:lstStyle>
            <a:defPPr>
              <a:defRPr lang="en-GB"/>
            </a:defPPr>
            <a:lvl1pPr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1pPr>
            <a:lvl2pPr marL="4302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marL="6461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marL="862013" indent="-214313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marL="1077913" indent="-215900" algn="l" defTabSz="457200" rtl="0" eaLnBrk="0" fontAlgn="base" hangingPunct="0">
              <a:lnSpc>
                <a:spcPct val="87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45000"/>
              <a:buFont typeface="Wingdings" panose="05000000000000000000" pitchFamily="2" charset="2"/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22860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27432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32004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3657600" algn="l" defTabSz="914400" rtl="0" eaLnBrk="1" latinLnBrk="0" hangingPunct="1">
              <a:defRPr kern="1200">
                <a:solidFill>
                  <a:schemeClr val="bg1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buSzPct val="100000"/>
              <a:buFont typeface="Comic Sans MS" panose="030F0702030302020204" pitchFamily="66" charset="0"/>
              <a:buNone/>
            </a:pPr>
            <a:r>
              <a:rPr lang="en-GB" sz="2800" dirty="0" err="1">
                <a:solidFill>
                  <a:srgbClr val="000000"/>
                </a:solidFill>
                <a:latin typeface="+mn-lt"/>
              </a:rPr>
              <a:t>Dept</a:t>
            </a:r>
            <a:endParaRPr lang="en-GB" sz="2800" dirty="0">
              <a:solidFill>
                <a:srgbClr val="000000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4831740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/>
        </p:nvSpPr>
        <p:spPr bwMode="auto">
          <a:xfrm>
            <a:off x="1638300" y="831850"/>
            <a:ext cx="89550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800" tIns="50400" rIns="100800" bIns="50400" numCol="1" anchor="ctr" anchorCtr="0" compatLnSpc="1">
            <a:prstTxWarp prst="textNoShape">
              <a:avLst/>
            </a:prstTxWarp>
          </a:bodyPr>
          <a:lstStyle>
            <a:lvl1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457200"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914400"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1371600"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1828800"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100000"/>
              </a:lnSpc>
              <a:buFont typeface="Comic Sans MS" panose="030F0702030302020204" pitchFamily="66" charset="0"/>
              <a:buNone/>
              <a:tabLst>
                <a:tab pos="0" algn="l"/>
                <a:tab pos="1006475" algn="l"/>
                <a:tab pos="2014538" algn="l"/>
                <a:tab pos="3022600" algn="l"/>
                <a:tab pos="4030663" algn="l"/>
                <a:tab pos="5038725" algn="l"/>
                <a:tab pos="6046788" algn="l"/>
                <a:tab pos="7054850" algn="l"/>
                <a:tab pos="8062913" algn="l"/>
                <a:tab pos="9070975" algn="l"/>
                <a:tab pos="10079038" algn="l"/>
              </a:tabLst>
            </a:pPr>
            <a:r>
              <a:rPr lang="en-GB" sz="4000">
                <a:solidFill>
                  <a:srgbClr val="333366"/>
                </a:solidFill>
                <a:latin typeface="+mn-lt"/>
              </a:rPr>
              <a:t>SQL: Join operation (cont.)‏</a:t>
            </a:r>
          </a:p>
        </p:txBody>
      </p:sp>
      <p:grpSp>
        <p:nvGrpSpPr>
          <p:cNvPr id="5" name="Group 3"/>
          <p:cNvGrpSpPr>
            <a:grpSpLocks/>
          </p:cNvGrpSpPr>
          <p:nvPr/>
        </p:nvGrpSpPr>
        <p:grpSpPr bwMode="auto">
          <a:xfrm>
            <a:off x="5829300" y="4337055"/>
            <a:ext cx="4953000" cy="1692277"/>
            <a:chOff x="3030" y="2526"/>
            <a:chExt cx="2593" cy="1066"/>
          </a:xfrm>
        </p:grpSpPr>
        <p:sp>
          <p:nvSpPr>
            <p:cNvPr id="21" name="Rectangle 4"/>
            <p:cNvSpPr>
              <a:spLocks noChangeArrowheads="1"/>
            </p:cNvSpPr>
            <p:nvPr/>
          </p:nvSpPr>
          <p:spPr bwMode="auto">
            <a:xfrm>
              <a:off x="3990" y="3236"/>
              <a:ext cx="163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Sales</a:t>
              </a:r>
            </a:p>
          </p:txBody>
        </p:sp>
        <p:sp>
          <p:nvSpPr>
            <p:cNvPr id="22" name="Rectangle 5"/>
            <p:cNvSpPr>
              <a:spLocks noChangeArrowheads="1"/>
            </p:cNvSpPr>
            <p:nvPr/>
          </p:nvSpPr>
          <p:spPr bwMode="auto">
            <a:xfrm>
              <a:off x="3030" y="3236"/>
              <a:ext cx="96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 dirty="0">
                  <a:solidFill>
                    <a:srgbClr val="000000"/>
                  </a:solidFill>
                  <a:latin typeface="+mn-lt"/>
                </a:rPr>
                <a:t>1002</a:t>
              </a:r>
            </a:p>
          </p:txBody>
        </p:sp>
        <p:sp>
          <p:nvSpPr>
            <p:cNvPr id="23" name="Rectangle 6"/>
            <p:cNvSpPr>
              <a:spLocks noChangeArrowheads="1"/>
            </p:cNvSpPr>
            <p:nvPr/>
          </p:nvSpPr>
          <p:spPr bwMode="auto">
            <a:xfrm>
              <a:off x="3990" y="2881"/>
              <a:ext cx="163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IT</a:t>
              </a:r>
            </a:p>
          </p:txBody>
        </p:sp>
        <p:sp>
          <p:nvSpPr>
            <p:cNvPr id="24" name="Rectangle 7"/>
            <p:cNvSpPr>
              <a:spLocks noChangeArrowheads="1"/>
            </p:cNvSpPr>
            <p:nvPr/>
          </p:nvSpPr>
          <p:spPr bwMode="auto">
            <a:xfrm>
              <a:off x="3030" y="2881"/>
              <a:ext cx="96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1001</a:t>
              </a:r>
            </a:p>
          </p:txBody>
        </p:sp>
        <p:sp>
          <p:nvSpPr>
            <p:cNvPr id="25" name="Rectangle 8"/>
            <p:cNvSpPr>
              <a:spLocks noChangeArrowheads="1"/>
            </p:cNvSpPr>
            <p:nvPr/>
          </p:nvSpPr>
          <p:spPr bwMode="auto">
            <a:xfrm>
              <a:off x="3990" y="2526"/>
              <a:ext cx="163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 dirty="0" err="1">
                  <a:solidFill>
                    <a:srgbClr val="000000"/>
                  </a:solidFill>
                  <a:latin typeface="+mn-lt"/>
                </a:rPr>
                <a:t>Dept.Division</a:t>
              </a:r>
              <a:endParaRPr lang="en-GB" sz="3100" dirty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26" name="Rectangle 9"/>
            <p:cNvSpPr>
              <a:spLocks noChangeArrowheads="1"/>
            </p:cNvSpPr>
            <p:nvPr/>
          </p:nvSpPr>
          <p:spPr bwMode="auto">
            <a:xfrm>
              <a:off x="3030" y="2526"/>
              <a:ext cx="96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 dirty="0" smtClean="0">
                  <a:solidFill>
                    <a:srgbClr val="000000"/>
                  </a:solidFill>
                  <a:latin typeface="+mn-lt"/>
                </a:rPr>
                <a:t>Dept.ID</a:t>
              </a:r>
              <a:endParaRPr lang="en-GB" sz="3100" dirty="0">
                <a:solidFill>
                  <a:srgbClr val="000000"/>
                </a:solidFill>
                <a:latin typeface="+mn-lt"/>
              </a:endParaRPr>
            </a:p>
          </p:txBody>
        </p:sp>
        <p:sp>
          <p:nvSpPr>
            <p:cNvPr id="27" name="Line 10"/>
            <p:cNvSpPr>
              <a:spLocks noChangeShapeType="1"/>
            </p:cNvSpPr>
            <p:nvPr/>
          </p:nvSpPr>
          <p:spPr bwMode="auto">
            <a:xfrm>
              <a:off x="3030" y="2526"/>
              <a:ext cx="2592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28" name="Line 11"/>
            <p:cNvSpPr>
              <a:spLocks noChangeShapeType="1"/>
            </p:cNvSpPr>
            <p:nvPr/>
          </p:nvSpPr>
          <p:spPr bwMode="auto">
            <a:xfrm>
              <a:off x="3030" y="2881"/>
              <a:ext cx="2592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29" name="Line 12"/>
            <p:cNvSpPr>
              <a:spLocks noChangeShapeType="1"/>
            </p:cNvSpPr>
            <p:nvPr/>
          </p:nvSpPr>
          <p:spPr bwMode="auto">
            <a:xfrm>
              <a:off x="3030" y="3236"/>
              <a:ext cx="2592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30" name="Line 13"/>
            <p:cNvSpPr>
              <a:spLocks noChangeShapeType="1"/>
            </p:cNvSpPr>
            <p:nvPr/>
          </p:nvSpPr>
          <p:spPr bwMode="auto">
            <a:xfrm>
              <a:off x="3030" y="3591"/>
              <a:ext cx="2592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31" name="Line 14"/>
            <p:cNvSpPr>
              <a:spLocks noChangeShapeType="1"/>
            </p:cNvSpPr>
            <p:nvPr/>
          </p:nvSpPr>
          <p:spPr bwMode="auto">
            <a:xfrm>
              <a:off x="3030" y="2526"/>
              <a:ext cx="1" cy="106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32" name="Line 15"/>
            <p:cNvSpPr>
              <a:spLocks noChangeShapeType="1"/>
            </p:cNvSpPr>
            <p:nvPr/>
          </p:nvSpPr>
          <p:spPr bwMode="auto">
            <a:xfrm>
              <a:off x="3990" y="2526"/>
              <a:ext cx="1" cy="106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33" name="Line 16"/>
            <p:cNvSpPr>
              <a:spLocks noChangeShapeType="1"/>
            </p:cNvSpPr>
            <p:nvPr/>
          </p:nvSpPr>
          <p:spPr bwMode="auto">
            <a:xfrm>
              <a:off x="5622" y="2526"/>
              <a:ext cx="1" cy="106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</p:grpSp>
      <p:grpSp>
        <p:nvGrpSpPr>
          <p:cNvPr id="6" name="Group 17"/>
          <p:cNvGrpSpPr>
            <a:grpSpLocks/>
          </p:cNvGrpSpPr>
          <p:nvPr/>
        </p:nvGrpSpPr>
        <p:grpSpPr bwMode="auto">
          <a:xfrm>
            <a:off x="2247900" y="4337055"/>
            <a:ext cx="3582988" cy="1692277"/>
            <a:chOff x="774" y="2526"/>
            <a:chExt cx="2257" cy="1066"/>
          </a:xfrm>
        </p:grpSpPr>
        <p:sp>
          <p:nvSpPr>
            <p:cNvPr id="8" name="Rectangle 18"/>
            <p:cNvSpPr>
              <a:spLocks noChangeArrowheads="1"/>
            </p:cNvSpPr>
            <p:nvPr/>
          </p:nvSpPr>
          <p:spPr bwMode="auto">
            <a:xfrm>
              <a:off x="1734" y="3236"/>
              <a:ext cx="1296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TN</a:t>
              </a:r>
            </a:p>
          </p:txBody>
        </p:sp>
        <p:sp>
          <p:nvSpPr>
            <p:cNvPr id="9" name="Rectangle 19"/>
            <p:cNvSpPr>
              <a:spLocks noChangeArrowheads="1"/>
            </p:cNvSpPr>
            <p:nvPr/>
          </p:nvSpPr>
          <p:spPr bwMode="auto">
            <a:xfrm>
              <a:off x="774" y="3236"/>
              <a:ext cx="96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 dirty="0">
                  <a:solidFill>
                    <a:srgbClr val="000000"/>
                  </a:solidFill>
                  <a:latin typeface="+mn-lt"/>
                </a:rPr>
                <a:t>1002</a:t>
              </a:r>
            </a:p>
          </p:txBody>
        </p:sp>
        <p:sp>
          <p:nvSpPr>
            <p:cNvPr id="10" name="Rectangle 20"/>
            <p:cNvSpPr>
              <a:spLocks noChangeArrowheads="1"/>
            </p:cNvSpPr>
            <p:nvPr/>
          </p:nvSpPr>
          <p:spPr bwMode="auto">
            <a:xfrm>
              <a:off x="1734" y="2881"/>
              <a:ext cx="1296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MA</a:t>
              </a:r>
            </a:p>
          </p:txBody>
        </p:sp>
        <p:sp>
          <p:nvSpPr>
            <p:cNvPr id="11" name="Rectangle 21"/>
            <p:cNvSpPr>
              <a:spLocks noChangeArrowheads="1"/>
            </p:cNvSpPr>
            <p:nvPr/>
          </p:nvSpPr>
          <p:spPr bwMode="auto">
            <a:xfrm>
              <a:off x="774" y="2881"/>
              <a:ext cx="96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 dirty="0">
                  <a:solidFill>
                    <a:srgbClr val="000000"/>
                  </a:solidFill>
                  <a:latin typeface="+mn-lt"/>
                </a:rPr>
                <a:t>1001</a:t>
              </a:r>
            </a:p>
          </p:txBody>
        </p:sp>
        <p:sp>
          <p:nvSpPr>
            <p:cNvPr id="12" name="Rectangle 22"/>
            <p:cNvSpPr>
              <a:spLocks noChangeArrowheads="1"/>
            </p:cNvSpPr>
            <p:nvPr/>
          </p:nvSpPr>
          <p:spPr bwMode="auto">
            <a:xfrm>
              <a:off x="1734" y="2526"/>
              <a:ext cx="1296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Emp.State</a:t>
              </a:r>
            </a:p>
          </p:txBody>
        </p:sp>
        <p:sp>
          <p:nvSpPr>
            <p:cNvPr id="13" name="Rectangle 23"/>
            <p:cNvSpPr>
              <a:spLocks noChangeArrowheads="1"/>
            </p:cNvSpPr>
            <p:nvPr/>
          </p:nvSpPr>
          <p:spPr bwMode="auto">
            <a:xfrm>
              <a:off x="774" y="2526"/>
              <a:ext cx="96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Emp.ID</a:t>
              </a:r>
            </a:p>
          </p:txBody>
        </p:sp>
        <p:sp>
          <p:nvSpPr>
            <p:cNvPr id="14" name="Line 24"/>
            <p:cNvSpPr>
              <a:spLocks noChangeShapeType="1"/>
            </p:cNvSpPr>
            <p:nvPr/>
          </p:nvSpPr>
          <p:spPr bwMode="auto">
            <a:xfrm>
              <a:off x="774" y="2526"/>
              <a:ext cx="2256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15" name="Line 25"/>
            <p:cNvSpPr>
              <a:spLocks noChangeShapeType="1"/>
            </p:cNvSpPr>
            <p:nvPr/>
          </p:nvSpPr>
          <p:spPr bwMode="auto">
            <a:xfrm>
              <a:off x="774" y="2881"/>
              <a:ext cx="2256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16" name="Line 26"/>
            <p:cNvSpPr>
              <a:spLocks noChangeShapeType="1"/>
            </p:cNvSpPr>
            <p:nvPr/>
          </p:nvSpPr>
          <p:spPr bwMode="auto">
            <a:xfrm>
              <a:off x="774" y="3236"/>
              <a:ext cx="2256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17" name="Line 27"/>
            <p:cNvSpPr>
              <a:spLocks noChangeShapeType="1"/>
            </p:cNvSpPr>
            <p:nvPr/>
          </p:nvSpPr>
          <p:spPr bwMode="auto">
            <a:xfrm>
              <a:off x="774" y="3591"/>
              <a:ext cx="2256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18" name="Line 28"/>
            <p:cNvSpPr>
              <a:spLocks noChangeShapeType="1"/>
            </p:cNvSpPr>
            <p:nvPr/>
          </p:nvSpPr>
          <p:spPr bwMode="auto">
            <a:xfrm>
              <a:off x="774" y="2526"/>
              <a:ext cx="1" cy="106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19" name="Line 29"/>
            <p:cNvSpPr>
              <a:spLocks noChangeShapeType="1"/>
            </p:cNvSpPr>
            <p:nvPr/>
          </p:nvSpPr>
          <p:spPr bwMode="auto">
            <a:xfrm>
              <a:off x="1734" y="2526"/>
              <a:ext cx="1" cy="1065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20" name="Line 30"/>
            <p:cNvSpPr>
              <a:spLocks noChangeShapeType="1"/>
            </p:cNvSpPr>
            <p:nvPr/>
          </p:nvSpPr>
          <p:spPr bwMode="auto">
            <a:xfrm>
              <a:off x="3030" y="2526"/>
              <a:ext cx="1" cy="1065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</p:grpSp>
      <p:sp>
        <p:nvSpPr>
          <p:cNvPr id="7" name="Rectangle 31"/>
          <p:cNvSpPr>
            <a:spLocks noGrp="1" noChangeArrowheads="1"/>
          </p:cNvSpPr>
          <p:nvPr/>
        </p:nvSpPr>
        <p:spPr bwMode="auto">
          <a:xfrm>
            <a:off x="1409700" y="1822450"/>
            <a:ext cx="9372600" cy="207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800" tIns="50400" rIns="100800" bIns="50400" numCol="1" anchor="t" anchorCtr="0" compatLnSpc="1">
            <a:prstTxWarp prst="textNoShape">
              <a:avLst/>
            </a:prstTxWarp>
          </a:bodyPr>
          <a:lstStyle>
            <a:lvl1pPr marL="376238" indent="-376238" algn="l" defTabSz="457200" rtl="0" fontAlgn="base">
              <a:lnSpc>
                <a:spcPct val="93000"/>
              </a:lnSpc>
              <a:spcBef>
                <a:spcPts val="875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"/>
              <a:defRPr sz="35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7563" indent="-315913" algn="l" defTabSz="457200" rtl="0" fontAlgn="base">
              <a:lnSpc>
                <a:spcPct val="93000"/>
              </a:lnSpc>
              <a:spcBef>
                <a:spcPts val="775"/>
              </a:spcBef>
              <a:spcAft>
                <a:spcPct val="0"/>
              </a:spcAft>
              <a:buClr>
                <a:srgbClr val="9999CC"/>
              </a:buClr>
              <a:buSzPct val="80000"/>
              <a:buFont typeface="Wingdings" panose="05000000000000000000" pitchFamily="2" charset="2"/>
              <a:buChar char=""/>
              <a:defRPr sz="3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258888" indent="-250825" algn="l" defTabSz="457200" rtl="0" fontAlgn="base">
              <a:lnSpc>
                <a:spcPct val="93000"/>
              </a:lnSpc>
              <a:spcBef>
                <a:spcPts val="650"/>
              </a:spcBef>
              <a:spcAft>
                <a:spcPct val="0"/>
              </a:spcAft>
              <a:buClr>
                <a:srgbClr val="00007D"/>
              </a:buClr>
              <a:buSzPct val="65000"/>
              <a:buFont typeface="Wingdings" panose="05000000000000000000" pitchFamily="2" charset="2"/>
              <a:buChar char=""/>
              <a:defRPr sz="2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762125" indent="-250825" algn="l" defTabSz="457200" rtl="0" fontAlgn="base">
              <a:lnSpc>
                <a:spcPct val="93000"/>
              </a:lnSpc>
              <a:spcBef>
                <a:spcPts val="550"/>
              </a:spcBef>
              <a:spcAft>
                <a:spcPct val="0"/>
              </a:spcAft>
              <a:buClr>
                <a:srgbClr val="9999CC"/>
              </a:buClr>
              <a:buSzPct val="70000"/>
              <a:buFont typeface="Wingdings" panose="05000000000000000000" pitchFamily="2" charset="2"/>
              <a:buChar char=""/>
              <a:defRPr sz="2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266950" indent="-250825" algn="l" defTabSz="457200" rtl="0" fontAlgn="base">
              <a:lnSpc>
                <a:spcPct val="93000"/>
              </a:lnSpc>
              <a:spcBef>
                <a:spcPts val="550"/>
              </a:spcBef>
              <a:spcAft>
                <a:spcPct val="0"/>
              </a:spcAft>
              <a:buClr>
                <a:srgbClr val="9999CC"/>
              </a:buClr>
              <a:buSzPct val="100000"/>
              <a:buFont typeface="Wingdings" panose="05000000000000000000" pitchFamily="2" charset="2"/>
              <a:buChar char=""/>
              <a:defRPr sz="2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700"/>
              </a:spcBef>
              <a:buSzPct val="37000"/>
              <a:buFont typeface="Wingdings" panose="05000000000000000000" pitchFamily="2" charset="2"/>
              <a:buBlip>
                <a:blip r:embed="rId2"/>
              </a:buBlip>
              <a:tabLst>
                <a:tab pos="1004888" algn="l"/>
                <a:tab pos="2012950" algn="l"/>
                <a:tab pos="3021013" algn="l"/>
                <a:tab pos="4029075" algn="l"/>
                <a:tab pos="5037138" algn="l"/>
                <a:tab pos="6045200" algn="l"/>
                <a:tab pos="7053263" algn="l"/>
                <a:tab pos="8061325" algn="l"/>
                <a:tab pos="9069388" algn="l"/>
                <a:tab pos="10077450" algn="l"/>
              </a:tabLst>
            </a:pPr>
            <a:r>
              <a:rPr lang="en-GB" sz="2800" dirty="0">
                <a:solidFill>
                  <a:srgbClr val="333366"/>
                </a:solidFill>
              </a:rPr>
              <a:t>inner join = join</a:t>
            </a:r>
          </a:p>
          <a:p>
            <a:pPr>
              <a:lnSpc>
                <a:spcPct val="100000"/>
              </a:lnSpc>
              <a:spcBef>
                <a:spcPts val="700"/>
              </a:spcBef>
              <a:buFont typeface="Wingdings" panose="05000000000000000000" pitchFamily="2" charset="2"/>
              <a:buNone/>
              <a:tabLst>
                <a:tab pos="1004888" algn="l"/>
                <a:tab pos="2012950" algn="l"/>
                <a:tab pos="3021013" algn="l"/>
                <a:tab pos="4029075" algn="l"/>
                <a:tab pos="5037138" algn="l"/>
                <a:tab pos="6045200" algn="l"/>
                <a:tab pos="7053263" algn="l"/>
                <a:tab pos="8061325" algn="l"/>
                <a:tab pos="9069388" algn="l"/>
                <a:tab pos="10077450" algn="l"/>
              </a:tabLst>
            </a:pPr>
            <a:r>
              <a:rPr lang="en-GB" sz="2800" dirty="0">
                <a:solidFill>
                  <a:srgbClr val="333366"/>
                </a:solidFill>
              </a:rPr>
              <a:t>	SELECT *</a:t>
            </a:r>
          </a:p>
          <a:p>
            <a:pPr>
              <a:lnSpc>
                <a:spcPct val="100000"/>
              </a:lnSpc>
              <a:spcBef>
                <a:spcPts val="700"/>
              </a:spcBef>
              <a:buFont typeface="Wingdings" panose="05000000000000000000" pitchFamily="2" charset="2"/>
              <a:buNone/>
              <a:tabLst>
                <a:tab pos="1004888" algn="l"/>
                <a:tab pos="2012950" algn="l"/>
                <a:tab pos="3021013" algn="l"/>
                <a:tab pos="4029075" algn="l"/>
                <a:tab pos="5037138" algn="l"/>
                <a:tab pos="6045200" algn="l"/>
                <a:tab pos="7053263" algn="l"/>
                <a:tab pos="8061325" algn="l"/>
                <a:tab pos="9069388" algn="l"/>
                <a:tab pos="10077450" algn="l"/>
              </a:tabLst>
            </a:pPr>
            <a:r>
              <a:rPr lang="en-GB" sz="2800" dirty="0">
                <a:solidFill>
                  <a:srgbClr val="333366"/>
                </a:solidFill>
              </a:rPr>
              <a:t>	FROM </a:t>
            </a:r>
            <a:r>
              <a:rPr lang="en-GB" sz="2800" dirty="0" err="1">
                <a:solidFill>
                  <a:srgbClr val="333366"/>
                </a:solidFill>
              </a:rPr>
              <a:t>emp</a:t>
            </a:r>
            <a:r>
              <a:rPr lang="en-GB" sz="2800" dirty="0">
                <a:solidFill>
                  <a:srgbClr val="333366"/>
                </a:solidFill>
              </a:rPr>
              <a:t> join </a:t>
            </a:r>
            <a:r>
              <a:rPr lang="en-GB" sz="2800" dirty="0" err="1">
                <a:solidFill>
                  <a:srgbClr val="333366"/>
                </a:solidFill>
              </a:rPr>
              <a:t>dept</a:t>
            </a:r>
            <a:r>
              <a:rPr lang="en-GB" sz="2800" dirty="0">
                <a:solidFill>
                  <a:srgbClr val="333366"/>
                </a:solidFill>
              </a:rPr>
              <a:t> (or FROM </a:t>
            </a:r>
            <a:r>
              <a:rPr lang="en-GB" sz="2800" dirty="0" err="1">
                <a:solidFill>
                  <a:srgbClr val="333366"/>
                </a:solidFill>
              </a:rPr>
              <a:t>emp</a:t>
            </a:r>
            <a:r>
              <a:rPr lang="en-GB" sz="2800" dirty="0">
                <a:solidFill>
                  <a:srgbClr val="333366"/>
                </a:solidFill>
              </a:rPr>
              <a:t>, </a:t>
            </a:r>
            <a:r>
              <a:rPr lang="en-GB" sz="2800" dirty="0" err="1">
                <a:solidFill>
                  <a:srgbClr val="333366"/>
                </a:solidFill>
              </a:rPr>
              <a:t>dept</a:t>
            </a:r>
            <a:r>
              <a:rPr lang="en-GB" sz="2800" dirty="0">
                <a:solidFill>
                  <a:srgbClr val="333366"/>
                </a:solidFill>
              </a:rPr>
              <a:t>)‏</a:t>
            </a:r>
          </a:p>
          <a:p>
            <a:pPr>
              <a:lnSpc>
                <a:spcPct val="100000"/>
              </a:lnSpc>
              <a:spcBef>
                <a:spcPts val="700"/>
              </a:spcBef>
              <a:buFont typeface="Wingdings" panose="05000000000000000000" pitchFamily="2" charset="2"/>
              <a:buNone/>
              <a:tabLst>
                <a:tab pos="1004888" algn="l"/>
                <a:tab pos="2012950" algn="l"/>
                <a:tab pos="3021013" algn="l"/>
                <a:tab pos="4029075" algn="l"/>
                <a:tab pos="5037138" algn="l"/>
                <a:tab pos="6045200" algn="l"/>
                <a:tab pos="7053263" algn="l"/>
                <a:tab pos="8061325" algn="l"/>
                <a:tab pos="9069388" algn="l"/>
                <a:tab pos="10077450" algn="l"/>
              </a:tabLst>
            </a:pPr>
            <a:r>
              <a:rPr lang="en-GB" sz="2800" dirty="0">
                <a:solidFill>
                  <a:srgbClr val="333366"/>
                </a:solidFill>
              </a:rPr>
              <a:t>	on emp.id = dept.id;</a:t>
            </a:r>
          </a:p>
        </p:txBody>
      </p:sp>
    </p:spTree>
    <p:extLst>
      <p:ext uri="{BB962C8B-B14F-4D97-AF65-F5344CB8AC3E}">
        <p14:creationId xmlns:p14="http://schemas.microsoft.com/office/powerpoint/2010/main" val="3913952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>
            <a:spLocks noGrp="1" noChangeArrowheads="1"/>
          </p:cNvSpPr>
          <p:nvPr/>
        </p:nvSpPr>
        <p:spPr bwMode="auto">
          <a:xfrm>
            <a:off x="1638300" y="550068"/>
            <a:ext cx="8955088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800" tIns="50400" rIns="100800" bIns="50400" numCol="1" anchor="ctr" anchorCtr="0" compatLnSpc="1">
            <a:prstTxWarp prst="textNoShape">
              <a:avLst/>
            </a:prstTxWarp>
          </a:bodyPr>
          <a:lstStyle>
            <a:lvl1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 kern="1200">
                <a:solidFill>
                  <a:srgbClr val="000000"/>
                </a:solidFill>
                <a:latin typeface="+mj-lt"/>
                <a:ea typeface="+mj-ea"/>
                <a:cs typeface="+mj-cs"/>
              </a:defRPr>
            </a:lvl1pPr>
            <a:lvl2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2pPr>
            <a:lvl3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3pPr>
            <a:lvl4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4pPr>
            <a:lvl5pPr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5pPr>
            <a:lvl6pPr marL="457200"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6pPr>
            <a:lvl7pPr marL="914400"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7pPr>
            <a:lvl8pPr marL="1371600"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8pPr>
            <a:lvl9pPr marL="1828800" algn="l" defTabSz="457200" rtl="0" fontAlgn="base">
              <a:lnSpc>
                <a:spcPct val="93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  <a:buFont typeface="Arial" panose="020B0604020202020204" pitchFamily="34" charset="0"/>
              <a:defRPr sz="4900">
                <a:solidFill>
                  <a:srgbClr val="000000"/>
                </a:solidFill>
                <a:latin typeface="Arial" panose="020B0604020202020204" pitchFamily="34" charset="0"/>
                <a:ea typeface="Lucida Sans Unicode" panose="020B0602030504020204" pitchFamily="34" charset="0"/>
                <a:cs typeface="Lucida Sans Unicode" panose="020B0602030504020204" pitchFamily="34" charset="0"/>
              </a:defRPr>
            </a:lvl9pPr>
          </a:lstStyle>
          <a:p>
            <a:pPr>
              <a:lnSpc>
                <a:spcPct val="100000"/>
              </a:lnSpc>
              <a:buFont typeface="Comic Sans MS" panose="030F0702030302020204" pitchFamily="66" charset="0"/>
              <a:buNone/>
              <a:tabLst>
                <a:tab pos="0" algn="l"/>
                <a:tab pos="1006475" algn="l"/>
                <a:tab pos="2014538" algn="l"/>
                <a:tab pos="3022600" algn="l"/>
                <a:tab pos="4030663" algn="l"/>
                <a:tab pos="5038725" algn="l"/>
                <a:tab pos="6046788" algn="l"/>
                <a:tab pos="7054850" algn="l"/>
                <a:tab pos="8062913" algn="l"/>
                <a:tab pos="9070975" algn="l"/>
                <a:tab pos="10079038" algn="l"/>
              </a:tabLst>
            </a:pPr>
            <a:r>
              <a:rPr lang="en-GB" sz="4000">
                <a:solidFill>
                  <a:srgbClr val="333366"/>
                </a:solidFill>
                <a:latin typeface="+mn-lt"/>
              </a:rPr>
              <a:t>SQL: Join operation (cont.)‏</a:t>
            </a:r>
          </a:p>
        </p:txBody>
      </p:sp>
      <p:grpSp>
        <p:nvGrpSpPr>
          <p:cNvPr id="3" name="Group 3"/>
          <p:cNvGrpSpPr>
            <a:grpSpLocks/>
          </p:cNvGrpSpPr>
          <p:nvPr/>
        </p:nvGrpSpPr>
        <p:grpSpPr bwMode="auto">
          <a:xfrm>
            <a:off x="5829300" y="4055272"/>
            <a:ext cx="4764088" cy="2255840"/>
            <a:chOff x="3030" y="2526"/>
            <a:chExt cx="2593" cy="1421"/>
          </a:xfrm>
        </p:grpSpPr>
        <p:sp>
          <p:nvSpPr>
            <p:cNvPr id="22" name="Rectangle 4"/>
            <p:cNvSpPr>
              <a:spLocks noChangeArrowheads="1"/>
            </p:cNvSpPr>
            <p:nvPr/>
          </p:nvSpPr>
          <p:spPr bwMode="auto">
            <a:xfrm>
              <a:off x="3990" y="3236"/>
              <a:ext cx="163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IT</a:t>
              </a:r>
            </a:p>
          </p:txBody>
        </p:sp>
        <p:sp>
          <p:nvSpPr>
            <p:cNvPr id="23" name="Rectangle 5"/>
            <p:cNvSpPr>
              <a:spLocks noChangeArrowheads="1"/>
            </p:cNvSpPr>
            <p:nvPr/>
          </p:nvSpPr>
          <p:spPr bwMode="auto">
            <a:xfrm>
              <a:off x="3030" y="3236"/>
              <a:ext cx="96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1001</a:t>
              </a:r>
            </a:p>
          </p:txBody>
        </p:sp>
        <p:sp>
          <p:nvSpPr>
            <p:cNvPr id="24" name="Rectangle 6"/>
            <p:cNvSpPr>
              <a:spLocks noChangeArrowheads="1"/>
            </p:cNvSpPr>
            <p:nvPr/>
          </p:nvSpPr>
          <p:spPr bwMode="auto">
            <a:xfrm>
              <a:off x="3990" y="3591"/>
              <a:ext cx="163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Sales</a:t>
              </a:r>
            </a:p>
          </p:txBody>
        </p:sp>
        <p:sp>
          <p:nvSpPr>
            <p:cNvPr id="25" name="Rectangle 7"/>
            <p:cNvSpPr>
              <a:spLocks noChangeArrowheads="1"/>
            </p:cNvSpPr>
            <p:nvPr/>
          </p:nvSpPr>
          <p:spPr bwMode="auto">
            <a:xfrm>
              <a:off x="3030" y="3591"/>
              <a:ext cx="96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1002</a:t>
              </a:r>
            </a:p>
          </p:txBody>
        </p:sp>
        <p:sp>
          <p:nvSpPr>
            <p:cNvPr id="26" name="Rectangle 8"/>
            <p:cNvSpPr>
              <a:spLocks noChangeArrowheads="1"/>
            </p:cNvSpPr>
            <p:nvPr/>
          </p:nvSpPr>
          <p:spPr bwMode="auto">
            <a:xfrm>
              <a:off x="3990" y="2881"/>
              <a:ext cx="163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null</a:t>
              </a:r>
            </a:p>
          </p:txBody>
        </p:sp>
        <p:sp>
          <p:nvSpPr>
            <p:cNvPr id="27" name="Rectangle 9"/>
            <p:cNvSpPr>
              <a:spLocks noChangeArrowheads="1"/>
            </p:cNvSpPr>
            <p:nvPr/>
          </p:nvSpPr>
          <p:spPr bwMode="auto">
            <a:xfrm>
              <a:off x="3030" y="2881"/>
              <a:ext cx="96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null</a:t>
              </a:r>
            </a:p>
          </p:txBody>
        </p:sp>
        <p:sp>
          <p:nvSpPr>
            <p:cNvPr id="28" name="Rectangle 10"/>
            <p:cNvSpPr>
              <a:spLocks noChangeArrowheads="1"/>
            </p:cNvSpPr>
            <p:nvPr/>
          </p:nvSpPr>
          <p:spPr bwMode="auto">
            <a:xfrm>
              <a:off x="3990" y="2526"/>
              <a:ext cx="1632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Dept.Division</a:t>
              </a:r>
            </a:p>
          </p:txBody>
        </p:sp>
        <p:sp>
          <p:nvSpPr>
            <p:cNvPr id="29" name="Rectangle 11"/>
            <p:cNvSpPr>
              <a:spLocks noChangeArrowheads="1"/>
            </p:cNvSpPr>
            <p:nvPr/>
          </p:nvSpPr>
          <p:spPr bwMode="auto">
            <a:xfrm>
              <a:off x="3030" y="2526"/>
              <a:ext cx="96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 dirty="0">
                  <a:solidFill>
                    <a:srgbClr val="000000"/>
                  </a:solidFill>
                  <a:latin typeface="+mn-lt"/>
                </a:rPr>
                <a:t>Dept.ID</a:t>
              </a:r>
            </a:p>
          </p:txBody>
        </p:sp>
        <p:sp>
          <p:nvSpPr>
            <p:cNvPr id="30" name="Line 12"/>
            <p:cNvSpPr>
              <a:spLocks noChangeShapeType="1"/>
            </p:cNvSpPr>
            <p:nvPr/>
          </p:nvSpPr>
          <p:spPr bwMode="auto">
            <a:xfrm>
              <a:off x="3030" y="2526"/>
              <a:ext cx="2592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31" name="Line 13"/>
            <p:cNvSpPr>
              <a:spLocks noChangeShapeType="1"/>
            </p:cNvSpPr>
            <p:nvPr/>
          </p:nvSpPr>
          <p:spPr bwMode="auto">
            <a:xfrm>
              <a:off x="3030" y="2881"/>
              <a:ext cx="2592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32" name="Line 14"/>
            <p:cNvSpPr>
              <a:spLocks noChangeShapeType="1"/>
            </p:cNvSpPr>
            <p:nvPr/>
          </p:nvSpPr>
          <p:spPr bwMode="auto">
            <a:xfrm>
              <a:off x="3030" y="3236"/>
              <a:ext cx="2592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33" name="Line 15"/>
            <p:cNvSpPr>
              <a:spLocks noChangeShapeType="1"/>
            </p:cNvSpPr>
            <p:nvPr/>
          </p:nvSpPr>
          <p:spPr bwMode="auto">
            <a:xfrm>
              <a:off x="3030" y="3946"/>
              <a:ext cx="2592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34" name="Line 16"/>
            <p:cNvSpPr>
              <a:spLocks noChangeShapeType="1"/>
            </p:cNvSpPr>
            <p:nvPr/>
          </p:nvSpPr>
          <p:spPr bwMode="auto">
            <a:xfrm>
              <a:off x="3030" y="2526"/>
              <a:ext cx="1" cy="142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35" name="Line 17"/>
            <p:cNvSpPr>
              <a:spLocks noChangeShapeType="1"/>
            </p:cNvSpPr>
            <p:nvPr/>
          </p:nvSpPr>
          <p:spPr bwMode="auto">
            <a:xfrm>
              <a:off x="3990" y="2526"/>
              <a:ext cx="1" cy="142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36" name="Line 18"/>
            <p:cNvSpPr>
              <a:spLocks noChangeShapeType="1"/>
            </p:cNvSpPr>
            <p:nvPr/>
          </p:nvSpPr>
          <p:spPr bwMode="auto">
            <a:xfrm>
              <a:off x="5622" y="2526"/>
              <a:ext cx="1" cy="142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37" name="Line 19"/>
            <p:cNvSpPr>
              <a:spLocks noChangeShapeType="1"/>
            </p:cNvSpPr>
            <p:nvPr/>
          </p:nvSpPr>
          <p:spPr bwMode="auto">
            <a:xfrm>
              <a:off x="3030" y="3591"/>
              <a:ext cx="2592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</p:grpSp>
      <p:grpSp>
        <p:nvGrpSpPr>
          <p:cNvPr id="4" name="Group 20"/>
          <p:cNvGrpSpPr>
            <a:grpSpLocks/>
          </p:cNvGrpSpPr>
          <p:nvPr/>
        </p:nvGrpSpPr>
        <p:grpSpPr bwMode="auto">
          <a:xfrm>
            <a:off x="2247900" y="4055272"/>
            <a:ext cx="3582988" cy="2255840"/>
            <a:chOff x="774" y="2526"/>
            <a:chExt cx="2257" cy="1421"/>
          </a:xfrm>
        </p:grpSpPr>
        <p:sp>
          <p:nvSpPr>
            <p:cNvPr id="6" name="Rectangle 21"/>
            <p:cNvSpPr>
              <a:spLocks noChangeArrowheads="1"/>
            </p:cNvSpPr>
            <p:nvPr/>
          </p:nvSpPr>
          <p:spPr bwMode="auto">
            <a:xfrm>
              <a:off x="1734" y="2881"/>
              <a:ext cx="1296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CA</a:t>
              </a:r>
            </a:p>
          </p:txBody>
        </p:sp>
        <p:sp>
          <p:nvSpPr>
            <p:cNvPr id="7" name="Rectangle 22"/>
            <p:cNvSpPr>
              <a:spLocks noChangeArrowheads="1"/>
            </p:cNvSpPr>
            <p:nvPr/>
          </p:nvSpPr>
          <p:spPr bwMode="auto">
            <a:xfrm>
              <a:off x="774" y="2881"/>
              <a:ext cx="96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1000</a:t>
              </a:r>
            </a:p>
          </p:txBody>
        </p:sp>
        <p:sp>
          <p:nvSpPr>
            <p:cNvPr id="8" name="Rectangle 23"/>
            <p:cNvSpPr>
              <a:spLocks noChangeArrowheads="1"/>
            </p:cNvSpPr>
            <p:nvPr/>
          </p:nvSpPr>
          <p:spPr bwMode="auto">
            <a:xfrm>
              <a:off x="1734" y="3591"/>
              <a:ext cx="1296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TN</a:t>
              </a:r>
            </a:p>
          </p:txBody>
        </p:sp>
        <p:sp>
          <p:nvSpPr>
            <p:cNvPr id="9" name="Rectangle 24"/>
            <p:cNvSpPr>
              <a:spLocks noChangeArrowheads="1"/>
            </p:cNvSpPr>
            <p:nvPr/>
          </p:nvSpPr>
          <p:spPr bwMode="auto">
            <a:xfrm>
              <a:off x="774" y="3591"/>
              <a:ext cx="96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1002</a:t>
              </a:r>
            </a:p>
          </p:txBody>
        </p:sp>
        <p:sp>
          <p:nvSpPr>
            <p:cNvPr id="10" name="Rectangle 25"/>
            <p:cNvSpPr>
              <a:spLocks noChangeArrowheads="1"/>
            </p:cNvSpPr>
            <p:nvPr/>
          </p:nvSpPr>
          <p:spPr bwMode="auto">
            <a:xfrm>
              <a:off x="1734" y="3236"/>
              <a:ext cx="1296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MA</a:t>
              </a:r>
            </a:p>
          </p:txBody>
        </p:sp>
        <p:sp>
          <p:nvSpPr>
            <p:cNvPr id="11" name="Rectangle 26"/>
            <p:cNvSpPr>
              <a:spLocks noChangeArrowheads="1"/>
            </p:cNvSpPr>
            <p:nvPr/>
          </p:nvSpPr>
          <p:spPr bwMode="auto">
            <a:xfrm>
              <a:off x="774" y="3236"/>
              <a:ext cx="96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1001</a:t>
              </a:r>
            </a:p>
          </p:txBody>
        </p:sp>
        <p:sp>
          <p:nvSpPr>
            <p:cNvPr id="12" name="Rectangle 27"/>
            <p:cNvSpPr>
              <a:spLocks noChangeArrowheads="1"/>
            </p:cNvSpPr>
            <p:nvPr/>
          </p:nvSpPr>
          <p:spPr bwMode="auto">
            <a:xfrm>
              <a:off x="1734" y="2526"/>
              <a:ext cx="1296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Emp.State</a:t>
              </a:r>
            </a:p>
          </p:txBody>
        </p:sp>
        <p:sp>
          <p:nvSpPr>
            <p:cNvPr id="13" name="Rectangle 28"/>
            <p:cNvSpPr>
              <a:spLocks noChangeArrowheads="1"/>
            </p:cNvSpPr>
            <p:nvPr/>
          </p:nvSpPr>
          <p:spPr bwMode="auto">
            <a:xfrm>
              <a:off x="774" y="2526"/>
              <a:ext cx="960" cy="35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lIns="90000" tIns="46800" rIns="90000" bIns="46800"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pPr eaLnBrk="1" hangingPunct="1">
                <a:lnSpc>
                  <a:spcPct val="100000"/>
                </a:lnSpc>
                <a:spcBef>
                  <a:spcPts val="775"/>
                </a:spcBef>
                <a:buClr>
                  <a:srgbClr val="00007D"/>
                </a:buClr>
                <a:buSzPct val="75000"/>
              </a:pPr>
              <a:r>
                <a:rPr lang="en-GB" sz="3100">
                  <a:solidFill>
                    <a:srgbClr val="000000"/>
                  </a:solidFill>
                  <a:latin typeface="+mn-lt"/>
                </a:rPr>
                <a:t>Emp.ID</a:t>
              </a:r>
            </a:p>
          </p:txBody>
        </p:sp>
        <p:sp>
          <p:nvSpPr>
            <p:cNvPr id="14" name="Line 29"/>
            <p:cNvSpPr>
              <a:spLocks noChangeShapeType="1"/>
            </p:cNvSpPr>
            <p:nvPr/>
          </p:nvSpPr>
          <p:spPr bwMode="auto">
            <a:xfrm>
              <a:off x="774" y="2526"/>
              <a:ext cx="2256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15" name="Line 30"/>
            <p:cNvSpPr>
              <a:spLocks noChangeShapeType="1"/>
            </p:cNvSpPr>
            <p:nvPr/>
          </p:nvSpPr>
          <p:spPr bwMode="auto">
            <a:xfrm>
              <a:off x="774" y="2881"/>
              <a:ext cx="2256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16" name="Line 31"/>
            <p:cNvSpPr>
              <a:spLocks noChangeShapeType="1"/>
            </p:cNvSpPr>
            <p:nvPr/>
          </p:nvSpPr>
          <p:spPr bwMode="auto">
            <a:xfrm>
              <a:off x="774" y="3591"/>
              <a:ext cx="2256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17" name="Line 32"/>
            <p:cNvSpPr>
              <a:spLocks noChangeShapeType="1"/>
            </p:cNvSpPr>
            <p:nvPr/>
          </p:nvSpPr>
          <p:spPr bwMode="auto">
            <a:xfrm>
              <a:off x="774" y="3946"/>
              <a:ext cx="2256" cy="1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18" name="Line 33"/>
            <p:cNvSpPr>
              <a:spLocks noChangeShapeType="1"/>
            </p:cNvSpPr>
            <p:nvPr/>
          </p:nvSpPr>
          <p:spPr bwMode="auto">
            <a:xfrm>
              <a:off x="774" y="2526"/>
              <a:ext cx="1" cy="142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19" name="Line 34"/>
            <p:cNvSpPr>
              <a:spLocks noChangeShapeType="1"/>
            </p:cNvSpPr>
            <p:nvPr/>
          </p:nvSpPr>
          <p:spPr bwMode="auto">
            <a:xfrm>
              <a:off x="1734" y="2526"/>
              <a:ext cx="1" cy="1420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20" name="Line 35"/>
            <p:cNvSpPr>
              <a:spLocks noChangeShapeType="1"/>
            </p:cNvSpPr>
            <p:nvPr/>
          </p:nvSpPr>
          <p:spPr bwMode="auto">
            <a:xfrm>
              <a:off x="3030" y="2526"/>
              <a:ext cx="1" cy="1420"/>
            </a:xfrm>
            <a:prstGeom prst="line">
              <a:avLst/>
            </a:prstGeom>
            <a:noFill/>
            <a:ln w="2844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  <p:sp>
          <p:nvSpPr>
            <p:cNvPr id="21" name="Line 36"/>
            <p:cNvSpPr>
              <a:spLocks noChangeShapeType="1"/>
            </p:cNvSpPr>
            <p:nvPr/>
          </p:nvSpPr>
          <p:spPr bwMode="auto">
            <a:xfrm>
              <a:off x="774" y="3236"/>
              <a:ext cx="2256" cy="1"/>
            </a:xfrm>
            <a:prstGeom prst="line">
              <a:avLst/>
            </a:prstGeom>
            <a:noFill/>
            <a:ln w="12600">
              <a:solidFill>
                <a:srgbClr val="0000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/>
            <a:lstStyle>
              <a:defPPr>
                <a:defRPr lang="en-GB"/>
              </a:defPPr>
              <a:lvl1pPr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1pPr>
              <a:lvl2pPr marL="4302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2pPr>
              <a:lvl3pPr marL="6461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3pPr>
              <a:lvl4pPr marL="862013" indent="-214313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4pPr>
              <a:lvl5pPr marL="1077913" indent="-215900" algn="l" defTabSz="457200" rtl="0" eaLnBrk="0" fontAlgn="base" hangingPunct="0">
                <a:lnSpc>
                  <a:spcPct val="87000"/>
                </a:lnSpc>
                <a:spcBef>
                  <a:spcPct val="0"/>
                </a:spcBef>
                <a:spcAft>
                  <a:spcPct val="0"/>
                </a:spcAft>
                <a:buClr>
                  <a:srgbClr val="000000"/>
                </a:buClr>
                <a:buSzPct val="45000"/>
                <a:buFont typeface="Wingdings" panose="05000000000000000000" pitchFamily="2" charset="2"/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5pPr>
              <a:lvl6pPr marL="22860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6pPr>
              <a:lvl7pPr marL="27432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7pPr>
              <a:lvl8pPr marL="32004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8pPr>
              <a:lvl9pPr marL="3657600" algn="l" defTabSz="914400" rtl="0" eaLnBrk="1" latinLnBrk="0" hangingPunct="1">
                <a:defRPr kern="1200">
                  <a:solidFill>
                    <a:schemeClr val="bg1"/>
                  </a:solidFill>
                  <a:latin typeface="Arial" panose="020B0604020202020204" pitchFamily="34" charset="0"/>
                  <a:ea typeface="Lucida Sans Unicode" panose="020B0602030504020204" pitchFamily="34" charset="0"/>
                  <a:cs typeface="Lucida Sans Unicode" panose="020B0602030504020204" pitchFamily="34" charset="0"/>
                </a:defRPr>
              </a:lvl9pPr>
            </a:lstStyle>
            <a:p>
              <a:endParaRPr lang="ru-RU">
                <a:latin typeface="+mn-lt"/>
              </a:endParaRPr>
            </a:p>
          </p:txBody>
        </p:sp>
      </p:grpSp>
      <p:sp>
        <p:nvSpPr>
          <p:cNvPr id="5" name="Rectangle 37"/>
          <p:cNvSpPr>
            <a:spLocks noGrp="1" noChangeArrowheads="1"/>
          </p:cNvSpPr>
          <p:nvPr/>
        </p:nvSpPr>
        <p:spPr bwMode="auto">
          <a:xfrm>
            <a:off x="1409700" y="1540668"/>
            <a:ext cx="9372600" cy="2073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100800" tIns="50400" rIns="100800" bIns="50400" numCol="1" anchor="t" anchorCtr="0" compatLnSpc="1">
            <a:prstTxWarp prst="textNoShape">
              <a:avLst/>
            </a:prstTxWarp>
          </a:bodyPr>
          <a:lstStyle>
            <a:lvl1pPr marL="376238" indent="-376238" algn="l" defTabSz="457200" rtl="0" fontAlgn="base">
              <a:lnSpc>
                <a:spcPct val="93000"/>
              </a:lnSpc>
              <a:spcBef>
                <a:spcPts val="875"/>
              </a:spcBef>
              <a:spcAft>
                <a:spcPct val="0"/>
              </a:spcAft>
              <a:buClr>
                <a:srgbClr val="00007D"/>
              </a:buClr>
              <a:buSzPct val="75000"/>
              <a:buFont typeface="Wingdings" panose="05000000000000000000" pitchFamily="2" charset="2"/>
              <a:buChar char=""/>
              <a:defRPr sz="35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817563" indent="-315913" algn="l" defTabSz="457200" rtl="0" fontAlgn="base">
              <a:lnSpc>
                <a:spcPct val="93000"/>
              </a:lnSpc>
              <a:spcBef>
                <a:spcPts val="775"/>
              </a:spcBef>
              <a:spcAft>
                <a:spcPct val="0"/>
              </a:spcAft>
              <a:buClr>
                <a:srgbClr val="9999CC"/>
              </a:buClr>
              <a:buSzPct val="80000"/>
              <a:buFont typeface="Wingdings" panose="05000000000000000000" pitchFamily="2" charset="2"/>
              <a:buChar char=""/>
              <a:defRPr sz="3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258888" indent="-250825" algn="l" defTabSz="457200" rtl="0" fontAlgn="base">
              <a:lnSpc>
                <a:spcPct val="93000"/>
              </a:lnSpc>
              <a:spcBef>
                <a:spcPts val="650"/>
              </a:spcBef>
              <a:spcAft>
                <a:spcPct val="0"/>
              </a:spcAft>
              <a:buClr>
                <a:srgbClr val="00007D"/>
              </a:buClr>
              <a:buSzPct val="65000"/>
              <a:buFont typeface="Wingdings" panose="05000000000000000000" pitchFamily="2" charset="2"/>
              <a:buChar char=""/>
              <a:defRPr sz="2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762125" indent="-250825" algn="l" defTabSz="457200" rtl="0" fontAlgn="base">
              <a:lnSpc>
                <a:spcPct val="93000"/>
              </a:lnSpc>
              <a:spcBef>
                <a:spcPts val="550"/>
              </a:spcBef>
              <a:spcAft>
                <a:spcPct val="0"/>
              </a:spcAft>
              <a:buClr>
                <a:srgbClr val="9999CC"/>
              </a:buClr>
              <a:buSzPct val="70000"/>
              <a:buFont typeface="Wingdings" panose="05000000000000000000" pitchFamily="2" charset="2"/>
              <a:buChar char=""/>
              <a:defRPr sz="2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266950" indent="-250825" algn="l" defTabSz="457200" rtl="0" fontAlgn="base">
              <a:lnSpc>
                <a:spcPct val="93000"/>
              </a:lnSpc>
              <a:spcBef>
                <a:spcPts val="550"/>
              </a:spcBef>
              <a:spcAft>
                <a:spcPct val="0"/>
              </a:spcAft>
              <a:buClr>
                <a:srgbClr val="9999CC"/>
              </a:buClr>
              <a:buSzPct val="100000"/>
              <a:buFont typeface="Wingdings" panose="05000000000000000000" pitchFamily="2" charset="2"/>
              <a:buChar char=""/>
              <a:defRPr sz="22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700"/>
              </a:spcBef>
              <a:buSzPct val="37000"/>
              <a:buFont typeface="Wingdings" panose="05000000000000000000" pitchFamily="2" charset="2"/>
              <a:buBlip>
                <a:blip r:embed="rId2"/>
              </a:buBlip>
              <a:tabLst>
                <a:tab pos="1004888" algn="l"/>
                <a:tab pos="2012950" algn="l"/>
                <a:tab pos="3021013" algn="l"/>
                <a:tab pos="4029075" algn="l"/>
                <a:tab pos="5037138" algn="l"/>
                <a:tab pos="6045200" algn="l"/>
                <a:tab pos="7053263" algn="l"/>
                <a:tab pos="8061325" algn="l"/>
                <a:tab pos="9069388" algn="l"/>
                <a:tab pos="10077450" algn="l"/>
              </a:tabLst>
            </a:pPr>
            <a:r>
              <a:rPr lang="en-GB" sz="2800">
                <a:solidFill>
                  <a:srgbClr val="333366"/>
                </a:solidFill>
              </a:rPr>
              <a:t>left outer join = left join</a:t>
            </a:r>
          </a:p>
          <a:p>
            <a:pPr>
              <a:lnSpc>
                <a:spcPct val="100000"/>
              </a:lnSpc>
              <a:spcBef>
                <a:spcPts val="700"/>
              </a:spcBef>
              <a:buFont typeface="Wingdings" panose="05000000000000000000" pitchFamily="2" charset="2"/>
              <a:buNone/>
              <a:tabLst>
                <a:tab pos="1004888" algn="l"/>
                <a:tab pos="2012950" algn="l"/>
                <a:tab pos="3021013" algn="l"/>
                <a:tab pos="4029075" algn="l"/>
                <a:tab pos="5037138" algn="l"/>
                <a:tab pos="6045200" algn="l"/>
                <a:tab pos="7053263" algn="l"/>
                <a:tab pos="8061325" algn="l"/>
                <a:tab pos="9069388" algn="l"/>
                <a:tab pos="10077450" algn="l"/>
              </a:tabLst>
            </a:pPr>
            <a:r>
              <a:rPr lang="en-GB" sz="2800">
                <a:solidFill>
                  <a:srgbClr val="333366"/>
                </a:solidFill>
              </a:rPr>
              <a:t>	SELECT *</a:t>
            </a:r>
          </a:p>
          <a:p>
            <a:pPr>
              <a:lnSpc>
                <a:spcPct val="100000"/>
              </a:lnSpc>
              <a:spcBef>
                <a:spcPts val="700"/>
              </a:spcBef>
              <a:buFont typeface="Wingdings" panose="05000000000000000000" pitchFamily="2" charset="2"/>
              <a:buNone/>
              <a:tabLst>
                <a:tab pos="1004888" algn="l"/>
                <a:tab pos="2012950" algn="l"/>
                <a:tab pos="3021013" algn="l"/>
                <a:tab pos="4029075" algn="l"/>
                <a:tab pos="5037138" algn="l"/>
                <a:tab pos="6045200" algn="l"/>
                <a:tab pos="7053263" algn="l"/>
                <a:tab pos="8061325" algn="l"/>
                <a:tab pos="9069388" algn="l"/>
                <a:tab pos="10077450" algn="l"/>
              </a:tabLst>
            </a:pPr>
            <a:r>
              <a:rPr lang="en-GB" sz="2800">
                <a:solidFill>
                  <a:srgbClr val="333366"/>
                </a:solidFill>
              </a:rPr>
              <a:t>	FROM emp left join dept</a:t>
            </a:r>
          </a:p>
          <a:p>
            <a:pPr>
              <a:lnSpc>
                <a:spcPct val="100000"/>
              </a:lnSpc>
              <a:spcBef>
                <a:spcPts val="700"/>
              </a:spcBef>
              <a:buFont typeface="Wingdings" panose="05000000000000000000" pitchFamily="2" charset="2"/>
              <a:buNone/>
              <a:tabLst>
                <a:tab pos="1004888" algn="l"/>
                <a:tab pos="2012950" algn="l"/>
                <a:tab pos="3021013" algn="l"/>
                <a:tab pos="4029075" algn="l"/>
                <a:tab pos="5037138" algn="l"/>
                <a:tab pos="6045200" algn="l"/>
                <a:tab pos="7053263" algn="l"/>
                <a:tab pos="8061325" algn="l"/>
                <a:tab pos="9069388" algn="l"/>
                <a:tab pos="10077450" algn="l"/>
              </a:tabLst>
            </a:pPr>
            <a:r>
              <a:rPr lang="en-GB" sz="2800">
                <a:solidFill>
                  <a:srgbClr val="333366"/>
                </a:solidFill>
              </a:rPr>
              <a:t>	on emp.id = dept.id;</a:t>
            </a:r>
          </a:p>
        </p:txBody>
      </p:sp>
    </p:spTree>
    <p:extLst>
      <p:ext uri="{BB962C8B-B14F-4D97-AF65-F5344CB8AC3E}">
        <p14:creationId xmlns:p14="http://schemas.microsoft.com/office/powerpoint/2010/main" val="1941098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asted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7357588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GRADIENT THEME">
  <a:themeElements>
    <a:clrScheme name="SOFTSERV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Custom 1">
      <a:majorFont>
        <a:latin typeface="Proxima Nova Black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EDBDD289-3946-6C44-95DC-76383EF7028A}" vid="{6D763B00-EF50-F542-BB8F-59F84E5659F4}"/>
    </a:ext>
  </a:extLst>
</a:theme>
</file>

<file path=ppt/theme/theme2.xml><?xml version="1.0" encoding="utf-8"?>
<a:theme xmlns:a="http://schemas.openxmlformats.org/drawingml/2006/main" name="2_GRADIENT THEME">
  <a:themeElements>
    <a:clrScheme name="SOFTSERV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Custom 1">
      <a:majorFont>
        <a:latin typeface="Proxima Nova Black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EDBDD289-3946-6C44-95DC-76383EF7028A}" vid="{6D763B00-EF50-F542-BB8F-59F84E5659F4}"/>
    </a:ext>
  </a:extLst>
</a:theme>
</file>

<file path=ppt/theme/theme3.xml><?xml version="1.0" encoding="utf-8"?>
<a:theme xmlns:a="http://schemas.openxmlformats.org/drawingml/2006/main" name="2_DARK THEME">
  <a:themeElements>
    <a:clrScheme name="SOFTSERVE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B188"/>
      </a:accent1>
      <a:accent2>
        <a:srgbClr val="9F26B5"/>
      </a:accent2>
      <a:accent3>
        <a:srgbClr val="4E5FAB"/>
      </a:accent3>
      <a:accent4>
        <a:srgbClr val="95D600"/>
      </a:accent4>
      <a:accent5>
        <a:srgbClr val="D41B5D"/>
      </a:accent5>
      <a:accent6>
        <a:srgbClr val="00A6CE"/>
      </a:accent6>
      <a:hlink>
        <a:srgbClr val="00A6CE"/>
      </a:hlink>
      <a:folHlink>
        <a:srgbClr val="4E5FAB"/>
      </a:folHlink>
    </a:clrScheme>
    <a:fontScheme name="Custom 1">
      <a:majorFont>
        <a:latin typeface="Proxima Nova Black"/>
        <a:ea typeface=""/>
        <a:cs typeface=""/>
      </a:majorFont>
      <a:minorFont>
        <a:latin typeface="Open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7" id="{EDBDD289-3946-6C44-95DC-76383EF7028A}" vid="{6D763B00-EF50-F542-BB8F-59F84E5659F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195FC54A15F344D83577B1CDDD67A5D" ma:contentTypeVersion="13" ma:contentTypeDescription="Create a new document." ma:contentTypeScope="" ma:versionID="30ded57c9b2156718eb8cc7b0e4246dc">
  <xsd:schema xmlns:xsd="http://www.w3.org/2001/XMLSchema" xmlns:xs="http://www.w3.org/2001/XMLSchema" xmlns:p="http://schemas.microsoft.com/office/2006/metadata/properties" xmlns:ns2="341e6018-ac0a-4dfb-8409-db9e0d25502e" xmlns:ns3="835f28f2-30f1-4728-84d2-86d96e143488" targetNamespace="http://schemas.microsoft.com/office/2006/metadata/properties" ma:root="true" ma:fieldsID="a0d1831635397921c92a19e568dfc949" ns2:_="" ns3:_="">
    <xsd:import namespace="341e6018-ac0a-4dfb-8409-db9e0d25502e"/>
    <xsd:import namespace="835f28f2-30f1-4728-84d2-86d96e143488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Location" minOccurs="0"/>
                <xsd:element ref="ns3:MediaServiceOCR" minOccurs="0"/>
                <xsd:element ref="ns3:_x041a__x043e__x043c__x0435__x0442__x0430__x0440_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41e6018-ac0a-4dfb-8409-db9e0d25502e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5f28f2-30f1-4728-84d2-86d96e14348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AutoTags" ma:index="13" nillable="true" ma:displayName="MediaServiceAutoTags" ma:description="" ma:internalName="MediaServiceAutoTags" ma:readOnly="true">
      <xsd:simpleType>
        <xsd:restriction base="dms:Text"/>
      </xsd:simpleType>
    </xsd:element>
    <xsd:element name="MediaServiceLocation" ma:index="14" nillable="true" ma:displayName="MediaServiceLocation" ma:description="" ma:internalName="MediaServiceLocation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_x041a__x043e__x043c__x0435__x0442__x0430__x0440_" ma:index="16" nillable="true" ma:displayName="Кометар" ma:internalName="_x041a__x043e__x043c__x0435__x0442__x0430__x0440_">
      <xsd:simpleType>
        <xsd:restriction base="dms:Text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9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0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x041a__x043e__x043c__x0435__x0442__x0430__x0440_ xmlns="835f28f2-30f1-4728-84d2-86d96e14348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5BCFD5A9-9FF3-42E0-89D7-BF5BFC61DD60}">
  <ds:schemaRefs>
    <ds:schemaRef ds:uri="341e6018-ac0a-4dfb-8409-db9e0d25502e"/>
    <ds:schemaRef ds:uri="835f28f2-30f1-4728-84d2-86d96e1434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E9033E08-7FE9-4F6D-B155-A8777B4A5A57}">
  <ds:schemaRefs>
    <ds:schemaRef ds:uri="http://purl.org/dc/terms/"/>
    <ds:schemaRef ds:uri="http://schemas.openxmlformats.org/package/2006/metadata/core-properties"/>
    <ds:schemaRef ds:uri="http://purl.org/dc/dcmitype/"/>
    <ds:schemaRef ds:uri="http://schemas.microsoft.com/office/infopath/2007/PartnerControls"/>
    <ds:schemaRef ds:uri="http://purl.org/dc/elements/1.1/"/>
    <ds:schemaRef ds:uri="http://schemas.microsoft.com/office/2006/documentManagement/types"/>
    <ds:schemaRef ds:uri="835f28f2-30f1-4728-84d2-86d96e143488"/>
    <ds:schemaRef ds:uri="341e6018-ac0a-4dfb-8409-db9e0d25502e"/>
    <ds:schemaRef ds:uri="http://schemas.microsoft.com/office/2006/metadata/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296B3B9E-03D8-4766-BF45-6129617CF026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</TotalTime>
  <Words>1226</Words>
  <Application>Microsoft Office PowerPoint</Application>
  <PresentationFormat>Широкоэкранный</PresentationFormat>
  <Paragraphs>359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11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25</vt:i4>
      </vt:variant>
    </vt:vector>
  </HeadingPairs>
  <TitlesOfParts>
    <vt:vector size="39" baseType="lpstr">
      <vt:lpstr>Arial</vt:lpstr>
      <vt:lpstr>Calibri</vt:lpstr>
      <vt:lpstr>Comic Sans MS</vt:lpstr>
      <vt:lpstr>Consolas</vt:lpstr>
      <vt:lpstr>Lucida Sans Unicode</vt:lpstr>
      <vt:lpstr>OCR A Extended</vt:lpstr>
      <vt:lpstr>Open Sans</vt:lpstr>
      <vt:lpstr>Open Sans Regular</vt:lpstr>
      <vt:lpstr>Proxima Nova Black</vt:lpstr>
      <vt:lpstr>Times New Roman</vt:lpstr>
      <vt:lpstr>Wingdings</vt:lpstr>
      <vt:lpstr>1_GRADIENT THEME</vt:lpstr>
      <vt:lpstr>2_GRADIENT THEME</vt:lpstr>
      <vt:lpstr>2_DARK THEME</vt:lpstr>
      <vt:lpstr>SQL</vt:lpstr>
      <vt:lpstr>Database, DBMS, SQL</vt:lpstr>
      <vt:lpstr>Rules of SQL</vt:lpstr>
      <vt:lpstr>Data types</vt:lpstr>
      <vt:lpstr>DDL and DML</vt:lpstr>
      <vt:lpstr>Create table</vt:lpstr>
      <vt:lpstr>Modify table structure</vt:lpstr>
      <vt:lpstr>Презентация PowerPoint</vt:lpstr>
      <vt:lpstr>Simple integrity constraint types</vt:lpstr>
      <vt:lpstr>SELECT Statement</vt:lpstr>
      <vt:lpstr>Презентация PowerPoint</vt:lpstr>
      <vt:lpstr>ORDER BY </vt:lpstr>
      <vt:lpstr>DISTINCT</vt:lpstr>
      <vt:lpstr>WHERE</vt:lpstr>
      <vt:lpstr>IN, BETWEEN</vt:lpstr>
      <vt:lpstr>LIKE</vt:lpstr>
      <vt:lpstr>NOT</vt:lpstr>
      <vt:lpstr>NULL value</vt:lpstr>
      <vt:lpstr>Aggregate Functions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Verint Systems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508/WCAG SERVICE</dc:title>
  <dc:creator>Strutynska, Viktoriya</dc:creator>
  <cp:lastModifiedBy>Юлія Цуркан</cp:lastModifiedBy>
  <cp:revision>12</cp:revision>
  <dcterms:created xsi:type="dcterms:W3CDTF">2018-11-02T13:55:27Z</dcterms:created>
  <dcterms:modified xsi:type="dcterms:W3CDTF">2020-10-15T19:25:51Z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0x0101004195FC54A15F344D83577B1CDDD67A5D</vt:lpwstr>
  </property>
</Properties>
</file>