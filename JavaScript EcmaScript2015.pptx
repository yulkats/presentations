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777" r:id="rId4"/>
    <p:sldMasterId id="2147484789" r:id="rId5"/>
    <p:sldMasterId id="2147484842" r:id="rId6"/>
  </p:sldMasterIdLst>
  <p:notesMasterIdLst>
    <p:notesMasterId r:id="rId32"/>
  </p:notesMasterIdLst>
  <p:sldIdLst>
    <p:sldId id="1224" r:id="rId7"/>
    <p:sldId id="1240" r:id="rId8"/>
    <p:sldId id="1244" r:id="rId9"/>
    <p:sldId id="1253" r:id="rId10"/>
    <p:sldId id="1235" r:id="rId11"/>
    <p:sldId id="1249" r:id="rId12"/>
    <p:sldId id="1242" r:id="rId13"/>
    <p:sldId id="1243" r:id="rId14"/>
    <p:sldId id="1257" r:id="rId15"/>
    <p:sldId id="1246" r:id="rId16"/>
    <p:sldId id="1251" r:id="rId17"/>
    <p:sldId id="1250" r:id="rId18"/>
    <p:sldId id="1247" r:id="rId19"/>
    <p:sldId id="1252" r:id="rId20"/>
    <p:sldId id="1245" r:id="rId21"/>
    <p:sldId id="1260" r:id="rId22"/>
    <p:sldId id="1256" r:id="rId23"/>
    <p:sldId id="1254" r:id="rId24"/>
    <p:sldId id="1248" r:id="rId25"/>
    <p:sldId id="1258" r:id="rId26"/>
    <p:sldId id="1241" r:id="rId27"/>
    <p:sldId id="1259" r:id="rId28"/>
    <p:sldId id="1237" r:id="rId29"/>
    <p:sldId id="1255" r:id="rId30"/>
    <p:sldId id="1206" r:id="rId31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993470C-4786-4D38-90BE-AF14FB3A0120}">
          <p14:sldIdLst>
            <p14:sldId id="1224"/>
            <p14:sldId id="1240"/>
            <p14:sldId id="1244"/>
            <p14:sldId id="1253"/>
            <p14:sldId id="1235"/>
            <p14:sldId id="1249"/>
            <p14:sldId id="1242"/>
            <p14:sldId id="1243"/>
            <p14:sldId id="1257"/>
            <p14:sldId id="1246"/>
            <p14:sldId id="1251"/>
            <p14:sldId id="1250"/>
            <p14:sldId id="1247"/>
            <p14:sldId id="1252"/>
            <p14:sldId id="1245"/>
            <p14:sldId id="1260"/>
            <p14:sldId id="1256"/>
            <p14:sldId id="1254"/>
            <p14:sldId id="1248"/>
            <p14:sldId id="1258"/>
            <p14:sldId id="1241"/>
            <p14:sldId id="1259"/>
            <p14:sldId id="1237"/>
            <p14:sldId id="1255"/>
            <p14:sldId id="12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79" userDrawn="1">
          <p15:clr>
            <a:srgbClr val="A4A3A4"/>
          </p15:clr>
        </p15:guide>
        <p15:guide id="2" pos="688" userDrawn="1">
          <p15:clr>
            <a:srgbClr val="A4A3A4"/>
          </p15:clr>
        </p15:guide>
        <p15:guide id="3" orient="horz" pos="1729" userDrawn="1">
          <p15:clr>
            <a:srgbClr val="A4A3A4"/>
          </p15:clr>
        </p15:guide>
        <p15:guide id="4" pos="7242" userDrawn="1">
          <p15:clr>
            <a:srgbClr val="A4A3A4"/>
          </p15:clr>
        </p15:guide>
        <p15:guide id="5" orient="horz" pos="129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ktoriya Shyryayeva" initials="" lastIdx="3" clrIdx="0"/>
  <p:cmAuthor id="2" name="Alona Golopuz" initials="AG" lastIdx="3" clrIdx="1"/>
  <p:cmAuthor id="3" name="Tania Kuz" initials="TK" lastIdx="7" clrIdx="2"/>
  <p:cmAuthor id="4" name="Viktoriya Shyryayeva" initials="VS" lastIdx="29" clrIdx="3"/>
  <p:cmAuthor id="5" name="Shaun Greene" initials="SG" lastIdx="1" clrIdx="4">
    <p:extLst>
      <p:ext uri="{19B8F6BF-5375-455C-9EA6-DF929625EA0E}">
        <p15:presenceInfo xmlns:p15="http://schemas.microsoft.com/office/powerpoint/2012/main" userId="S::sgree@softserveinc.com::aada7fc0-4079-4dff-b590-112c10cd224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2585"/>
    <a:srgbClr val="F26D26"/>
    <a:srgbClr val="BA124A"/>
    <a:srgbClr val="E93BDD"/>
    <a:srgbClr val="F49EEE"/>
    <a:srgbClr val="42D109"/>
    <a:srgbClr val="159B3B"/>
    <a:srgbClr val="0F45B1"/>
    <a:srgbClr val="E3602B"/>
    <a:srgbClr val="F4AB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0A7EBB-A71E-E244-9638-CA7B1C0FB579}" v="4" dt="2020-02-11T15:37:01.6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02" y="72"/>
      </p:cViewPr>
      <p:guideLst>
        <p:guide orient="horz" pos="1979"/>
        <p:guide pos="688"/>
        <p:guide orient="horz" pos="1729"/>
        <p:guide pos="7242"/>
        <p:guide orient="horz" pos="129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openxmlformats.org/officeDocument/2006/relationships/presProps" Target="presProps.xml"/><Relationship Id="rId42" Type="http://schemas.microsoft.com/office/2015/10/relationships/revisionInfo" Target="revisionInfo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viewProps" Target="viewProps.xml"/><Relationship Id="rId4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s Lopushanskyi" userId="7b479547-1ac6-4c3e-bfc7-6a03fe16e469" providerId="ADAL" clId="{A68BF3D1-7A73-6B4B-B776-FB4227A94BC4}"/>
    <pc:docChg chg="addSld modSld sldOrd modMainMaster">
      <pc:chgData name="Taras Lopushanskyi" userId="7b479547-1ac6-4c3e-bfc7-6a03fe16e469" providerId="ADAL" clId="{A68BF3D1-7A73-6B4B-B776-FB4227A94BC4}" dt="2019-10-31T13:17:38.316" v="6"/>
      <pc:docMkLst>
        <pc:docMk/>
      </pc:docMkLst>
      <pc:sldChg chg="ord">
        <pc:chgData name="Taras Lopushanskyi" userId="7b479547-1ac6-4c3e-bfc7-6a03fe16e469" providerId="ADAL" clId="{A68BF3D1-7A73-6B4B-B776-FB4227A94BC4}" dt="2019-10-31T13:16:23.350" v="4"/>
        <pc:sldMkLst>
          <pc:docMk/>
          <pc:sldMk cId="1735758878" sldId="1206"/>
        </pc:sldMkLst>
      </pc:sldChg>
      <pc:sldChg chg="addSp delSp modSp add">
        <pc:chgData name="Taras Lopushanskyi" userId="7b479547-1ac6-4c3e-bfc7-6a03fe16e469" providerId="ADAL" clId="{A68BF3D1-7A73-6B4B-B776-FB4227A94BC4}" dt="2019-10-31T13:16:12.015" v="1"/>
        <pc:sldMkLst>
          <pc:docMk/>
          <pc:sldMk cId="1639771642" sldId="1225"/>
        </pc:sldMkLst>
        <pc:spChg chg="del">
          <ac:chgData name="Taras Lopushanskyi" userId="7b479547-1ac6-4c3e-bfc7-6a03fe16e469" providerId="ADAL" clId="{A68BF3D1-7A73-6B4B-B776-FB4227A94BC4}" dt="2019-10-31T13:16:12.015" v="1"/>
          <ac:spMkLst>
            <pc:docMk/>
            <pc:sldMk cId="1639771642" sldId="1225"/>
            <ac:spMk id="2" creationId="{8076658C-F2A3-8D4A-86D8-FEBF3263A091}"/>
          </ac:spMkLst>
        </pc:spChg>
        <pc:spChg chg="del">
          <ac:chgData name="Taras Lopushanskyi" userId="7b479547-1ac6-4c3e-bfc7-6a03fe16e469" providerId="ADAL" clId="{A68BF3D1-7A73-6B4B-B776-FB4227A94BC4}" dt="2019-10-31T13:16:12.015" v="1"/>
          <ac:spMkLst>
            <pc:docMk/>
            <pc:sldMk cId="1639771642" sldId="1225"/>
            <ac:spMk id="3" creationId="{56A54168-4AEC-104E-9045-AB55EC5D9176}"/>
          </ac:spMkLst>
        </pc:spChg>
        <pc:spChg chg="add mod">
          <ac:chgData name="Taras Lopushanskyi" userId="7b479547-1ac6-4c3e-bfc7-6a03fe16e469" providerId="ADAL" clId="{A68BF3D1-7A73-6B4B-B776-FB4227A94BC4}" dt="2019-10-31T13:16:12.015" v="1"/>
          <ac:spMkLst>
            <pc:docMk/>
            <pc:sldMk cId="1639771642" sldId="1225"/>
            <ac:spMk id="4" creationId="{C6AC858A-ED29-5C41-BD32-8ECE7DBAE66B}"/>
          </ac:spMkLst>
        </pc:spChg>
        <pc:spChg chg="add mod">
          <ac:chgData name="Taras Lopushanskyi" userId="7b479547-1ac6-4c3e-bfc7-6a03fe16e469" providerId="ADAL" clId="{A68BF3D1-7A73-6B4B-B776-FB4227A94BC4}" dt="2019-10-31T13:16:12.015" v="1"/>
          <ac:spMkLst>
            <pc:docMk/>
            <pc:sldMk cId="1639771642" sldId="1225"/>
            <ac:spMk id="5" creationId="{19780850-A300-724E-8E7E-7AB9F732A244}"/>
          </ac:spMkLst>
        </pc:spChg>
      </pc:sldChg>
      <pc:sldChg chg="addSp delSp modSp add">
        <pc:chgData name="Taras Lopushanskyi" userId="7b479547-1ac6-4c3e-bfc7-6a03fe16e469" providerId="ADAL" clId="{A68BF3D1-7A73-6B4B-B776-FB4227A94BC4}" dt="2019-10-31T13:17:38.316" v="6"/>
        <pc:sldMkLst>
          <pc:docMk/>
          <pc:sldMk cId="671565239" sldId="1226"/>
        </pc:sldMkLst>
        <pc:spChg chg="del">
          <ac:chgData name="Taras Lopushanskyi" userId="7b479547-1ac6-4c3e-bfc7-6a03fe16e469" providerId="ADAL" clId="{A68BF3D1-7A73-6B4B-B776-FB4227A94BC4}" dt="2019-10-31T13:16:19.054" v="3"/>
          <ac:spMkLst>
            <pc:docMk/>
            <pc:sldMk cId="671565239" sldId="1226"/>
            <ac:spMk id="2" creationId="{73C71268-C3B4-B347-BA8C-4F1ECD4E1265}"/>
          </ac:spMkLst>
        </pc:spChg>
        <pc:spChg chg="del">
          <ac:chgData name="Taras Lopushanskyi" userId="7b479547-1ac6-4c3e-bfc7-6a03fe16e469" providerId="ADAL" clId="{A68BF3D1-7A73-6B4B-B776-FB4227A94BC4}" dt="2019-10-31T13:16:19.054" v="3"/>
          <ac:spMkLst>
            <pc:docMk/>
            <pc:sldMk cId="671565239" sldId="1226"/>
            <ac:spMk id="3" creationId="{B2456797-FD03-3A46-87F7-7B63AF16E6B2}"/>
          </ac:spMkLst>
        </pc:spChg>
        <pc:spChg chg="add del mod">
          <ac:chgData name="Taras Lopushanskyi" userId="7b479547-1ac6-4c3e-bfc7-6a03fe16e469" providerId="ADAL" clId="{A68BF3D1-7A73-6B4B-B776-FB4227A94BC4}" dt="2019-10-31T13:17:38.316" v="6"/>
          <ac:spMkLst>
            <pc:docMk/>
            <pc:sldMk cId="671565239" sldId="1226"/>
            <ac:spMk id="4" creationId="{71432E24-899F-EA4A-ABC5-5AB32C618634}"/>
          </ac:spMkLst>
        </pc:spChg>
        <pc:spChg chg="add del mod">
          <ac:chgData name="Taras Lopushanskyi" userId="7b479547-1ac6-4c3e-bfc7-6a03fe16e469" providerId="ADAL" clId="{A68BF3D1-7A73-6B4B-B776-FB4227A94BC4}" dt="2019-10-31T13:17:38.316" v="6"/>
          <ac:spMkLst>
            <pc:docMk/>
            <pc:sldMk cId="671565239" sldId="1226"/>
            <ac:spMk id="5" creationId="{751E9ABB-000C-C54F-A157-7FFE41A08932}"/>
          </ac:spMkLst>
        </pc:spChg>
        <pc:spChg chg="add mod">
          <ac:chgData name="Taras Lopushanskyi" userId="7b479547-1ac6-4c3e-bfc7-6a03fe16e469" providerId="ADAL" clId="{A68BF3D1-7A73-6B4B-B776-FB4227A94BC4}" dt="2019-10-31T13:17:38.316" v="6"/>
          <ac:spMkLst>
            <pc:docMk/>
            <pc:sldMk cId="671565239" sldId="1226"/>
            <ac:spMk id="6" creationId="{AC9F75E4-15BC-FC4F-9F29-F0D3A14A0B0C}"/>
          </ac:spMkLst>
        </pc:spChg>
        <pc:spChg chg="add mod">
          <ac:chgData name="Taras Lopushanskyi" userId="7b479547-1ac6-4c3e-bfc7-6a03fe16e469" providerId="ADAL" clId="{A68BF3D1-7A73-6B4B-B776-FB4227A94BC4}" dt="2019-10-31T13:17:38.316" v="6"/>
          <ac:spMkLst>
            <pc:docMk/>
            <pc:sldMk cId="671565239" sldId="1226"/>
            <ac:spMk id="7" creationId="{1A16E419-1C84-E041-B29C-349214FCE0D2}"/>
          </ac:spMkLst>
        </pc:spChg>
      </pc:sldChg>
      <pc:sldMasterChg chg="modSldLayout">
        <pc:chgData name="Taras Lopushanskyi" userId="7b479547-1ac6-4c3e-bfc7-6a03fe16e469" providerId="ADAL" clId="{A68BF3D1-7A73-6B4B-B776-FB4227A94BC4}" dt="2019-10-31T13:17:22.654" v="5" actId="207"/>
        <pc:sldMasterMkLst>
          <pc:docMk/>
          <pc:sldMasterMk cId="3674229508" sldId="2147484777"/>
        </pc:sldMasterMkLst>
        <pc:sldLayoutChg chg="modSp">
          <pc:chgData name="Taras Lopushanskyi" userId="7b479547-1ac6-4c3e-bfc7-6a03fe16e469" providerId="ADAL" clId="{A68BF3D1-7A73-6B4B-B776-FB4227A94BC4}" dt="2019-10-31T13:17:22.654" v="5" actId="207"/>
          <pc:sldLayoutMkLst>
            <pc:docMk/>
            <pc:sldMasterMk cId="3674229508" sldId="2147484777"/>
            <pc:sldLayoutMk cId="103784457" sldId="2147484780"/>
          </pc:sldLayoutMkLst>
          <pc:spChg chg="mod">
            <ac:chgData name="Taras Lopushanskyi" userId="7b479547-1ac6-4c3e-bfc7-6a03fe16e469" providerId="ADAL" clId="{A68BF3D1-7A73-6B4B-B776-FB4227A94BC4}" dt="2019-10-31T13:17:22.654" v="5" actId="207"/>
            <ac:spMkLst>
              <pc:docMk/>
              <pc:sldMasterMk cId="3674229508" sldId="2147484777"/>
              <pc:sldLayoutMk cId="103784457" sldId="2147484780"/>
              <ac:spMk id="7" creationId="{00000000-0000-0000-0000-000000000000}"/>
            </ac:spMkLst>
          </pc:spChg>
        </pc:sldLayoutChg>
      </pc:sldMasterChg>
    </pc:docChg>
  </pc:docChgLst>
  <pc:docChgLst>
    <pc:chgData name="Olha Kuklieva" userId="8058d566-3e94-4190-bb8d-b787b7329c88" providerId="ADAL" clId="{82B65C56-0DDA-4F6B-BC61-117E65D91B3A}"/>
    <pc:docChg chg="undo custSel addSld delSld modSld sldOrd modMainMaster modSection">
      <pc:chgData name="Olha Kuklieva" userId="8058d566-3e94-4190-bb8d-b787b7329c88" providerId="ADAL" clId="{82B65C56-0DDA-4F6B-BC61-117E65D91B3A}" dt="2019-10-31T13:25:54.541" v="67" actId="2696"/>
      <pc:docMkLst>
        <pc:docMk/>
      </pc:docMkLst>
      <pc:sldChg chg="modSp">
        <pc:chgData name="Olha Kuklieva" userId="8058d566-3e94-4190-bb8d-b787b7329c88" providerId="ADAL" clId="{82B65C56-0DDA-4F6B-BC61-117E65D91B3A}" dt="2019-10-31T13:19:23.257" v="10" actId="20577"/>
        <pc:sldMkLst>
          <pc:docMk/>
          <pc:sldMk cId="4001193277" sldId="1224"/>
        </pc:sldMkLst>
        <pc:spChg chg="mod">
          <ac:chgData name="Olha Kuklieva" userId="8058d566-3e94-4190-bb8d-b787b7329c88" providerId="ADAL" clId="{82B65C56-0DDA-4F6B-BC61-117E65D91B3A}" dt="2019-10-31T13:19:23.257" v="10" actId="20577"/>
          <ac:spMkLst>
            <pc:docMk/>
            <pc:sldMk cId="4001193277" sldId="1224"/>
            <ac:spMk id="4" creationId="{C6BFCD7C-0C79-467A-9369-0675D4B541D4}"/>
          </ac:spMkLst>
        </pc:spChg>
      </pc:sldChg>
      <pc:sldChg chg="addSp delSp modSp add">
        <pc:chgData name="Olha Kuklieva" userId="8058d566-3e94-4190-bb8d-b787b7329c88" providerId="ADAL" clId="{82B65C56-0DDA-4F6B-BC61-117E65D91B3A}" dt="2019-10-31T13:20:31.922" v="33"/>
        <pc:sldMkLst>
          <pc:docMk/>
          <pc:sldMk cId="759534034" sldId="1225"/>
        </pc:sldMkLst>
        <pc:spChg chg="add del">
          <ac:chgData name="Olha Kuklieva" userId="8058d566-3e94-4190-bb8d-b787b7329c88" providerId="ADAL" clId="{82B65C56-0DDA-4F6B-BC61-117E65D91B3A}" dt="2019-10-31T13:20:31.922" v="33"/>
          <ac:spMkLst>
            <pc:docMk/>
            <pc:sldMk cId="759534034" sldId="1225"/>
            <ac:spMk id="2" creationId="{595464EC-D1C5-456B-B9F8-1F6E06556084}"/>
          </ac:spMkLst>
        </pc:spChg>
        <pc:spChg chg="add del">
          <ac:chgData name="Olha Kuklieva" userId="8058d566-3e94-4190-bb8d-b787b7329c88" providerId="ADAL" clId="{82B65C56-0DDA-4F6B-BC61-117E65D91B3A}" dt="2019-10-31T13:20:31.922" v="33"/>
          <ac:spMkLst>
            <pc:docMk/>
            <pc:sldMk cId="759534034" sldId="1225"/>
            <ac:spMk id="3" creationId="{03225F8D-77CD-4007-8F3A-710F10C8E7DD}"/>
          </ac:spMkLst>
        </pc:spChg>
        <pc:spChg chg="add del mod">
          <ac:chgData name="Olha Kuklieva" userId="8058d566-3e94-4190-bb8d-b787b7329c88" providerId="ADAL" clId="{82B65C56-0DDA-4F6B-BC61-117E65D91B3A}" dt="2019-10-31T13:19:32.530" v="18"/>
          <ac:spMkLst>
            <pc:docMk/>
            <pc:sldMk cId="759534034" sldId="1225"/>
            <ac:spMk id="4" creationId="{BCA96069-B365-4100-9F96-5D807972B8B9}"/>
          </ac:spMkLst>
        </pc:spChg>
        <pc:spChg chg="add del mod">
          <ac:chgData name="Olha Kuklieva" userId="8058d566-3e94-4190-bb8d-b787b7329c88" providerId="ADAL" clId="{82B65C56-0DDA-4F6B-BC61-117E65D91B3A}" dt="2019-10-31T13:19:32.530" v="18"/>
          <ac:spMkLst>
            <pc:docMk/>
            <pc:sldMk cId="759534034" sldId="1225"/>
            <ac:spMk id="5" creationId="{C6A279E8-94D6-4886-8FF6-8A8EC28F6554}"/>
          </ac:spMkLst>
        </pc:spChg>
        <pc:spChg chg="add mod">
          <ac:chgData name="Olha Kuklieva" userId="8058d566-3e94-4190-bb8d-b787b7329c88" providerId="ADAL" clId="{82B65C56-0DDA-4F6B-BC61-117E65D91B3A}" dt="2019-10-31T13:20:31.922" v="33"/>
          <ac:spMkLst>
            <pc:docMk/>
            <pc:sldMk cId="759534034" sldId="1225"/>
            <ac:spMk id="6" creationId="{C26BA086-93B2-44A2-8B1B-22E693D2ABB6}"/>
          </ac:spMkLst>
        </pc:spChg>
        <pc:spChg chg="add mod">
          <ac:chgData name="Olha Kuklieva" userId="8058d566-3e94-4190-bb8d-b787b7329c88" providerId="ADAL" clId="{82B65C56-0DDA-4F6B-BC61-117E65D91B3A}" dt="2019-10-31T13:20:31.922" v="33"/>
          <ac:spMkLst>
            <pc:docMk/>
            <pc:sldMk cId="759534034" sldId="1225"/>
            <ac:spMk id="7" creationId="{B3EDC24C-EE02-4845-99B9-F77A9B3BC1BB}"/>
          </ac:spMkLst>
        </pc:spChg>
      </pc:sldChg>
      <pc:sldChg chg="add del">
        <pc:chgData name="Olha Kuklieva" userId="8058d566-3e94-4190-bb8d-b787b7329c88" providerId="ADAL" clId="{82B65C56-0DDA-4F6B-BC61-117E65D91B3A}" dt="2019-10-31T13:19:19.956" v="6"/>
        <pc:sldMkLst>
          <pc:docMk/>
          <pc:sldMk cId="2522737897" sldId="1225"/>
        </pc:sldMkLst>
      </pc:sldChg>
      <pc:sldChg chg="addSp delSp modSp add">
        <pc:chgData name="Olha Kuklieva" userId="8058d566-3e94-4190-bb8d-b787b7329c88" providerId="ADAL" clId="{82B65C56-0DDA-4F6B-BC61-117E65D91B3A}" dt="2019-10-31T13:20:37.163" v="35"/>
        <pc:sldMkLst>
          <pc:docMk/>
          <pc:sldMk cId="2736104985" sldId="1226"/>
        </pc:sldMkLst>
        <pc:spChg chg="del">
          <ac:chgData name="Olha Kuklieva" userId="8058d566-3e94-4190-bb8d-b787b7329c88" providerId="ADAL" clId="{82B65C56-0DDA-4F6B-BC61-117E65D91B3A}" dt="2019-10-31T13:20:37.163" v="35"/>
          <ac:spMkLst>
            <pc:docMk/>
            <pc:sldMk cId="2736104985" sldId="1226"/>
            <ac:spMk id="2" creationId="{5AF2CF7F-B1CA-40D9-B487-7FC1D9DEF6F7}"/>
          </ac:spMkLst>
        </pc:spChg>
        <pc:spChg chg="del">
          <ac:chgData name="Olha Kuklieva" userId="8058d566-3e94-4190-bb8d-b787b7329c88" providerId="ADAL" clId="{82B65C56-0DDA-4F6B-BC61-117E65D91B3A}" dt="2019-10-31T13:20:37.163" v="35"/>
          <ac:spMkLst>
            <pc:docMk/>
            <pc:sldMk cId="2736104985" sldId="1226"/>
            <ac:spMk id="3" creationId="{61A4F8C9-BE4C-4212-A593-B334DC08425C}"/>
          </ac:spMkLst>
        </pc:spChg>
        <pc:spChg chg="add mod">
          <ac:chgData name="Olha Kuklieva" userId="8058d566-3e94-4190-bb8d-b787b7329c88" providerId="ADAL" clId="{82B65C56-0DDA-4F6B-BC61-117E65D91B3A}" dt="2019-10-31T13:20:37.163" v="35"/>
          <ac:spMkLst>
            <pc:docMk/>
            <pc:sldMk cId="2736104985" sldId="1226"/>
            <ac:spMk id="4" creationId="{99B3B0FC-3F87-4318-A857-A0F462CAFFEA}"/>
          </ac:spMkLst>
        </pc:spChg>
        <pc:spChg chg="add mod">
          <ac:chgData name="Olha Kuklieva" userId="8058d566-3e94-4190-bb8d-b787b7329c88" providerId="ADAL" clId="{82B65C56-0DDA-4F6B-BC61-117E65D91B3A}" dt="2019-10-31T13:20:37.163" v="35"/>
          <ac:spMkLst>
            <pc:docMk/>
            <pc:sldMk cId="2736104985" sldId="1226"/>
            <ac:spMk id="5" creationId="{3A9FB3B7-57FB-42BB-B446-0677226703DE}"/>
          </ac:spMkLst>
        </pc:spChg>
        <pc:spChg chg="add mod">
          <ac:chgData name="Olha Kuklieva" userId="8058d566-3e94-4190-bb8d-b787b7329c88" providerId="ADAL" clId="{82B65C56-0DDA-4F6B-BC61-117E65D91B3A}" dt="2019-10-31T13:20:37.163" v="35"/>
          <ac:spMkLst>
            <pc:docMk/>
            <pc:sldMk cId="2736104985" sldId="1226"/>
            <ac:spMk id="6" creationId="{86CCEA01-F57D-41CB-89BB-D59127C3A278}"/>
          </ac:spMkLst>
        </pc:spChg>
        <pc:spChg chg="add mod">
          <ac:chgData name="Olha Kuklieva" userId="8058d566-3e94-4190-bb8d-b787b7329c88" providerId="ADAL" clId="{82B65C56-0DDA-4F6B-BC61-117E65D91B3A}" dt="2019-10-31T13:20:37.163" v="35"/>
          <ac:spMkLst>
            <pc:docMk/>
            <pc:sldMk cId="2736104985" sldId="1226"/>
            <ac:spMk id="7" creationId="{899447FB-C7CD-42DA-AEBC-3440527073AC}"/>
          </ac:spMkLst>
        </pc:spChg>
      </pc:sldChg>
      <pc:sldChg chg="addSp delSp modSp add">
        <pc:chgData name="Olha Kuklieva" userId="8058d566-3e94-4190-bb8d-b787b7329c88" providerId="ADAL" clId="{82B65C56-0DDA-4F6B-BC61-117E65D91B3A}" dt="2019-10-31T13:22:27.303" v="63"/>
        <pc:sldMkLst>
          <pc:docMk/>
          <pc:sldMk cId="175485925" sldId="1227"/>
        </pc:sldMkLst>
        <pc:spChg chg="del">
          <ac:chgData name="Olha Kuklieva" userId="8058d566-3e94-4190-bb8d-b787b7329c88" providerId="ADAL" clId="{82B65C56-0DDA-4F6B-BC61-117E65D91B3A}" dt="2019-10-31T13:20:47.224" v="37"/>
          <ac:spMkLst>
            <pc:docMk/>
            <pc:sldMk cId="175485925" sldId="1227"/>
            <ac:spMk id="2" creationId="{327513D4-3B83-4300-B69B-4AC85EEDC8D9}"/>
          </ac:spMkLst>
        </pc:spChg>
        <pc:spChg chg="del">
          <ac:chgData name="Olha Kuklieva" userId="8058d566-3e94-4190-bb8d-b787b7329c88" providerId="ADAL" clId="{82B65C56-0DDA-4F6B-BC61-117E65D91B3A}" dt="2019-10-31T13:20:47.224" v="37"/>
          <ac:spMkLst>
            <pc:docMk/>
            <pc:sldMk cId="175485925" sldId="1227"/>
            <ac:spMk id="3" creationId="{C55CDE06-A103-4615-A5CF-0D391BC50FC5}"/>
          </ac:spMkLst>
        </pc:spChg>
        <pc:spChg chg="del">
          <ac:chgData name="Olha Kuklieva" userId="8058d566-3e94-4190-bb8d-b787b7329c88" providerId="ADAL" clId="{82B65C56-0DDA-4F6B-BC61-117E65D91B3A}" dt="2019-10-31T13:20:47.224" v="37"/>
          <ac:spMkLst>
            <pc:docMk/>
            <pc:sldMk cId="175485925" sldId="1227"/>
            <ac:spMk id="4" creationId="{0512DBA5-833F-4171-ABFB-4276D6BF0A4C}"/>
          </ac:spMkLst>
        </pc:spChg>
        <pc:spChg chg="del">
          <ac:chgData name="Olha Kuklieva" userId="8058d566-3e94-4190-bb8d-b787b7329c88" providerId="ADAL" clId="{82B65C56-0DDA-4F6B-BC61-117E65D91B3A}" dt="2019-10-31T13:20:47.224" v="37"/>
          <ac:spMkLst>
            <pc:docMk/>
            <pc:sldMk cId="175485925" sldId="1227"/>
            <ac:spMk id="5" creationId="{6D0FE103-98B7-4675-A27D-E67C87E88899}"/>
          </ac:spMkLst>
        </pc:spChg>
        <pc:spChg chg="add del mod">
          <ac:chgData name="Olha Kuklieva" userId="8058d566-3e94-4190-bb8d-b787b7329c88" providerId="ADAL" clId="{82B65C56-0DDA-4F6B-BC61-117E65D91B3A}" dt="2019-10-31T13:22:27.303" v="63"/>
          <ac:spMkLst>
            <pc:docMk/>
            <pc:sldMk cId="175485925" sldId="1227"/>
            <ac:spMk id="6" creationId="{FBDCDD2A-4E15-469D-BEA3-61049F5145CD}"/>
          </ac:spMkLst>
        </pc:spChg>
        <pc:spChg chg="add del mod">
          <ac:chgData name="Olha Kuklieva" userId="8058d566-3e94-4190-bb8d-b787b7329c88" providerId="ADAL" clId="{82B65C56-0DDA-4F6B-BC61-117E65D91B3A}" dt="2019-10-31T13:22:27.303" v="63"/>
          <ac:spMkLst>
            <pc:docMk/>
            <pc:sldMk cId="175485925" sldId="1227"/>
            <ac:spMk id="7" creationId="{83416B48-18DC-4F3C-9537-87FB8BA8E8A1}"/>
          </ac:spMkLst>
        </pc:spChg>
        <pc:spChg chg="add mod">
          <ac:chgData name="Olha Kuklieva" userId="8058d566-3e94-4190-bb8d-b787b7329c88" providerId="ADAL" clId="{82B65C56-0DDA-4F6B-BC61-117E65D91B3A}" dt="2019-10-31T13:22:27.303" v="63"/>
          <ac:spMkLst>
            <pc:docMk/>
            <pc:sldMk cId="175485925" sldId="1227"/>
            <ac:spMk id="8" creationId="{1C879ED0-FB0F-496C-A28D-E63CA7ACFAFF}"/>
          </ac:spMkLst>
        </pc:spChg>
        <pc:spChg chg="add mod">
          <ac:chgData name="Olha Kuklieva" userId="8058d566-3e94-4190-bb8d-b787b7329c88" providerId="ADAL" clId="{82B65C56-0DDA-4F6B-BC61-117E65D91B3A}" dt="2019-10-31T13:22:27.303" v="63"/>
          <ac:spMkLst>
            <pc:docMk/>
            <pc:sldMk cId="175485925" sldId="1227"/>
            <ac:spMk id="9" creationId="{CA4E5058-9026-462C-B16F-44D90B73FCAD}"/>
          </ac:spMkLst>
        </pc:spChg>
        <pc:spChg chg="add mod">
          <ac:chgData name="Olha Kuklieva" userId="8058d566-3e94-4190-bb8d-b787b7329c88" providerId="ADAL" clId="{82B65C56-0DDA-4F6B-BC61-117E65D91B3A}" dt="2019-10-31T13:22:27.303" v="63"/>
          <ac:spMkLst>
            <pc:docMk/>
            <pc:sldMk cId="175485925" sldId="1227"/>
            <ac:spMk id="10" creationId="{0055DE7F-03EA-4D23-AD9C-CE1E65F90EFD}"/>
          </ac:spMkLst>
        </pc:spChg>
        <pc:spChg chg="add mod">
          <ac:chgData name="Olha Kuklieva" userId="8058d566-3e94-4190-bb8d-b787b7329c88" providerId="ADAL" clId="{82B65C56-0DDA-4F6B-BC61-117E65D91B3A}" dt="2019-10-31T13:22:27.303" v="63"/>
          <ac:spMkLst>
            <pc:docMk/>
            <pc:sldMk cId="175485925" sldId="1227"/>
            <ac:spMk id="11" creationId="{E6D38E12-0B8B-4A45-AA22-FFF26BA4BDCF}"/>
          </ac:spMkLst>
        </pc:spChg>
        <pc:spChg chg="add mod">
          <ac:chgData name="Olha Kuklieva" userId="8058d566-3e94-4190-bb8d-b787b7329c88" providerId="ADAL" clId="{82B65C56-0DDA-4F6B-BC61-117E65D91B3A}" dt="2019-10-31T13:22:27.303" v="63"/>
          <ac:spMkLst>
            <pc:docMk/>
            <pc:sldMk cId="175485925" sldId="1227"/>
            <ac:spMk id="12" creationId="{DDF14CDB-48E1-4C5B-B40C-D700FCD6F957}"/>
          </ac:spMkLst>
        </pc:spChg>
        <pc:spChg chg="add mod">
          <ac:chgData name="Olha Kuklieva" userId="8058d566-3e94-4190-bb8d-b787b7329c88" providerId="ADAL" clId="{82B65C56-0DDA-4F6B-BC61-117E65D91B3A}" dt="2019-10-31T13:22:27.303" v="63"/>
          <ac:spMkLst>
            <pc:docMk/>
            <pc:sldMk cId="175485925" sldId="1227"/>
            <ac:spMk id="13" creationId="{276D560C-9AA8-4A22-A278-EE90E939A6AC}"/>
          </ac:spMkLst>
        </pc:spChg>
      </pc:sldChg>
      <pc:sldChg chg="addSp delSp modSp add ord">
        <pc:chgData name="Olha Kuklieva" userId="8058d566-3e94-4190-bb8d-b787b7329c88" providerId="ADAL" clId="{82B65C56-0DDA-4F6B-BC61-117E65D91B3A}" dt="2019-10-31T13:20:58.460" v="40"/>
        <pc:sldMkLst>
          <pc:docMk/>
          <pc:sldMk cId="1943036412" sldId="1228"/>
        </pc:sldMkLst>
        <pc:spChg chg="del">
          <ac:chgData name="Olha Kuklieva" userId="8058d566-3e94-4190-bb8d-b787b7329c88" providerId="ADAL" clId="{82B65C56-0DDA-4F6B-BC61-117E65D91B3A}" dt="2019-10-31T13:20:55.616" v="39"/>
          <ac:spMkLst>
            <pc:docMk/>
            <pc:sldMk cId="1943036412" sldId="1228"/>
            <ac:spMk id="2" creationId="{243A08A1-FE81-4669-8010-AB512AEBF8B5}"/>
          </ac:spMkLst>
        </pc:spChg>
        <pc:spChg chg="del">
          <ac:chgData name="Olha Kuklieva" userId="8058d566-3e94-4190-bb8d-b787b7329c88" providerId="ADAL" clId="{82B65C56-0DDA-4F6B-BC61-117E65D91B3A}" dt="2019-10-31T13:20:55.616" v="39"/>
          <ac:spMkLst>
            <pc:docMk/>
            <pc:sldMk cId="1943036412" sldId="1228"/>
            <ac:spMk id="3" creationId="{93B389C7-D385-4774-9726-10C8CAF10EAE}"/>
          </ac:spMkLst>
        </pc:spChg>
        <pc:spChg chg="add mod">
          <ac:chgData name="Olha Kuklieva" userId="8058d566-3e94-4190-bb8d-b787b7329c88" providerId="ADAL" clId="{82B65C56-0DDA-4F6B-BC61-117E65D91B3A}" dt="2019-10-31T13:20:55.616" v="39"/>
          <ac:spMkLst>
            <pc:docMk/>
            <pc:sldMk cId="1943036412" sldId="1228"/>
            <ac:spMk id="4" creationId="{CA236E6E-CCA1-48F4-8FC1-2690E5DA5F74}"/>
          </ac:spMkLst>
        </pc:spChg>
        <pc:spChg chg="add mod">
          <ac:chgData name="Olha Kuklieva" userId="8058d566-3e94-4190-bb8d-b787b7329c88" providerId="ADAL" clId="{82B65C56-0DDA-4F6B-BC61-117E65D91B3A}" dt="2019-10-31T13:20:55.616" v="39"/>
          <ac:spMkLst>
            <pc:docMk/>
            <pc:sldMk cId="1943036412" sldId="1228"/>
            <ac:spMk id="5" creationId="{9C6E0AE2-DB35-40C9-B9A1-25494B29AECD}"/>
          </ac:spMkLst>
        </pc:spChg>
      </pc:sldChg>
      <pc:sldChg chg="addSp delSp modSp add">
        <pc:chgData name="Olha Kuklieva" userId="8058d566-3e94-4190-bb8d-b787b7329c88" providerId="ADAL" clId="{82B65C56-0DDA-4F6B-BC61-117E65D91B3A}" dt="2019-10-31T13:21:09.202" v="42"/>
        <pc:sldMkLst>
          <pc:docMk/>
          <pc:sldMk cId="796952511" sldId="1229"/>
        </pc:sldMkLst>
        <pc:spChg chg="del">
          <ac:chgData name="Olha Kuklieva" userId="8058d566-3e94-4190-bb8d-b787b7329c88" providerId="ADAL" clId="{82B65C56-0DDA-4F6B-BC61-117E65D91B3A}" dt="2019-10-31T13:21:09.202" v="42"/>
          <ac:spMkLst>
            <pc:docMk/>
            <pc:sldMk cId="796952511" sldId="1229"/>
            <ac:spMk id="2" creationId="{E6E13410-90BD-470E-AA47-C4C5C4C388EC}"/>
          </ac:spMkLst>
        </pc:spChg>
        <pc:spChg chg="del">
          <ac:chgData name="Olha Kuklieva" userId="8058d566-3e94-4190-bb8d-b787b7329c88" providerId="ADAL" clId="{82B65C56-0DDA-4F6B-BC61-117E65D91B3A}" dt="2019-10-31T13:21:09.202" v="42"/>
          <ac:spMkLst>
            <pc:docMk/>
            <pc:sldMk cId="796952511" sldId="1229"/>
            <ac:spMk id="3" creationId="{D6DB02A1-9EBB-4826-8D38-69FD1460AFF5}"/>
          </ac:spMkLst>
        </pc:spChg>
        <pc:spChg chg="add mod">
          <ac:chgData name="Olha Kuklieva" userId="8058d566-3e94-4190-bb8d-b787b7329c88" providerId="ADAL" clId="{82B65C56-0DDA-4F6B-BC61-117E65D91B3A}" dt="2019-10-31T13:21:09.202" v="42"/>
          <ac:spMkLst>
            <pc:docMk/>
            <pc:sldMk cId="796952511" sldId="1229"/>
            <ac:spMk id="4" creationId="{5831415F-B9DB-4820-AEA0-7D4B3738F685}"/>
          </ac:spMkLst>
        </pc:spChg>
        <pc:spChg chg="add mod">
          <ac:chgData name="Olha Kuklieva" userId="8058d566-3e94-4190-bb8d-b787b7329c88" providerId="ADAL" clId="{82B65C56-0DDA-4F6B-BC61-117E65D91B3A}" dt="2019-10-31T13:21:09.202" v="42"/>
          <ac:spMkLst>
            <pc:docMk/>
            <pc:sldMk cId="796952511" sldId="1229"/>
            <ac:spMk id="5" creationId="{548BC74F-B18A-4578-98FC-BCE7C88CA179}"/>
          </ac:spMkLst>
        </pc:spChg>
      </pc:sldChg>
      <pc:sldChg chg="addSp delSp modSp add">
        <pc:chgData name="Olha Kuklieva" userId="8058d566-3e94-4190-bb8d-b787b7329c88" providerId="ADAL" clId="{82B65C56-0DDA-4F6B-BC61-117E65D91B3A}" dt="2019-10-31T13:21:13.117" v="44"/>
        <pc:sldMkLst>
          <pc:docMk/>
          <pc:sldMk cId="1856492653" sldId="1230"/>
        </pc:sldMkLst>
        <pc:spChg chg="del">
          <ac:chgData name="Olha Kuklieva" userId="8058d566-3e94-4190-bb8d-b787b7329c88" providerId="ADAL" clId="{82B65C56-0DDA-4F6B-BC61-117E65D91B3A}" dt="2019-10-31T13:21:13.117" v="44"/>
          <ac:spMkLst>
            <pc:docMk/>
            <pc:sldMk cId="1856492653" sldId="1230"/>
            <ac:spMk id="2" creationId="{0AC469AC-C6FF-4003-B95F-89980C5C3E02}"/>
          </ac:spMkLst>
        </pc:spChg>
        <pc:spChg chg="del">
          <ac:chgData name="Olha Kuklieva" userId="8058d566-3e94-4190-bb8d-b787b7329c88" providerId="ADAL" clId="{82B65C56-0DDA-4F6B-BC61-117E65D91B3A}" dt="2019-10-31T13:21:13.117" v="44"/>
          <ac:spMkLst>
            <pc:docMk/>
            <pc:sldMk cId="1856492653" sldId="1230"/>
            <ac:spMk id="3" creationId="{534F63C9-4974-45FF-8754-4E152E5BF9FC}"/>
          </ac:spMkLst>
        </pc:spChg>
        <pc:spChg chg="add mod">
          <ac:chgData name="Olha Kuklieva" userId="8058d566-3e94-4190-bb8d-b787b7329c88" providerId="ADAL" clId="{82B65C56-0DDA-4F6B-BC61-117E65D91B3A}" dt="2019-10-31T13:21:13.117" v="44"/>
          <ac:spMkLst>
            <pc:docMk/>
            <pc:sldMk cId="1856492653" sldId="1230"/>
            <ac:spMk id="4" creationId="{AAFA0E05-D6A3-44DB-8E1F-AE9104489031}"/>
          </ac:spMkLst>
        </pc:spChg>
        <pc:spChg chg="add mod">
          <ac:chgData name="Olha Kuklieva" userId="8058d566-3e94-4190-bb8d-b787b7329c88" providerId="ADAL" clId="{82B65C56-0DDA-4F6B-BC61-117E65D91B3A}" dt="2019-10-31T13:21:13.117" v="44"/>
          <ac:spMkLst>
            <pc:docMk/>
            <pc:sldMk cId="1856492653" sldId="1230"/>
            <ac:spMk id="5" creationId="{817D4F48-03D6-4A34-979F-5C60DD1330B6}"/>
          </ac:spMkLst>
        </pc:spChg>
      </pc:sldChg>
      <pc:sldChg chg="addSp delSp modSp add">
        <pc:chgData name="Olha Kuklieva" userId="8058d566-3e94-4190-bb8d-b787b7329c88" providerId="ADAL" clId="{82B65C56-0DDA-4F6B-BC61-117E65D91B3A}" dt="2019-10-31T13:21:18.439" v="46"/>
        <pc:sldMkLst>
          <pc:docMk/>
          <pc:sldMk cId="3440774989" sldId="1231"/>
        </pc:sldMkLst>
        <pc:spChg chg="del">
          <ac:chgData name="Olha Kuklieva" userId="8058d566-3e94-4190-bb8d-b787b7329c88" providerId="ADAL" clId="{82B65C56-0DDA-4F6B-BC61-117E65D91B3A}" dt="2019-10-31T13:21:18.439" v="46"/>
          <ac:spMkLst>
            <pc:docMk/>
            <pc:sldMk cId="3440774989" sldId="1231"/>
            <ac:spMk id="2" creationId="{414DAAB3-A6A9-41E2-B080-6E455B2E14B5}"/>
          </ac:spMkLst>
        </pc:spChg>
        <pc:spChg chg="del">
          <ac:chgData name="Olha Kuklieva" userId="8058d566-3e94-4190-bb8d-b787b7329c88" providerId="ADAL" clId="{82B65C56-0DDA-4F6B-BC61-117E65D91B3A}" dt="2019-10-31T13:21:18.439" v="46"/>
          <ac:spMkLst>
            <pc:docMk/>
            <pc:sldMk cId="3440774989" sldId="1231"/>
            <ac:spMk id="3" creationId="{D9233D15-17C2-49C8-AD55-6911C3DEBA37}"/>
          </ac:spMkLst>
        </pc:spChg>
        <pc:spChg chg="add mod">
          <ac:chgData name="Olha Kuklieva" userId="8058d566-3e94-4190-bb8d-b787b7329c88" providerId="ADAL" clId="{82B65C56-0DDA-4F6B-BC61-117E65D91B3A}" dt="2019-10-31T13:21:18.439" v="46"/>
          <ac:spMkLst>
            <pc:docMk/>
            <pc:sldMk cId="3440774989" sldId="1231"/>
            <ac:spMk id="4" creationId="{B89C1B92-534C-47A0-B35C-7F8EBB8DA40C}"/>
          </ac:spMkLst>
        </pc:spChg>
        <pc:spChg chg="add mod">
          <ac:chgData name="Olha Kuklieva" userId="8058d566-3e94-4190-bb8d-b787b7329c88" providerId="ADAL" clId="{82B65C56-0DDA-4F6B-BC61-117E65D91B3A}" dt="2019-10-31T13:21:18.439" v="46"/>
          <ac:spMkLst>
            <pc:docMk/>
            <pc:sldMk cId="3440774989" sldId="1231"/>
            <ac:spMk id="5" creationId="{8FA807B4-AFD7-4059-940E-031033A6C169}"/>
          </ac:spMkLst>
        </pc:spChg>
      </pc:sldChg>
      <pc:sldChg chg="addSp delSp modSp add">
        <pc:chgData name="Olha Kuklieva" userId="8058d566-3e94-4190-bb8d-b787b7329c88" providerId="ADAL" clId="{82B65C56-0DDA-4F6B-BC61-117E65D91B3A}" dt="2019-10-31T13:21:30.607" v="48"/>
        <pc:sldMkLst>
          <pc:docMk/>
          <pc:sldMk cId="370164559" sldId="1232"/>
        </pc:sldMkLst>
        <pc:spChg chg="del">
          <ac:chgData name="Olha Kuklieva" userId="8058d566-3e94-4190-bb8d-b787b7329c88" providerId="ADAL" clId="{82B65C56-0DDA-4F6B-BC61-117E65D91B3A}" dt="2019-10-31T13:21:30.607" v="48"/>
          <ac:spMkLst>
            <pc:docMk/>
            <pc:sldMk cId="370164559" sldId="1232"/>
            <ac:spMk id="2" creationId="{AEFF3FA5-4F9A-47C5-9282-15004FDD5FA0}"/>
          </ac:spMkLst>
        </pc:spChg>
        <pc:spChg chg="del">
          <ac:chgData name="Olha Kuklieva" userId="8058d566-3e94-4190-bb8d-b787b7329c88" providerId="ADAL" clId="{82B65C56-0DDA-4F6B-BC61-117E65D91B3A}" dt="2019-10-31T13:21:30.607" v="48"/>
          <ac:spMkLst>
            <pc:docMk/>
            <pc:sldMk cId="370164559" sldId="1232"/>
            <ac:spMk id="3" creationId="{6AA47D9C-991C-44A7-B46B-E6C01B7D3F19}"/>
          </ac:spMkLst>
        </pc:spChg>
        <pc:spChg chg="add mod">
          <ac:chgData name="Olha Kuklieva" userId="8058d566-3e94-4190-bb8d-b787b7329c88" providerId="ADAL" clId="{82B65C56-0DDA-4F6B-BC61-117E65D91B3A}" dt="2019-10-31T13:21:30.607" v="48"/>
          <ac:spMkLst>
            <pc:docMk/>
            <pc:sldMk cId="370164559" sldId="1232"/>
            <ac:spMk id="4" creationId="{C4F1E8A9-C2C6-413C-BF2D-8D22F2332193}"/>
          </ac:spMkLst>
        </pc:spChg>
        <pc:spChg chg="add mod">
          <ac:chgData name="Olha Kuklieva" userId="8058d566-3e94-4190-bb8d-b787b7329c88" providerId="ADAL" clId="{82B65C56-0DDA-4F6B-BC61-117E65D91B3A}" dt="2019-10-31T13:21:30.607" v="48"/>
          <ac:spMkLst>
            <pc:docMk/>
            <pc:sldMk cId="370164559" sldId="1232"/>
            <ac:spMk id="5" creationId="{61B47164-5C4E-46ED-A751-8C8D4443061B}"/>
          </ac:spMkLst>
        </pc:spChg>
        <pc:spChg chg="add mod">
          <ac:chgData name="Olha Kuklieva" userId="8058d566-3e94-4190-bb8d-b787b7329c88" providerId="ADAL" clId="{82B65C56-0DDA-4F6B-BC61-117E65D91B3A}" dt="2019-10-31T13:21:30.607" v="48"/>
          <ac:spMkLst>
            <pc:docMk/>
            <pc:sldMk cId="370164559" sldId="1232"/>
            <ac:spMk id="6" creationId="{74334EBB-850A-4BB3-AD6E-C0E5759930A3}"/>
          </ac:spMkLst>
        </pc:spChg>
      </pc:sldChg>
      <pc:sldChg chg="addSp delSp modSp add">
        <pc:chgData name="Olha Kuklieva" userId="8058d566-3e94-4190-bb8d-b787b7329c88" providerId="ADAL" clId="{82B65C56-0DDA-4F6B-BC61-117E65D91B3A}" dt="2019-10-31T13:21:35.157" v="50"/>
        <pc:sldMkLst>
          <pc:docMk/>
          <pc:sldMk cId="2206258584" sldId="1233"/>
        </pc:sldMkLst>
        <pc:spChg chg="del">
          <ac:chgData name="Olha Kuklieva" userId="8058d566-3e94-4190-bb8d-b787b7329c88" providerId="ADAL" clId="{82B65C56-0DDA-4F6B-BC61-117E65D91B3A}" dt="2019-10-31T13:21:35.157" v="50"/>
          <ac:spMkLst>
            <pc:docMk/>
            <pc:sldMk cId="2206258584" sldId="1233"/>
            <ac:spMk id="2" creationId="{F1E522FB-5637-4F0F-B84F-6172AF70EDE3}"/>
          </ac:spMkLst>
        </pc:spChg>
        <pc:spChg chg="del">
          <ac:chgData name="Olha Kuklieva" userId="8058d566-3e94-4190-bb8d-b787b7329c88" providerId="ADAL" clId="{82B65C56-0DDA-4F6B-BC61-117E65D91B3A}" dt="2019-10-31T13:21:35.157" v="50"/>
          <ac:spMkLst>
            <pc:docMk/>
            <pc:sldMk cId="2206258584" sldId="1233"/>
            <ac:spMk id="3" creationId="{C3DDFADB-9649-4C6A-ACE2-244024000276}"/>
          </ac:spMkLst>
        </pc:spChg>
        <pc:spChg chg="del">
          <ac:chgData name="Olha Kuklieva" userId="8058d566-3e94-4190-bb8d-b787b7329c88" providerId="ADAL" clId="{82B65C56-0DDA-4F6B-BC61-117E65D91B3A}" dt="2019-10-31T13:21:35.157" v="50"/>
          <ac:spMkLst>
            <pc:docMk/>
            <pc:sldMk cId="2206258584" sldId="1233"/>
            <ac:spMk id="4" creationId="{F97ED3CC-02AE-4272-836A-215B3EB3F8AA}"/>
          </ac:spMkLst>
        </pc:spChg>
        <pc:spChg chg="add mod">
          <ac:chgData name="Olha Kuklieva" userId="8058d566-3e94-4190-bb8d-b787b7329c88" providerId="ADAL" clId="{82B65C56-0DDA-4F6B-BC61-117E65D91B3A}" dt="2019-10-31T13:21:35.157" v="50"/>
          <ac:spMkLst>
            <pc:docMk/>
            <pc:sldMk cId="2206258584" sldId="1233"/>
            <ac:spMk id="5" creationId="{07F232F8-3DCC-42F6-918D-253C12D87F55}"/>
          </ac:spMkLst>
        </pc:spChg>
        <pc:spChg chg="add mod">
          <ac:chgData name="Olha Kuklieva" userId="8058d566-3e94-4190-bb8d-b787b7329c88" providerId="ADAL" clId="{82B65C56-0DDA-4F6B-BC61-117E65D91B3A}" dt="2019-10-31T13:21:35.157" v="50"/>
          <ac:spMkLst>
            <pc:docMk/>
            <pc:sldMk cId="2206258584" sldId="1233"/>
            <ac:spMk id="6" creationId="{3BD6F3A0-B8BF-41EB-A614-48D90DB3A7F7}"/>
          </ac:spMkLst>
        </pc:spChg>
        <pc:spChg chg="add mod">
          <ac:chgData name="Olha Kuklieva" userId="8058d566-3e94-4190-bb8d-b787b7329c88" providerId="ADAL" clId="{82B65C56-0DDA-4F6B-BC61-117E65D91B3A}" dt="2019-10-31T13:21:35.157" v="50"/>
          <ac:spMkLst>
            <pc:docMk/>
            <pc:sldMk cId="2206258584" sldId="1233"/>
            <ac:spMk id="7" creationId="{2FF701EB-017D-4DCB-8484-2297D8189D7A}"/>
          </ac:spMkLst>
        </pc:spChg>
        <pc:spChg chg="add mod">
          <ac:chgData name="Olha Kuklieva" userId="8058d566-3e94-4190-bb8d-b787b7329c88" providerId="ADAL" clId="{82B65C56-0DDA-4F6B-BC61-117E65D91B3A}" dt="2019-10-31T13:21:35.157" v="50"/>
          <ac:spMkLst>
            <pc:docMk/>
            <pc:sldMk cId="2206258584" sldId="1233"/>
            <ac:spMk id="8" creationId="{F7F2DB32-9C4E-4DB0-886F-43B87BC86204}"/>
          </ac:spMkLst>
        </pc:spChg>
        <pc:spChg chg="add mod">
          <ac:chgData name="Olha Kuklieva" userId="8058d566-3e94-4190-bb8d-b787b7329c88" providerId="ADAL" clId="{82B65C56-0DDA-4F6B-BC61-117E65D91B3A}" dt="2019-10-31T13:21:35.157" v="50"/>
          <ac:spMkLst>
            <pc:docMk/>
            <pc:sldMk cId="2206258584" sldId="1233"/>
            <ac:spMk id="9" creationId="{C884F33B-DAF6-48C5-B73F-15CA78409C7A}"/>
          </ac:spMkLst>
        </pc:spChg>
        <pc:spChg chg="add mod">
          <ac:chgData name="Olha Kuklieva" userId="8058d566-3e94-4190-bb8d-b787b7329c88" providerId="ADAL" clId="{82B65C56-0DDA-4F6B-BC61-117E65D91B3A}" dt="2019-10-31T13:21:35.157" v="50"/>
          <ac:spMkLst>
            <pc:docMk/>
            <pc:sldMk cId="2206258584" sldId="1233"/>
            <ac:spMk id="10" creationId="{EB64B8B9-D9F6-4431-B684-602795A15DDD}"/>
          </ac:spMkLst>
        </pc:spChg>
      </pc:sldChg>
      <pc:sldChg chg="addSp delSp modSp add">
        <pc:chgData name="Olha Kuklieva" userId="8058d566-3e94-4190-bb8d-b787b7329c88" providerId="ADAL" clId="{82B65C56-0DDA-4F6B-BC61-117E65D91B3A}" dt="2019-10-31T13:21:48.777" v="55"/>
        <pc:sldMkLst>
          <pc:docMk/>
          <pc:sldMk cId="138160587" sldId="1234"/>
        </pc:sldMkLst>
        <pc:spChg chg="del">
          <ac:chgData name="Olha Kuklieva" userId="8058d566-3e94-4190-bb8d-b787b7329c88" providerId="ADAL" clId="{82B65C56-0DDA-4F6B-BC61-117E65D91B3A}" dt="2019-10-31T13:21:41.006" v="52"/>
          <ac:spMkLst>
            <pc:docMk/>
            <pc:sldMk cId="138160587" sldId="1234"/>
            <ac:spMk id="2" creationId="{176F6549-E1E7-4A73-BA3F-66D5A69F98EB}"/>
          </ac:spMkLst>
        </pc:spChg>
        <pc:spChg chg="del">
          <ac:chgData name="Olha Kuklieva" userId="8058d566-3e94-4190-bb8d-b787b7329c88" providerId="ADAL" clId="{82B65C56-0DDA-4F6B-BC61-117E65D91B3A}" dt="2019-10-31T13:21:41.006" v="52"/>
          <ac:spMkLst>
            <pc:docMk/>
            <pc:sldMk cId="138160587" sldId="1234"/>
            <ac:spMk id="3" creationId="{AC47A63F-3C3D-4ECB-AB6F-A1712D885026}"/>
          </ac:spMkLst>
        </pc:spChg>
        <pc:spChg chg="del">
          <ac:chgData name="Olha Kuklieva" userId="8058d566-3e94-4190-bb8d-b787b7329c88" providerId="ADAL" clId="{82B65C56-0DDA-4F6B-BC61-117E65D91B3A}" dt="2019-10-31T13:21:41.006" v="52"/>
          <ac:spMkLst>
            <pc:docMk/>
            <pc:sldMk cId="138160587" sldId="1234"/>
            <ac:spMk id="4" creationId="{4C0B0985-B27B-459A-943D-2997DA842B16}"/>
          </ac:spMkLst>
        </pc:spChg>
        <pc:spChg chg="del">
          <ac:chgData name="Olha Kuklieva" userId="8058d566-3e94-4190-bb8d-b787b7329c88" providerId="ADAL" clId="{82B65C56-0DDA-4F6B-BC61-117E65D91B3A}" dt="2019-10-31T13:21:41.006" v="52"/>
          <ac:spMkLst>
            <pc:docMk/>
            <pc:sldMk cId="138160587" sldId="1234"/>
            <ac:spMk id="5" creationId="{AA329F11-EC5C-4BA6-8036-5D41DEA89FAD}"/>
          </ac:spMkLst>
        </pc:spChg>
        <pc:spChg chg="del">
          <ac:chgData name="Olha Kuklieva" userId="8058d566-3e94-4190-bb8d-b787b7329c88" providerId="ADAL" clId="{82B65C56-0DDA-4F6B-BC61-117E65D91B3A}" dt="2019-10-31T13:21:41.006" v="52"/>
          <ac:spMkLst>
            <pc:docMk/>
            <pc:sldMk cId="138160587" sldId="1234"/>
            <ac:spMk id="6" creationId="{609B4149-A2B1-4FB0-A323-C5ACB9F5F87B}"/>
          </ac:spMkLst>
        </pc:spChg>
        <pc:spChg chg="del">
          <ac:chgData name="Olha Kuklieva" userId="8058d566-3e94-4190-bb8d-b787b7329c88" providerId="ADAL" clId="{82B65C56-0DDA-4F6B-BC61-117E65D91B3A}" dt="2019-10-31T13:21:41.006" v="52"/>
          <ac:spMkLst>
            <pc:docMk/>
            <pc:sldMk cId="138160587" sldId="1234"/>
            <ac:spMk id="7" creationId="{5CC034BD-2514-4DEE-9F20-591D91F0F473}"/>
          </ac:spMkLst>
        </pc:spChg>
        <pc:spChg chg="add del mod">
          <ac:chgData name="Olha Kuklieva" userId="8058d566-3e94-4190-bb8d-b787b7329c88" providerId="ADAL" clId="{82B65C56-0DDA-4F6B-BC61-117E65D91B3A}" dt="2019-10-31T13:21:48.777" v="55"/>
          <ac:spMkLst>
            <pc:docMk/>
            <pc:sldMk cId="138160587" sldId="1234"/>
            <ac:spMk id="8" creationId="{63DEA8AE-C6CF-4784-93A5-86DD907A9A5C}"/>
          </ac:spMkLst>
        </pc:spChg>
        <pc:spChg chg="add del mod">
          <ac:chgData name="Olha Kuklieva" userId="8058d566-3e94-4190-bb8d-b787b7329c88" providerId="ADAL" clId="{82B65C56-0DDA-4F6B-BC61-117E65D91B3A}" dt="2019-10-31T13:21:48.777" v="55"/>
          <ac:spMkLst>
            <pc:docMk/>
            <pc:sldMk cId="138160587" sldId="1234"/>
            <ac:spMk id="9" creationId="{9680BDFE-7646-4F3A-BCA5-F47C02A39C05}"/>
          </ac:spMkLst>
        </pc:spChg>
        <pc:spChg chg="add mod">
          <ac:chgData name="Olha Kuklieva" userId="8058d566-3e94-4190-bb8d-b787b7329c88" providerId="ADAL" clId="{82B65C56-0DDA-4F6B-BC61-117E65D91B3A}" dt="2019-10-31T13:21:48.777" v="55"/>
          <ac:spMkLst>
            <pc:docMk/>
            <pc:sldMk cId="138160587" sldId="1234"/>
            <ac:spMk id="10" creationId="{C2C01860-88AA-4983-9D84-DB6CD67B99FA}"/>
          </ac:spMkLst>
        </pc:spChg>
        <pc:spChg chg="add mod">
          <ac:chgData name="Olha Kuklieva" userId="8058d566-3e94-4190-bb8d-b787b7329c88" providerId="ADAL" clId="{82B65C56-0DDA-4F6B-BC61-117E65D91B3A}" dt="2019-10-31T13:21:48.777" v="55"/>
          <ac:spMkLst>
            <pc:docMk/>
            <pc:sldMk cId="138160587" sldId="1234"/>
            <ac:spMk id="11" creationId="{CF3D1018-5EBF-47E8-BCA9-73CE5FFDDFC4}"/>
          </ac:spMkLst>
        </pc:spChg>
      </pc:sldChg>
      <pc:sldChg chg="addSp delSp modSp add">
        <pc:chgData name="Olha Kuklieva" userId="8058d566-3e94-4190-bb8d-b787b7329c88" providerId="ADAL" clId="{82B65C56-0DDA-4F6B-BC61-117E65D91B3A}" dt="2019-10-31T13:21:52.450" v="56"/>
        <pc:sldMkLst>
          <pc:docMk/>
          <pc:sldMk cId="1929071914" sldId="1235"/>
        </pc:sldMkLst>
        <pc:spChg chg="del">
          <ac:chgData name="Olha Kuklieva" userId="8058d566-3e94-4190-bb8d-b787b7329c88" providerId="ADAL" clId="{82B65C56-0DDA-4F6B-BC61-117E65D91B3A}" dt="2019-10-31T13:21:44.502" v="54"/>
          <ac:spMkLst>
            <pc:docMk/>
            <pc:sldMk cId="1929071914" sldId="1235"/>
            <ac:spMk id="2" creationId="{461BE51E-4C08-41AA-80FA-11C38A0245D2}"/>
          </ac:spMkLst>
        </pc:spChg>
        <pc:spChg chg="del">
          <ac:chgData name="Olha Kuklieva" userId="8058d566-3e94-4190-bb8d-b787b7329c88" providerId="ADAL" clId="{82B65C56-0DDA-4F6B-BC61-117E65D91B3A}" dt="2019-10-31T13:21:44.502" v="54"/>
          <ac:spMkLst>
            <pc:docMk/>
            <pc:sldMk cId="1929071914" sldId="1235"/>
            <ac:spMk id="3" creationId="{3E51AC74-5C4C-4D8B-8CDE-5A0F2C1E9D9C}"/>
          </ac:spMkLst>
        </pc:spChg>
        <pc:spChg chg="add del mod">
          <ac:chgData name="Olha Kuklieva" userId="8058d566-3e94-4190-bb8d-b787b7329c88" providerId="ADAL" clId="{82B65C56-0DDA-4F6B-BC61-117E65D91B3A}" dt="2019-10-31T13:21:52.450" v="56"/>
          <ac:spMkLst>
            <pc:docMk/>
            <pc:sldMk cId="1929071914" sldId="1235"/>
            <ac:spMk id="4" creationId="{7CE279CF-3BD5-4824-A27C-DC37634BDC47}"/>
          </ac:spMkLst>
        </pc:spChg>
        <pc:spChg chg="add del mod">
          <ac:chgData name="Olha Kuklieva" userId="8058d566-3e94-4190-bb8d-b787b7329c88" providerId="ADAL" clId="{82B65C56-0DDA-4F6B-BC61-117E65D91B3A}" dt="2019-10-31T13:21:52.450" v="56"/>
          <ac:spMkLst>
            <pc:docMk/>
            <pc:sldMk cId="1929071914" sldId="1235"/>
            <ac:spMk id="5" creationId="{D455A3A1-0149-49CA-9D4F-AD68D4166B21}"/>
          </ac:spMkLst>
        </pc:spChg>
        <pc:spChg chg="add mod">
          <ac:chgData name="Olha Kuklieva" userId="8058d566-3e94-4190-bb8d-b787b7329c88" providerId="ADAL" clId="{82B65C56-0DDA-4F6B-BC61-117E65D91B3A}" dt="2019-10-31T13:21:52.450" v="56"/>
          <ac:spMkLst>
            <pc:docMk/>
            <pc:sldMk cId="1929071914" sldId="1235"/>
            <ac:spMk id="6" creationId="{E7799C24-7F17-4319-B7A6-4385F217E7DA}"/>
          </ac:spMkLst>
        </pc:spChg>
        <pc:spChg chg="add mod">
          <ac:chgData name="Olha Kuklieva" userId="8058d566-3e94-4190-bb8d-b787b7329c88" providerId="ADAL" clId="{82B65C56-0DDA-4F6B-BC61-117E65D91B3A}" dt="2019-10-31T13:21:52.450" v="56"/>
          <ac:spMkLst>
            <pc:docMk/>
            <pc:sldMk cId="1929071914" sldId="1235"/>
            <ac:spMk id="7" creationId="{BB481E08-7C2D-4866-9DA7-E948FC06EE63}"/>
          </ac:spMkLst>
        </pc:spChg>
      </pc:sldChg>
      <pc:sldChg chg="addSp delSp modSp add">
        <pc:chgData name="Olha Kuklieva" userId="8058d566-3e94-4190-bb8d-b787b7329c88" providerId="ADAL" clId="{82B65C56-0DDA-4F6B-BC61-117E65D91B3A}" dt="2019-10-31T13:21:56.198" v="58"/>
        <pc:sldMkLst>
          <pc:docMk/>
          <pc:sldMk cId="1483906705" sldId="1236"/>
        </pc:sldMkLst>
        <pc:spChg chg="del">
          <ac:chgData name="Olha Kuklieva" userId="8058d566-3e94-4190-bb8d-b787b7329c88" providerId="ADAL" clId="{82B65C56-0DDA-4F6B-BC61-117E65D91B3A}" dt="2019-10-31T13:21:56.198" v="58"/>
          <ac:spMkLst>
            <pc:docMk/>
            <pc:sldMk cId="1483906705" sldId="1236"/>
            <ac:spMk id="2" creationId="{95DFADC9-7335-4F78-A5D4-A7BF31752D7F}"/>
          </ac:spMkLst>
        </pc:spChg>
        <pc:spChg chg="del">
          <ac:chgData name="Olha Kuklieva" userId="8058d566-3e94-4190-bb8d-b787b7329c88" providerId="ADAL" clId="{82B65C56-0DDA-4F6B-BC61-117E65D91B3A}" dt="2019-10-31T13:21:56.198" v="58"/>
          <ac:spMkLst>
            <pc:docMk/>
            <pc:sldMk cId="1483906705" sldId="1236"/>
            <ac:spMk id="3" creationId="{0269A099-CDF6-4EBA-A514-A2DAB86EFC04}"/>
          </ac:spMkLst>
        </pc:spChg>
        <pc:spChg chg="add mod">
          <ac:chgData name="Olha Kuklieva" userId="8058d566-3e94-4190-bb8d-b787b7329c88" providerId="ADAL" clId="{82B65C56-0DDA-4F6B-BC61-117E65D91B3A}" dt="2019-10-31T13:21:56.198" v="58"/>
          <ac:spMkLst>
            <pc:docMk/>
            <pc:sldMk cId="1483906705" sldId="1236"/>
            <ac:spMk id="4" creationId="{9C0E98AF-C5CD-4FAB-A01E-D24E37D15F8E}"/>
          </ac:spMkLst>
        </pc:spChg>
        <pc:spChg chg="add mod">
          <ac:chgData name="Olha Kuklieva" userId="8058d566-3e94-4190-bb8d-b787b7329c88" providerId="ADAL" clId="{82B65C56-0DDA-4F6B-BC61-117E65D91B3A}" dt="2019-10-31T13:21:56.198" v="58"/>
          <ac:spMkLst>
            <pc:docMk/>
            <pc:sldMk cId="1483906705" sldId="1236"/>
            <ac:spMk id="5" creationId="{2D815465-9810-4297-B7C7-CB93EFFC3510}"/>
          </ac:spMkLst>
        </pc:spChg>
      </pc:sldChg>
      <pc:sldChg chg="delSp add">
        <pc:chgData name="Olha Kuklieva" userId="8058d566-3e94-4190-bb8d-b787b7329c88" providerId="ADAL" clId="{82B65C56-0DDA-4F6B-BC61-117E65D91B3A}" dt="2019-10-31T13:22:04.395" v="60"/>
        <pc:sldMkLst>
          <pc:docMk/>
          <pc:sldMk cId="1744341630" sldId="1237"/>
        </pc:sldMkLst>
        <pc:spChg chg="del">
          <ac:chgData name="Olha Kuklieva" userId="8058d566-3e94-4190-bb8d-b787b7329c88" providerId="ADAL" clId="{82B65C56-0DDA-4F6B-BC61-117E65D91B3A}" dt="2019-10-31T13:22:04.395" v="60"/>
          <ac:spMkLst>
            <pc:docMk/>
            <pc:sldMk cId="1744341630" sldId="1237"/>
            <ac:spMk id="2" creationId="{1498270B-F795-4657-B078-0A65B2F27EA8}"/>
          </ac:spMkLst>
        </pc:spChg>
        <pc:spChg chg="del">
          <ac:chgData name="Olha Kuklieva" userId="8058d566-3e94-4190-bb8d-b787b7329c88" providerId="ADAL" clId="{82B65C56-0DDA-4F6B-BC61-117E65D91B3A}" dt="2019-10-31T13:22:04.395" v="60"/>
          <ac:spMkLst>
            <pc:docMk/>
            <pc:sldMk cId="1744341630" sldId="1237"/>
            <ac:spMk id="3" creationId="{73635B2F-3EEC-4D33-BAC8-1F7FD7E72004}"/>
          </ac:spMkLst>
        </pc:spChg>
      </pc:sldChg>
      <pc:sldChg chg="addSp modSp add">
        <pc:chgData name="Olha Kuklieva" userId="8058d566-3e94-4190-bb8d-b787b7329c88" providerId="ADAL" clId="{82B65C56-0DDA-4F6B-BC61-117E65D91B3A}" dt="2019-10-31T13:22:12.857" v="62"/>
        <pc:sldMkLst>
          <pc:docMk/>
          <pc:sldMk cId="2199953829" sldId="1238"/>
        </pc:sldMkLst>
        <pc:spChg chg="add mod">
          <ac:chgData name="Olha Kuklieva" userId="8058d566-3e94-4190-bb8d-b787b7329c88" providerId="ADAL" clId="{82B65C56-0DDA-4F6B-BC61-117E65D91B3A}" dt="2019-10-31T13:22:12.857" v="62"/>
          <ac:spMkLst>
            <pc:docMk/>
            <pc:sldMk cId="2199953829" sldId="1238"/>
            <ac:spMk id="2" creationId="{8C88C5F5-6CB3-4FAC-992E-C7AF0C1AEAA9}"/>
          </ac:spMkLst>
        </pc:spChg>
        <pc:spChg chg="add mod">
          <ac:chgData name="Olha Kuklieva" userId="8058d566-3e94-4190-bb8d-b787b7329c88" providerId="ADAL" clId="{82B65C56-0DDA-4F6B-BC61-117E65D91B3A}" dt="2019-10-31T13:22:12.857" v="62"/>
          <ac:spMkLst>
            <pc:docMk/>
            <pc:sldMk cId="2199953829" sldId="1238"/>
            <ac:spMk id="3" creationId="{84A8E77E-B539-4F18-9F02-51D8362FC622}"/>
          </ac:spMkLst>
        </pc:spChg>
        <pc:spChg chg="add mod">
          <ac:chgData name="Olha Kuklieva" userId="8058d566-3e94-4190-bb8d-b787b7329c88" providerId="ADAL" clId="{82B65C56-0DDA-4F6B-BC61-117E65D91B3A}" dt="2019-10-31T13:22:12.857" v="62"/>
          <ac:spMkLst>
            <pc:docMk/>
            <pc:sldMk cId="2199953829" sldId="1238"/>
            <ac:spMk id="4" creationId="{7F538B34-5B01-4C18-9A86-345B2E5C88AA}"/>
          </ac:spMkLst>
        </pc:spChg>
      </pc:sldChg>
      <pc:sldChg chg="del ord">
        <pc:chgData name="Olha Kuklieva" userId="8058d566-3e94-4190-bb8d-b787b7329c88" providerId="ADAL" clId="{82B65C56-0DDA-4F6B-BC61-117E65D91B3A}" dt="2019-10-31T13:25:54.534" v="66" actId="2696"/>
        <pc:sldMkLst>
          <pc:docMk/>
          <pc:sldMk cId="1639771642" sldId="1239"/>
        </pc:sldMkLst>
      </pc:sldChg>
      <pc:sldChg chg="del ord">
        <pc:chgData name="Olha Kuklieva" userId="8058d566-3e94-4190-bb8d-b787b7329c88" providerId="ADAL" clId="{82B65C56-0DDA-4F6B-BC61-117E65D91B3A}" dt="2019-10-31T13:25:54.541" v="67" actId="2696"/>
        <pc:sldMkLst>
          <pc:docMk/>
          <pc:sldMk cId="671565239" sldId="1240"/>
        </pc:sldMkLst>
      </pc:sldChg>
      <pc:sldMasterChg chg="modSldLayout">
        <pc:chgData name="Olha Kuklieva" userId="8058d566-3e94-4190-bb8d-b787b7329c88" providerId="ADAL" clId="{82B65C56-0DDA-4F6B-BC61-117E65D91B3A}" dt="2019-10-31T13:20:21.167" v="32"/>
        <pc:sldMasterMkLst>
          <pc:docMk/>
          <pc:sldMasterMk cId="3674229508" sldId="2147484777"/>
        </pc:sldMasterMkLst>
        <pc:sldLayoutChg chg="addSp delSp">
          <pc:chgData name="Olha Kuklieva" userId="8058d566-3e94-4190-bb8d-b787b7329c88" providerId="ADAL" clId="{82B65C56-0DDA-4F6B-BC61-117E65D91B3A}" dt="2019-10-31T13:20:21.167" v="32"/>
          <pc:sldLayoutMkLst>
            <pc:docMk/>
            <pc:sldMasterMk cId="3674229508" sldId="2147484777"/>
            <pc:sldLayoutMk cId="103784457" sldId="2147484780"/>
          </pc:sldLayoutMkLst>
          <pc:spChg chg="del">
            <ac:chgData name="Olha Kuklieva" userId="8058d566-3e94-4190-bb8d-b787b7329c88" providerId="ADAL" clId="{82B65C56-0DDA-4F6B-BC61-117E65D91B3A}" dt="2019-10-31T13:20:20.660" v="31" actId="478"/>
            <ac:spMkLst>
              <pc:docMk/>
              <pc:sldMasterMk cId="3674229508" sldId="2147484777"/>
              <pc:sldLayoutMk cId="103784457" sldId="2147484780"/>
              <ac:spMk id="7" creationId="{00000000-0000-0000-0000-000000000000}"/>
            </ac:spMkLst>
          </pc:spChg>
          <pc:spChg chg="add">
            <ac:chgData name="Olha Kuklieva" userId="8058d566-3e94-4190-bb8d-b787b7329c88" providerId="ADAL" clId="{82B65C56-0DDA-4F6B-BC61-117E65D91B3A}" dt="2019-10-31T13:20:21.167" v="32"/>
            <ac:spMkLst>
              <pc:docMk/>
              <pc:sldMasterMk cId="3674229508" sldId="2147484777"/>
              <pc:sldLayoutMk cId="103784457" sldId="2147484780"/>
              <ac:spMk id="10" creationId="{7E951F8F-95DA-4545-9B7B-92CF0D985F6F}"/>
            </ac:spMkLst>
          </pc:spChg>
        </pc:sldLayoutChg>
      </pc:sldMasterChg>
      <pc:sldMasterChg chg="modSldLayout">
        <pc:chgData name="Olha Kuklieva" userId="8058d566-3e94-4190-bb8d-b787b7329c88" providerId="ADAL" clId="{82B65C56-0DDA-4F6B-BC61-117E65D91B3A}" dt="2019-10-31T13:20:02.333" v="28" actId="1076"/>
        <pc:sldMasterMkLst>
          <pc:docMk/>
          <pc:sldMasterMk cId="341790936" sldId="2147484789"/>
        </pc:sldMasterMkLst>
        <pc:sldLayoutChg chg="modSp">
          <pc:chgData name="Olha Kuklieva" userId="8058d566-3e94-4190-bb8d-b787b7329c88" providerId="ADAL" clId="{82B65C56-0DDA-4F6B-BC61-117E65D91B3A}" dt="2019-10-31T13:20:02.333" v="28" actId="1076"/>
          <pc:sldLayoutMkLst>
            <pc:docMk/>
            <pc:sldMasterMk cId="341790936" sldId="2147484789"/>
            <pc:sldLayoutMk cId="3124640893" sldId="2147484792"/>
          </pc:sldLayoutMkLst>
          <pc:spChg chg="mod">
            <ac:chgData name="Olha Kuklieva" userId="8058d566-3e94-4190-bb8d-b787b7329c88" providerId="ADAL" clId="{82B65C56-0DDA-4F6B-BC61-117E65D91B3A}" dt="2019-10-31T13:19:18.002" v="5" actId="20577"/>
            <ac:spMkLst>
              <pc:docMk/>
              <pc:sldMasterMk cId="341790936" sldId="2147484789"/>
              <pc:sldLayoutMk cId="3124640893" sldId="2147484792"/>
              <ac:spMk id="3" creationId="{00000000-0000-0000-0000-000000000000}"/>
            </ac:spMkLst>
          </pc:spChg>
          <pc:spChg chg="mod">
            <ac:chgData name="Olha Kuklieva" userId="8058d566-3e94-4190-bb8d-b787b7329c88" providerId="ADAL" clId="{82B65C56-0DDA-4F6B-BC61-117E65D91B3A}" dt="2019-10-31T13:20:02.333" v="28" actId="1076"/>
            <ac:spMkLst>
              <pc:docMk/>
              <pc:sldMasterMk cId="341790936" sldId="2147484789"/>
              <pc:sldLayoutMk cId="3124640893" sldId="2147484792"/>
              <ac:spMk id="7" creationId="{00000000-0000-0000-0000-000000000000}"/>
            </ac:spMkLst>
          </pc:spChg>
        </pc:sldLayoutChg>
      </pc:sldMasterChg>
      <pc:sldMasterChg chg="modSldLayout">
        <pc:chgData name="Olha Kuklieva" userId="8058d566-3e94-4190-bb8d-b787b7329c88" providerId="ADAL" clId="{82B65C56-0DDA-4F6B-BC61-117E65D91B3A}" dt="2019-10-31T13:20:08.977" v="30"/>
        <pc:sldMasterMkLst>
          <pc:docMk/>
          <pc:sldMasterMk cId="3849270835" sldId="2147484842"/>
        </pc:sldMasterMkLst>
        <pc:sldLayoutChg chg="addSp delSp">
          <pc:chgData name="Olha Kuklieva" userId="8058d566-3e94-4190-bb8d-b787b7329c88" providerId="ADAL" clId="{82B65C56-0DDA-4F6B-BC61-117E65D91B3A}" dt="2019-10-31T13:20:08.977" v="30"/>
          <pc:sldLayoutMkLst>
            <pc:docMk/>
            <pc:sldMasterMk cId="3849270835" sldId="2147484842"/>
            <pc:sldLayoutMk cId="2933953185" sldId="2147484850"/>
          </pc:sldLayoutMkLst>
          <pc:spChg chg="add">
            <ac:chgData name="Olha Kuklieva" userId="8058d566-3e94-4190-bb8d-b787b7329c88" providerId="ADAL" clId="{82B65C56-0DDA-4F6B-BC61-117E65D91B3A}" dt="2019-10-31T13:20:08.977" v="30"/>
            <ac:spMkLst>
              <pc:docMk/>
              <pc:sldMasterMk cId="3849270835" sldId="2147484842"/>
              <pc:sldLayoutMk cId="2933953185" sldId="2147484850"/>
              <ac:spMk id="6" creationId="{6DDF5AB6-195E-47F9-91E3-98E599C01EFB}"/>
            </ac:spMkLst>
          </pc:spChg>
          <pc:spChg chg="del">
            <ac:chgData name="Olha Kuklieva" userId="8058d566-3e94-4190-bb8d-b787b7329c88" providerId="ADAL" clId="{82B65C56-0DDA-4F6B-BC61-117E65D91B3A}" dt="2019-10-31T13:20:08.389" v="29" actId="478"/>
            <ac:spMkLst>
              <pc:docMk/>
              <pc:sldMasterMk cId="3849270835" sldId="2147484842"/>
              <pc:sldLayoutMk cId="2933953185" sldId="2147484850"/>
              <ac:spMk id="7" creationId="{00000000-0000-0000-0000-000000000000}"/>
            </ac:spMkLst>
          </pc:spChg>
        </pc:sldLayoutChg>
      </pc:sldMasterChg>
    </pc:docChg>
  </pc:docChgLst>
  <pc:docChgLst>
    <pc:chgData name="Briana Mendoza" userId="c91bfef7-954f-4b54-95a0-187db890a228" providerId="ADAL" clId="{DE0A7EBB-A71E-E244-9638-CA7B1C0FB579}"/>
    <pc:docChg chg="addSld modSld">
      <pc:chgData name="Briana Mendoza" userId="c91bfef7-954f-4b54-95a0-187db890a228" providerId="ADAL" clId="{DE0A7EBB-A71E-E244-9638-CA7B1C0FB579}" dt="2020-02-11T15:37:01.634" v="2"/>
      <pc:docMkLst>
        <pc:docMk/>
      </pc:docMkLst>
      <pc:sldChg chg="addSp delSp modSp add">
        <pc:chgData name="Briana Mendoza" userId="c91bfef7-954f-4b54-95a0-187db890a228" providerId="ADAL" clId="{DE0A7EBB-A71E-E244-9638-CA7B1C0FB579}" dt="2020-02-11T15:37:01.634" v="2"/>
        <pc:sldMkLst>
          <pc:docMk/>
          <pc:sldMk cId="801574221" sldId="1239"/>
        </pc:sldMkLst>
        <pc:spChg chg="del">
          <ac:chgData name="Briana Mendoza" userId="c91bfef7-954f-4b54-95a0-187db890a228" providerId="ADAL" clId="{DE0A7EBB-A71E-E244-9638-CA7B1C0FB579}" dt="2020-02-11T15:36:41.101" v="1"/>
          <ac:spMkLst>
            <pc:docMk/>
            <pc:sldMk cId="801574221" sldId="1239"/>
            <ac:spMk id="2" creationId="{74E54B86-7300-084E-A2EA-4C64CC1F82ED}"/>
          </ac:spMkLst>
        </pc:spChg>
        <pc:spChg chg="del">
          <ac:chgData name="Briana Mendoza" userId="c91bfef7-954f-4b54-95a0-187db890a228" providerId="ADAL" clId="{DE0A7EBB-A71E-E244-9638-CA7B1C0FB579}" dt="2020-02-11T15:36:41.101" v="1"/>
          <ac:spMkLst>
            <pc:docMk/>
            <pc:sldMk cId="801574221" sldId="1239"/>
            <ac:spMk id="3" creationId="{2AC26678-36D1-1940-989C-87092E5FFD6F}"/>
          </ac:spMkLst>
        </pc:spChg>
        <pc:spChg chg="add del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4" creationId="{40755D8C-6560-E04B-A898-B88A03B4DA47}"/>
          </ac:spMkLst>
        </pc:spChg>
        <pc:spChg chg="add del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5" creationId="{EA190C6B-83CF-FA44-B2A2-0FC1B75C04A6}"/>
          </ac:spMkLst>
        </pc:spChg>
        <pc:spChg chg="add del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6" creationId="{8E679A29-6F90-6C4C-970A-85B34E6A8B5C}"/>
          </ac:spMkLst>
        </pc:spChg>
        <pc:spChg chg="add del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7" creationId="{E541A164-7EC1-2246-A6BF-402A097BD6ED}"/>
          </ac:spMkLst>
        </pc:spChg>
        <pc:spChg chg="add del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8" creationId="{F64460B3-2375-9D4D-8234-4174BC3B6295}"/>
          </ac:spMkLst>
        </pc:spChg>
        <pc:spChg chg="add del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9" creationId="{18176AEF-88AB-C24B-8F30-A8413B879A09}"/>
          </ac:spMkLst>
        </pc:spChg>
        <pc:spChg chg="add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10" creationId="{FE6F92B3-0A64-344F-AACB-4E6E187DC37E}"/>
          </ac:spMkLst>
        </pc:spChg>
        <pc:spChg chg="add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11" creationId="{C4182C9D-1897-824D-B491-0F7A8B610D23}"/>
          </ac:spMkLst>
        </pc:spChg>
        <pc:spChg chg="add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12" creationId="{0BB31010-45BB-7746-BE81-D42559C95C3A}"/>
          </ac:spMkLst>
        </pc:spChg>
        <pc:spChg chg="add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13" creationId="{D89F69B0-8928-7C44-AAF4-023C48E652CF}"/>
          </ac:spMkLst>
        </pc:spChg>
        <pc:spChg chg="add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14" creationId="{16B6D339-815F-5140-BA2E-F4D179F7E23F}"/>
          </ac:spMkLst>
        </pc:spChg>
        <pc:spChg chg="add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15" creationId="{3028D1EB-7057-3649-9CA8-4717FC9099A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746818D-8EB4-40E0-B412-1AB8722040CC}" type="datetimeFigureOut">
              <a:rPr lang="en-GB"/>
              <a:pPr>
                <a:defRPr/>
              </a:pPr>
              <a:t>07/09/2020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7524555-7A4A-402C-AA8C-9E148724DB5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55913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7524555-7A4A-402C-AA8C-9E148724DB57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9304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LIDE-GRADIENT-1">
    <p:bg>
      <p:bgPr>
        <a:gradFill>
          <a:gsLst>
            <a:gs pos="0">
              <a:schemeClr val="accent6"/>
            </a:gs>
            <a:gs pos="30000">
              <a:schemeClr val="accent6"/>
            </a:gs>
            <a:gs pos="100000">
              <a:schemeClr val="accent4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5915025"/>
            <a:ext cx="3467100" cy="2952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by Speaker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CF45043-0DF6-7844-A454-194D648F9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  <p:sp>
        <p:nvSpPr>
          <p:cNvPr id="10" name="Title 8">
            <a:extLst>
              <a:ext uri="{FF2B5EF4-FFF2-40B4-BE49-F238E27FC236}">
                <a16:creationId xmlns="" xmlns:a16="http://schemas.microsoft.com/office/drawing/2014/main" id="{353C5CCE-34CF-4745-B8D7-AF744DB56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208308" y="174928"/>
            <a:ext cx="12390783" cy="668307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ts val="11000"/>
              </a:lnSpc>
              <a:defRPr sz="1500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</a:t>
            </a:r>
            <a:r>
              <a:rPr lang="uk-UA"/>
              <a:t/>
            </a:r>
            <a:br>
              <a:rPr lang="uk-UA"/>
            </a:br>
            <a:r>
              <a:rPr lang="en-US"/>
              <a:t>TO</a:t>
            </a:r>
            <a:r>
              <a:rPr lang="uk-UA"/>
              <a:t> </a:t>
            </a:r>
            <a:r>
              <a:rPr lang="en-US"/>
              <a:t>BE</a:t>
            </a:r>
            <a:r>
              <a:rPr lang="uk-UA"/>
              <a:t> </a:t>
            </a:r>
            <a:r>
              <a:rPr lang="en-US"/>
              <a:t>CAPI</a:t>
            </a:r>
            <a:r>
              <a:rPr lang="uk-UA"/>
              <a:t/>
            </a:r>
            <a:br>
              <a:rPr lang="uk-UA"/>
            </a:br>
            <a:r>
              <a:rPr lang="en-US"/>
              <a:t>TALIZED</a:t>
            </a:r>
          </a:p>
        </p:txBody>
      </p:sp>
    </p:spTree>
    <p:extLst>
      <p:ext uri="{BB962C8B-B14F-4D97-AF65-F5344CB8AC3E}">
        <p14:creationId xmlns:p14="http://schemas.microsoft.com/office/powerpoint/2010/main" val="8165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-SLIDE-GRADIENT-2">
    <p:bg>
      <p:bgPr>
        <a:gradFill>
          <a:gsLst>
            <a:gs pos="0">
              <a:schemeClr val="accent6"/>
            </a:gs>
            <a:gs pos="30000">
              <a:schemeClr val="accent6"/>
            </a:gs>
            <a:gs pos="100000">
              <a:schemeClr val="accent4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85801" y="685799"/>
            <a:ext cx="10820400" cy="480060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lnSpc>
                <a:spcPts val="11000"/>
              </a:lnSpc>
              <a:defRPr sz="12500">
                <a:solidFill>
                  <a:schemeClr val="tx1"/>
                </a:solidFill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4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5915025"/>
            <a:ext cx="3467100" cy="2952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by Speaker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19906801-963A-2748-A48D-2607EEFEA3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92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-ONE-COLUMN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9CC0A6A9-FB31-4A19-A170-D23A18C938E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30000">
                <a:schemeClr val="accent6"/>
              </a:gs>
              <a:gs pos="100000">
                <a:schemeClr val="accent4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" name="Rectangle 2"/>
          <p:cNvSpPr/>
          <p:nvPr userDrawn="1"/>
        </p:nvSpPr>
        <p:spPr>
          <a:xfrm>
            <a:off x="0" y="1744980"/>
            <a:ext cx="12192000" cy="51130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1750" y="5906728"/>
            <a:ext cx="154184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84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R ICONS">
    <p:bg>
      <p:bgPr>
        <a:gradFill>
          <a:gsLst>
            <a:gs pos="0">
              <a:schemeClr val="accent6"/>
            </a:gs>
            <a:gs pos="30000">
              <a:schemeClr val="accent6"/>
            </a:gs>
            <a:gs pos="100000">
              <a:schemeClr val="accent4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1pPr>
            <a:lvl2pPr marL="457200" indent="0">
              <a:buNone/>
              <a:defRPr sz="18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2pPr>
            <a:lvl3pPr marL="914400" indent="0">
              <a:buNone/>
              <a:defRPr sz="16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3pPr>
            <a:lvl4pPr marL="1371600" indent="0">
              <a:buNone/>
              <a:defRPr sz="14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4pPr>
            <a:lvl5pPr marL="1828800" indent="0">
              <a:buNone/>
              <a:defRPr sz="12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151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1pPr>
            <a:lvl2pPr marL="457200" indent="0">
              <a:buNone/>
              <a:defRPr sz="18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2pPr>
            <a:lvl3pPr marL="914400" indent="0">
              <a:buNone/>
              <a:defRPr sz="16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3pPr>
            <a:lvl4pPr marL="1371600" indent="0">
              <a:buNone/>
              <a:defRPr sz="14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4pPr>
            <a:lvl5pPr marL="1828800" indent="0">
              <a:buNone/>
              <a:defRPr sz="12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5045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_GRADIENT">
    <p:bg>
      <p:bgPr>
        <a:gradFill>
          <a:gsLst>
            <a:gs pos="0">
              <a:schemeClr val="accent6"/>
            </a:gs>
            <a:gs pos="30000">
              <a:schemeClr val="accent6"/>
            </a:gs>
            <a:gs pos="100000">
              <a:schemeClr val="accent4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21C47469-3B03-E44C-89B5-F697BC2200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872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TWO-COLUMNS-GRADIENT">
    <p:bg>
      <p:bgPr>
        <a:gradFill>
          <a:gsLst>
            <a:gs pos="0">
              <a:schemeClr val="accent6"/>
            </a:gs>
            <a:gs pos="30000">
              <a:schemeClr val="accent6"/>
            </a:gs>
            <a:gs pos="100000">
              <a:schemeClr val="accent4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5174998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6330696" y="2057400"/>
            <a:ext cx="5175504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7914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THREE-COLUMNS-GRADIENT">
    <p:bg>
      <p:bgPr>
        <a:gradFill>
          <a:gsLst>
            <a:gs pos="0">
              <a:schemeClr val="accent6"/>
            </a:gs>
            <a:gs pos="30000">
              <a:schemeClr val="accent6"/>
            </a:gs>
            <a:gs pos="100000">
              <a:schemeClr val="accent4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34671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4363212" y="2057400"/>
            <a:ext cx="3465576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8039100" y="2057400"/>
            <a:ext cx="34671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743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DESCRIPTION-SIDETEXT-GRADIENT">
    <p:bg>
      <p:bgPr>
        <a:gradFill>
          <a:gsLst>
            <a:gs pos="0">
              <a:schemeClr val="accent6"/>
            </a:gs>
            <a:gs pos="30000">
              <a:schemeClr val="accent6"/>
            </a:gs>
            <a:gs pos="100000">
              <a:schemeClr val="accent4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4381500" y="1382486"/>
            <a:ext cx="7124700" cy="410391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85800" y="1382486"/>
            <a:ext cx="3467100" cy="1913709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</a:t>
            </a:r>
            <a:r>
              <a:rPr lang="uk-UA"/>
              <a:t/>
            </a:r>
            <a:br>
              <a:rPr lang="uk-UA"/>
            </a:br>
            <a:r>
              <a:rPr lang="en-US"/>
              <a:t>BE CAPITA</a:t>
            </a:r>
            <a:r>
              <a:rPr lang="uk-UA"/>
              <a:t/>
            </a:r>
            <a:br>
              <a:rPr lang="uk-UA"/>
            </a:br>
            <a:r>
              <a:rPr lang="en-US"/>
              <a:t>LIZED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3429001"/>
            <a:ext cx="3467100" cy="20574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</p:spTree>
    <p:extLst>
      <p:ext uri="{BB962C8B-B14F-4D97-AF65-F5344CB8AC3E}">
        <p14:creationId xmlns:p14="http://schemas.microsoft.com/office/powerpoint/2010/main" val="3179948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-LEFT-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10300" y="2743200"/>
            <a:ext cx="5295900" cy="27432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210300" y="1371601"/>
            <a:ext cx="5295900" cy="1371600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2959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9239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-SIDETEXT-PROCESS-GRADIENT">
    <p:bg>
      <p:bgPr>
        <a:gradFill>
          <a:gsLst>
            <a:gs pos="0">
              <a:schemeClr val="accent6"/>
            </a:gs>
            <a:gs pos="30000">
              <a:schemeClr val="accent6"/>
            </a:gs>
            <a:gs pos="100000">
              <a:schemeClr val="accent4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2057400"/>
            <a:ext cx="1981200" cy="685801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2895600" y="2057400"/>
            <a:ext cx="1981200" cy="685801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  <p:sp>
        <p:nvSpPr>
          <p:cNvPr id="23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105400" y="2057401"/>
            <a:ext cx="1981200" cy="685800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  <p:sp>
        <p:nvSpPr>
          <p:cNvPr id="24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7315200" y="2057400"/>
            <a:ext cx="1981200" cy="685801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  <p:sp>
        <p:nvSpPr>
          <p:cNvPr id="25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9525000" y="2057401"/>
            <a:ext cx="1981200" cy="685800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B4B68A2E-49F8-4BDA-BD1A-4881693365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</p:spTree>
    <p:extLst>
      <p:ext uri="{BB962C8B-B14F-4D97-AF65-F5344CB8AC3E}">
        <p14:creationId xmlns:p14="http://schemas.microsoft.com/office/powerpoint/2010/main" val="2905492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ONE-COLUMN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1pPr>
            <a:lvl2pPr marL="457200" indent="0">
              <a:buNone/>
              <a:defRPr sz="18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2pPr>
            <a:lvl3pPr marL="914400" indent="0">
              <a:buNone/>
              <a:defRPr sz="16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3pPr>
            <a:lvl4pPr marL="1371600" indent="0">
              <a:buNone/>
              <a:defRPr sz="14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4pPr>
            <a:lvl5pPr marL="1828800" indent="0">
              <a:buNone/>
              <a:defRPr sz="12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0" i="0">
                <a:solidFill>
                  <a:prstClr val="black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668672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LIDE-GRADIENT-1">
    <p:bg>
      <p:bgPr>
        <a:gradFill flip="none" rotWithShape="1">
          <a:gsLst>
            <a:gs pos="0">
              <a:srgbClr val="8F2585"/>
            </a:gs>
            <a:gs pos="100000">
              <a:srgbClr val="F26D26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5915025"/>
            <a:ext cx="3467100" cy="2952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by Speaker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CF45043-0DF6-7844-A454-194D648F9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  <p:sp>
        <p:nvSpPr>
          <p:cNvPr id="10" name="Title 8">
            <a:extLst>
              <a:ext uri="{FF2B5EF4-FFF2-40B4-BE49-F238E27FC236}">
                <a16:creationId xmlns="" xmlns:a16="http://schemas.microsoft.com/office/drawing/2014/main" id="{353C5CCE-34CF-4745-B8D7-AF744DB56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208308" y="174928"/>
            <a:ext cx="12390783" cy="668307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ts val="11000"/>
              </a:lnSpc>
              <a:defRPr sz="1500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</a:t>
            </a:r>
            <a:r>
              <a:rPr lang="uk-UA"/>
              <a:t/>
            </a:r>
            <a:br>
              <a:rPr lang="uk-UA"/>
            </a:br>
            <a:r>
              <a:rPr lang="en-US"/>
              <a:t>TO</a:t>
            </a:r>
            <a:r>
              <a:rPr lang="uk-UA"/>
              <a:t> </a:t>
            </a:r>
            <a:r>
              <a:rPr lang="en-US"/>
              <a:t>BE</a:t>
            </a:r>
            <a:r>
              <a:rPr lang="uk-UA"/>
              <a:t> </a:t>
            </a:r>
            <a:r>
              <a:rPr lang="en-US"/>
              <a:t>CAPI</a:t>
            </a:r>
            <a:r>
              <a:rPr lang="uk-UA"/>
              <a:t/>
            </a:r>
            <a:br>
              <a:rPr lang="uk-UA"/>
            </a:br>
            <a:r>
              <a:rPr lang="en-US"/>
              <a:t>TALIZED</a:t>
            </a:r>
          </a:p>
        </p:txBody>
      </p:sp>
    </p:spTree>
    <p:extLst>
      <p:ext uri="{BB962C8B-B14F-4D97-AF65-F5344CB8AC3E}">
        <p14:creationId xmlns:p14="http://schemas.microsoft.com/office/powerpoint/2010/main" val="41998886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-SLIDE-GRADIENT-2">
    <p:bg>
      <p:bgPr>
        <a:gradFill>
          <a:gsLst>
            <a:gs pos="0">
              <a:srgbClr val="8F2585"/>
            </a:gs>
            <a:gs pos="100000">
              <a:srgbClr val="F26D26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85801" y="685799"/>
            <a:ext cx="10820400" cy="480060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lnSpc>
                <a:spcPts val="11000"/>
              </a:lnSpc>
              <a:defRPr sz="12500">
                <a:solidFill>
                  <a:schemeClr val="tx1"/>
                </a:solidFill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4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5915025"/>
            <a:ext cx="3467100" cy="2952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by Speaker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19906801-963A-2748-A48D-2607EEFEA3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7657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-ONE-COLUMN-DARK">
    <p:bg>
      <p:bgPr>
        <a:gradFill>
          <a:gsLst>
            <a:gs pos="0">
              <a:srgbClr val="8F2585"/>
            </a:gs>
            <a:gs pos="100000">
              <a:srgbClr val="F26D26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1744980"/>
            <a:ext cx="12192000" cy="51130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1750" y="5906728"/>
            <a:ext cx="154184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6408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ICONS">
    <p:bg>
      <p:bgPr>
        <a:gradFill>
          <a:gsLst>
            <a:gs pos="0">
              <a:srgbClr val="8F2585"/>
            </a:gs>
            <a:gs pos="100000">
              <a:srgbClr val="F26D26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1pPr>
            <a:lvl2pPr marL="457200" indent="0">
              <a:buNone/>
              <a:defRPr sz="18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2pPr>
            <a:lvl3pPr marL="914400" indent="0">
              <a:buNone/>
              <a:defRPr sz="16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3pPr>
            <a:lvl4pPr marL="1371600" indent="0">
              <a:buNone/>
              <a:defRPr sz="14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4pPr>
            <a:lvl5pPr marL="1828800" indent="0">
              <a:buNone/>
              <a:defRPr sz="12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70443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R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1pPr>
            <a:lvl2pPr marL="457200" indent="0">
              <a:buNone/>
              <a:defRPr sz="18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2pPr>
            <a:lvl3pPr marL="914400" indent="0">
              <a:buNone/>
              <a:defRPr sz="16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3pPr>
            <a:lvl4pPr marL="1371600" indent="0">
              <a:buNone/>
              <a:defRPr sz="14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4pPr>
            <a:lvl5pPr marL="1828800" indent="0">
              <a:buNone/>
              <a:defRPr sz="12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422737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_GRADIENT">
    <p:bg>
      <p:bgPr>
        <a:gradFill>
          <a:gsLst>
            <a:gs pos="0">
              <a:srgbClr val="8F2585"/>
            </a:gs>
            <a:gs pos="100000">
              <a:srgbClr val="F26D26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21C47469-3B03-E44C-89B5-F697BC2200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6676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TWO-COLUMNS-GRADIENT">
    <p:bg>
      <p:bgPr>
        <a:gradFill>
          <a:gsLst>
            <a:gs pos="0">
              <a:srgbClr val="8F2585"/>
            </a:gs>
            <a:gs pos="100000">
              <a:srgbClr val="F26D26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5174998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6330696" y="2057400"/>
            <a:ext cx="5175504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63711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THREE-COLUMNS-GRADIENT">
    <p:bg>
      <p:bgPr>
        <a:gradFill>
          <a:gsLst>
            <a:gs pos="0">
              <a:srgbClr val="8F2585"/>
            </a:gs>
            <a:gs pos="100000">
              <a:srgbClr val="F26D26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34671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4363212" y="2057400"/>
            <a:ext cx="3465576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8039100" y="2057400"/>
            <a:ext cx="34671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572389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DESCRIPTION-SIDETEXT-GRADIENT">
    <p:bg>
      <p:bgPr>
        <a:gradFill>
          <a:gsLst>
            <a:gs pos="0">
              <a:srgbClr val="8F2585"/>
            </a:gs>
            <a:gs pos="100000">
              <a:srgbClr val="F26D26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4381500" y="1382486"/>
            <a:ext cx="7124700" cy="410391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85800" y="1382486"/>
            <a:ext cx="3467100" cy="1913709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</a:t>
            </a:r>
            <a:r>
              <a:rPr lang="uk-UA"/>
              <a:t/>
            </a:r>
            <a:br>
              <a:rPr lang="uk-UA"/>
            </a:br>
            <a:r>
              <a:rPr lang="en-US"/>
              <a:t>BE CAPITA</a:t>
            </a:r>
            <a:r>
              <a:rPr lang="uk-UA"/>
              <a:t/>
            </a:r>
            <a:br>
              <a:rPr lang="uk-UA"/>
            </a:br>
            <a:r>
              <a:rPr lang="en-US"/>
              <a:t>LIZED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3429001"/>
            <a:ext cx="3467100" cy="20574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</p:spTree>
    <p:extLst>
      <p:ext uri="{BB962C8B-B14F-4D97-AF65-F5344CB8AC3E}">
        <p14:creationId xmlns:p14="http://schemas.microsoft.com/office/powerpoint/2010/main" val="32967322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-LEFT-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10300" y="2743200"/>
            <a:ext cx="5295900" cy="27432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210300" y="1371601"/>
            <a:ext cx="5295900" cy="1371600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2959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082367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-SIDETEXT-PROCESS-GRADIENT">
    <p:bg>
      <p:bgPr>
        <a:gradFill>
          <a:gsLst>
            <a:gs pos="0">
              <a:srgbClr val="8F2585"/>
            </a:gs>
            <a:gs pos="100000">
              <a:srgbClr val="F26D26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2057400"/>
            <a:ext cx="1981200" cy="685801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2895600" y="2057400"/>
            <a:ext cx="1981200" cy="685801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  <p:sp>
        <p:nvSpPr>
          <p:cNvPr id="23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105400" y="2057401"/>
            <a:ext cx="1981200" cy="685800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  <p:sp>
        <p:nvSpPr>
          <p:cNvPr id="24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7315200" y="2057400"/>
            <a:ext cx="1981200" cy="685801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  <p:sp>
        <p:nvSpPr>
          <p:cNvPr id="25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9525000" y="2057401"/>
            <a:ext cx="1981200" cy="685800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B4B68A2E-49F8-4BDA-BD1A-4881693365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</p:spTree>
    <p:extLst>
      <p:ext uri="{BB962C8B-B14F-4D97-AF65-F5344CB8AC3E}">
        <p14:creationId xmlns:p14="http://schemas.microsoft.com/office/powerpoint/2010/main" val="36662433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-SLIDE-DARK-1">
    <p:bg>
      <p:bgPr>
        <a:gradFill flip="none" rotWithShape="1">
          <a:gsLst>
            <a:gs pos="98000">
              <a:srgbClr val="00BCDE"/>
            </a:gs>
            <a:gs pos="1000">
              <a:srgbClr val="562D7F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-208308" y="174928"/>
            <a:ext cx="12390783" cy="5459753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ts val="10500"/>
              </a:lnSpc>
              <a:defRPr sz="15000">
                <a:solidFill>
                  <a:schemeClr val="tx1"/>
                </a:solidFill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</a:t>
            </a:r>
            <a:r>
              <a:rPr lang="uk-UA"/>
              <a:t/>
            </a:r>
            <a:br>
              <a:rPr lang="uk-UA"/>
            </a:br>
            <a:r>
              <a:rPr lang="en-US"/>
              <a:t>TO</a:t>
            </a:r>
            <a:r>
              <a:rPr lang="uk-UA"/>
              <a:t> </a:t>
            </a:r>
            <a:r>
              <a:rPr lang="en-US"/>
              <a:t>BE</a:t>
            </a:r>
            <a:r>
              <a:rPr lang="uk-UA"/>
              <a:t> </a:t>
            </a:r>
            <a:r>
              <a:rPr lang="en-US"/>
              <a:t>CAPI</a:t>
            </a:r>
            <a:r>
              <a:rPr lang="uk-UA"/>
              <a:t/>
            </a:r>
            <a:br>
              <a:rPr lang="uk-UA"/>
            </a:br>
            <a:r>
              <a:rPr lang="en-US"/>
              <a:t>TALIZED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5915025"/>
            <a:ext cx="3467100" cy="2952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by Speaker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CF45043-0DF6-7844-A454-194D648F9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9706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LIDE-DARK-2">
    <p:bg>
      <p:bgPr>
        <a:gradFill flip="none" rotWithShape="1">
          <a:gsLst>
            <a:gs pos="98000">
              <a:srgbClr val="00BCDE"/>
            </a:gs>
            <a:gs pos="1000">
              <a:srgbClr val="562D7F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85801" y="685799"/>
            <a:ext cx="10820400" cy="480060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lnSpc>
                <a:spcPts val="11000"/>
              </a:lnSpc>
              <a:defRPr sz="12500">
                <a:solidFill>
                  <a:schemeClr val="tx1"/>
                </a:solidFill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4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5915025"/>
            <a:ext cx="3467100" cy="2952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by Speaker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19906801-963A-2748-A48D-2607EEFEA3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4854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-ONE-COLUMN-DARK">
    <p:bg>
      <p:bgPr>
        <a:gradFill flip="none" rotWithShape="1">
          <a:gsLst>
            <a:gs pos="0">
              <a:schemeClr val="accent6"/>
            </a:gs>
            <a:gs pos="30000">
              <a:schemeClr val="accent6"/>
            </a:gs>
            <a:gs pos="100000">
              <a:srgbClr val="7030A0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1744980"/>
            <a:ext cx="12192000" cy="51130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1750" y="5906728"/>
            <a:ext cx="1541845" cy="265471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="" xmlns:a16="http://schemas.microsoft.com/office/drawing/2014/main" id="{6DDF5AB6-195E-47F9-91E3-98E599C01E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39531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-ONE-COLUMN-DARK">
    <p:bg>
      <p:bgPr>
        <a:gradFill flip="none" rotWithShape="1">
          <a:gsLst>
            <a:gs pos="98000">
              <a:srgbClr val="00BCDE"/>
            </a:gs>
            <a:gs pos="1000">
              <a:srgbClr val="562D7F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320D1B1E-8401-8049-8729-0C74A6C192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6307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OR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1pPr>
            <a:lvl2pPr marL="457200" indent="0">
              <a:buNone/>
              <a:defRPr sz="18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2pPr>
            <a:lvl3pPr marL="914400" indent="0">
              <a:buNone/>
              <a:defRPr sz="16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3pPr>
            <a:lvl4pPr marL="1371600" indent="0">
              <a:buNone/>
              <a:defRPr sz="14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4pPr>
            <a:lvl5pPr marL="1828800" indent="0">
              <a:buNone/>
              <a:defRPr sz="12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7272068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gradFill flip="none" rotWithShape="1">
          <a:gsLst>
            <a:gs pos="98000">
              <a:srgbClr val="00BCDE"/>
            </a:gs>
            <a:gs pos="1000">
              <a:srgbClr val="562D7F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5631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-TWO-COLUMNS-GRADIENT">
    <p:bg>
      <p:bgPr>
        <a:gradFill flip="none" rotWithShape="1">
          <a:gsLst>
            <a:gs pos="98000">
              <a:srgbClr val="00BCDE"/>
            </a:gs>
            <a:gs pos="1000">
              <a:srgbClr val="562D7F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5174998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6330696" y="2057400"/>
            <a:ext cx="5175504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11217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-THREE-COLUMNS-GRADIENT">
    <p:bg>
      <p:bgPr>
        <a:gradFill flip="none" rotWithShape="1">
          <a:gsLst>
            <a:gs pos="98000">
              <a:srgbClr val="00BCDE"/>
            </a:gs>
            <a:gs pos="1000">
              <a:srgbClr val="562D7F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34671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4363212" y="2057400"/>
            <a:ext cx="3465576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8039100" y="2057400"/>
            <a:ext cx="34671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86831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-DESCRIPTION-SIDETEXT-GRADIENT">
    <p:bg>
      <p:bgPr>
        <a:gradFill flip="none" rotWithShape="1">
          <a:gsLst>
            <a:gs pos="98000">
              <a:srgbClr val="00BCDE"/>
            </a:gs>
            <a:gs pos="1000">
              <a:srgbClr val="562D7F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4381500" y="1382486"/>
            <a:ext cx="7124700" cy="410391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85800" y="1382486"/>
            <a:ext cx="3467100" cy="1913709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</a:t>
            </a:r>
            <a:r>
              <a:rPr lang="uk-UA"/>
              <a:t/>
            </a:r>
            <a:br>
              <a:rPr lang="uk-UA"/>
            </a:br>
            <a:r>
              <a:rPr lang="en-US"/>
              <a:t>BE CAPITA</a:t>
            </a:r>
            <a:r>
              <a:rPr lang="uk-UA"/>
              <a:t/>
            </a:r>
            <a:br>
              <a:rPr lang="uk-UA"/>
            </a:br>
            <a:r>
              <a:rPr lang="en-US"/>
              <a:t>LIZED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3429001"/>
            <a:ext cx="3467100" cy="20574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</p:spTree>
    <p:extLst>
      <p:ext uri="{BB962C8B-B14F-4D97-AF65-F5344CB8AC3E}">
        <p14:creationId xmlns:p14="http://schemas.microsoft.com/office/powerpoint/2010/main" val="252088563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-LEFT-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10300" y="2743200"/>
            <a:ext cx="5295900" cy="27432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210300" y="1371601"/>
            <a:ext cx="5295900" cy="1371600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2959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885753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TIMELINE-DARK">
    <p:bg>
      <p:bgPr>
        <a:gradFill flip="none" rotWithShape="1">
          <a:gsLst>
            <a:gs pos="98000">
              <a:srgbClr val="00BCDE"/>
            </a:gs>
            <a:gs pos="1000">
              <a:srgbClr val="562D7F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205740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-28575" y="2743200"/>
            <a:ext cx="1225296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 userDrawn="1"/>
        </p:nvSpPr>
        <p:spPr>
          <a:xfrm>
            <a:off x="617220" y="2674620"/>
            <a:ext cx="137160" cy="1371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6" name="Oval 25"/>
          <p:cNvSpPr/>
          <p:nvPr userDrawn="1"/>
        </p:nvSpPr>
        <p:spPr>
          <a:xfrm>
            <a:off x="2827020" y="2674620"/>
            <a:ext cx="137160" cy="1371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Oval 26"/>
          <p:cNvSpPr/>
          <p:nvPr userDrawn="1"/>
        </p:nvSpPr>
        <p:spPr>
          <a:xfrm>
            <a:off x="5036820" y="2674620"/>
            <a:ext cx="137160" cy="1371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8" name="Oval 27"/>
          <p:cNvSpPr/>
          <p:nvPr userDrawn="1"/>
        </p:nvSpPr>
        <p:spPr>
          <a:xfrm>
            <a:off x="7246620" y="2674620"/>
            <a:ext cx="137160" cy="1371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Oval 28"/>
          <p:cNvSpPr/>
          <p:nvPr userDrawn="1"/>
        </p:nvSpPr>
        <p:spPr>
          <a:xfrm>
            <a:off x="9456420" y="2674620"/>
            <a:ext cx="137160" cy="1371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2895600" y="205740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</a:t>
            </a:r>
          </a:p>
        </p:txBody>
      </p:sp>
      <p:sp>
        <p:nvSpPr>
          <p:cNvPr id="3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114925" y="2057400"/>
            <a:ext cx="1466850" cy="809897"/>
          </a:xfrm>
          <a:prstGeom prst="rect">
            <a:avLst/>
          </a:prstGeom>
          <a:noFill/>
          <a:ln>
            <a:noFill/>
          </a:ln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7315200" y="205740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</a:t>
            </a:r>
          </a:p>
        </p:txBody>
      </p:sp>
      <p:sp>
        <p:nvSpPr>
          <p:cNvPr id="33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534525" y="207645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</a:t>
            </a:r>
          </a:p>
        </p:txBody>
      </p:sp>
      <p:sp>
        <p:nvSpPr>
          <p:cNvPr id="34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3076575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</a:t>
            </a:r>
          </a:p>
        </p:txBody>
      </p:sp>
      <p:sp>
        <p:nvSpPr>
          <p:cNvPr id="35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2895600" y="3076575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</a:t>
            </a:r>
          </a:p>
        </p:txBody>
      </p:sp>
      <p:sp>
        <p:nvSpPr>
          <p:cNvPr id="36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5114925" y="3076574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</a:t>
            </a:r>
          </a:p>
        </p:txBody>
      </p:sp>
      <p:sp>
        <p:nvSpPr>
          <p:cNvPr id="37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7315200" y="3076575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</a:t>
            </a:r>
          </a:p>
        </p:txBody>
      </p:sp>
      <p:sp>
        <p:nvSpPr>
          <p:cNvPr id="3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515475" y="3076574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="" xmlns:a16="http://schemas.microsoft.com/office/drawing/2014/main" id="{D2C70A87-6824-3248-B448-307E7C5BC0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028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2295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778" r:id="rId1"/>
    <p:sldLayoutId id="2147484779" r:id="rId2"/>
    <p:sldLayoutId id="2147484780" r:id="rId3"/>
    <p:sldLayoutId id="2147484802" r:id="rId4"/>
    <p:sldLayoutId id="2147484781" r:id="rId5"/>
    <p:sldLayoutId id="2147484782" r:id="rId6"/>
    <p:sldLayoutId id="2147484783" r:id="rId7"/>
    <p:sldLayoutId id="2147484784" r:id="rId8"/>
    <p:sldLayoutId id="2147484785" r:id="rId9"/>
    <p:sldLayoutId id="2147484786" r:id="rId10"/>
    <p:sldLayoutId id="2147484787" r:id="rId11"/>
    <p:sldLayoutId id="214748478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432">
          <p15:clr>
            <a:srgbClr val="F26B43"/>
          </p15:clr>
        </p15:guide>
        <p15:guide id="4" pos="7248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orient="horz" pos="864">
          <p15:clr>
            <a:srgbClr val="F26B43"/>
          </p15:clr>
        </p15:guide>
        <p15:guide id="7" orient="horz" pos="3456">
          <p15:clr>
            <a:srgbClr val="F26B43"/>
          </p15:clr>
        </p15:guide>
        <p15:guide id="8" orient="horz" pos="3888">
          <p15:clr>
            <a:srgbClr val="F26B43"/>
          </p15:clr>
        </p15:guide>
        <p15:guide id="9" pos="1680">
          <p15:clr>
            <a:srgbClr val="F26B43"/>
          </p15:clr>
        </p15:guide>
        <p15:guide id="10" pos="1824">
          <p15:clr>
            <a:srgbClr val="F26B43"/>
          </p15:clr>
        </p15:guide>
        <p15:guide id="11" pos="2616">
          <p15:clr>
            <a:srgbClr val="F26B43"/>
          </p15:clr>
        </p15:guide>
        <p15:guide id="12" pos="3072">
          <p15:clr>
            <a:srgbClr val="F26B43"/>
          </p15:clr>
        </p15:guide>
        <p15:guide id="13" pos="2760">
          <p15:clr>
            <a:srgbClr val="F26B43"/>
          </p15:clr>
        </p15:guide>
        <p15:guide id="14" pos="3216">
          <p15:clr>
            <a:srgbClr val="F26B43"/>
          </p15:clr>
        </p15:guide>
        <p15:guide id="15" pos="4464">
          <p15:clr>
            <a:srgbClr val="F26B43"/>
          </p15:clr>
        </p15:guide>
        <p15:guide id="16" pos="4608">
          <p15:clr>
            <a:srgbClr val="F26B43"/>
          </p15:clr>
        </p15:guide>
        <p15:guide id="17" pos="4920">
          <p15:clr>
            <a:srgbClr val="F26B43"/>
          </p15:clr>
        </p15:guide>
        <p15:guide id="18" pos="5064">
          <p15:clr>
            <a:srgbClr val="F26B43"/>
          </p15:clr>
        </p15:guide>
        <p15:guide id="19" pos="5856">
          <p15:clr>
            <a:srgbClr val="F26B43"/>
          </p15:clr>
        </p15:guide>
        <p15:guide id="20" pos="6000">
          <p15:clr>
            <a:srgbClr val="F26B43"/>
          </p15:clr>
        </p15:guide>
        <p15:guide id="21" orient="horz" pos="1296">
          <p15:clr>
            <a:srgbClr val="F26B43"/>
          </p15:clr>
        </p15:guide>
        <p15:guide id="22" orient="horz" pos="1728">
          <p15:clr>
            <a:srgbClr val="F26B43"/>
          </p15:clr>
        </p15:guide>
        <p15:guide id="23" pos="3768">
          <p15:clr>
            <a:srgbClr val="F26B43"/>
          </p15:clr>
        </p15:guide>
        <p15:guide id="24" pos="39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909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790" r:id="rId1"/>
    <p:sldLayoutId id="2147484791" r:id="rId2"/>
    <p:sldLayoutId id="2147484792" r:id="rId3"/>
    <p:sldLayoutId id="2147484793" r:id="rId4"/>
    <p:sldLayoutId id="2147484803" r:id="rId5"/>
    <p:sldLayoutId id="2147484794" r:id="rId6"/>
    <p:sldLayoutId id="2147484795" r:id="rId7"/>
    <p:sldLayoutId id="2147484796" r:id="rId8"/>
    <p:sldLayoutId id="2147484797" r:id="rId9"/>
    <p:sldLayoutId id="2147484798" r:id="rId10"/>
    <p:sldLayoutId id="21474847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432">
          <p15:clr>
            <a:srgbClr val="F26B43"/>
          </p15:clr>
        </p15:guide>
        <p15:guide id="4" pos="7248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orient="horz" pos="864">
          <p15:clr>
            <a:srgbClr val="F26B43"/>
          </p15:clr>
        </p15:guide>
        <p15:guide id="7" orient="horz" pos="3456">
          <p15:clr>
            <a:srgbClr val="F26B43"/>
          </p15:clr>
        </p15:guide>
        <p15:guide id="8" orient="horz" pos="3888">
          <p15:clr>
            <a:srgbClr val="F26B43"/>
          </p15:clr>
        </p15:guide>
        <p15:guide id="9" pos="1680">
          <p15:clr>
            <a:srgbClr val="F26B43"/>
          </p15:clr>
        </p15:guide>
        <p15:guide id="10" pos="1824">
          <p15:clr>
            <a:srgbClr val="F26B43"/>
          </p15:clr>
        </p15:guide>
        <p15:guide id="11" pos="2616">
          <p15:clr>
            <a:srgbClr val="F26B43"/>
          </p15:clr>
        </p15:guide>
        <p15:guide id="12" pos="3072">
          <p15:clr>
            <a:srgbClr val="F26B43"/>
          </p15:clr>
        </p15:guide>
        <p15:guide id="13" pos="2760">
          <p15:clr>
            <a:srgbClr val="F26B43"/>
          </p15:clr>
        </p15:guide>
        <p15:guide id="14" pos="3216">
          <p15:clr>
            <a:srgbClr val="F26B43"/>
          </p15:clr>
        </p15:guide>
        <p15:guide id="15" pos="4464">
          <p15:clr>
            <a:srgbClr val="F26B43"/>
          </p15:clr>
        </p15:guide>
        <p15:guide id="16" pos="4608">
          <p15:clr>
            <a:srgbClr val="F26B43"/>
          </p15:clr>
        </p15:guide>
        <p15:guide id="17" pos="4920">
          <p15:clr>
            <a:srgbClr val="F26B43"/>
          </p15:clr>
        </p15:guide>
        <p15:guide id="18" pos="5064">
          <p15:clr>
            <a:srgbClr val="F26B43"/>
          </p15:clr>
        </p15:guide>
        <p15:guide id="19" pos="5856">
          <p15:clr>
            <a:srgbClr val="F26B43"/>
          </p15:clr>
        </p15:guide>
        <p15:guide id="20" pos="6000">
          <p15:clr>
            <a:srgbClr val="F26B43"/>
          </p15:clr>
        </p15:guide>
        <p15:guide id="21" orient="horz" pos="1296">
          <p15:clr>
            <a:srgbClr val="F26B43"/>
          </p15:clr>
        </p15:guide>
        <p15:guide id="22" orient="horz" pos="1728">
          <p15:clr>
            <a:srgbClr val="F26B43"/>
          </p15:clr>
        </p15:guide>
        <p15:guide id="23" pos="3768">
          <p15:clr>
            <a:srgbClr val="F26B43"/>
          </p15:clr>
        </p15:guide>
        <p15:guide id="24" pos="3912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2708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844" r:id="rId1"/>
    <p:sldLayoutId id="2147484845" r:id="rId2"/>
    <p:sldLayoutId id="2147484850" r:id="rId3"/>
    <p:sldLayoutId id="2147484849" r:id="rId4"/>
    <p:sldLayoutId id="2147484853" r:id="rId5"/>
    <p:sldLayoutId id="2147484854" r:id="rId6"/>
    <p:sldLayoutId id="2147484855" r:id="rId7"/>
    <p:sldLayoutId id="2147484856" r:id="rId8"/>
    <p:sldLayoutId id="2147484857" r:id="rId9"/>
    <p:sldLayoutId id="2147484858" r:id="rId10"/>
    <p:sldLayoutId id="214748485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432">
          <p15:clr>
            <a:srgbClr val="F26B43"/>
          </p15:clr>
        </p15:guide>
        <p15:guide id="4" pos="7248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orient="horz" pos="864">
          <p15:clr>
            <a:srgbClr val="F26B43"/>
          </p15:clr>
        </p15:guide>
        <p15:guide id="7" orient="horz" pos="3456">
          <p15:clr>
            <a:srgbClr val="F26B43"/>
          </p15:clr>
        </p15:guide>
        <p15:guide id="8" orient="horz" pos="3888">
          <p15:clr>
            <a:srgbClr val="F26B43"/>
          </p15:clr>
        </p15:guide>
        <p15:guide id="9" pos="1680">
          <p15:clr>
            <a:srgbClr val="F26B43"/>
          </p15:clr>
        </p15:guide>
        <p15:guide id="10" pos="1824">
          <p15:clr>
            <a:srgbClr val="F26B43"/>
          </p15:clr>
        </p15:guide>
        <p15:guide id="11" pos="2616">
          <p15:clr>
            <a:srgbClr val="F26B43"/>
          </p15:clr>
        </p15:guide>
        <p15:guide id="12" pos="3072">
          <p15:clr>
            <a:srgbClr val="F26B43"/>
          </p15:clr>
        </p15:guide>
        <p15:guide id="13" pos="2760">
          <p15:clr>
            <a:srgbClr val="F26B43"/>
          </p15:clr>
        </p15:guide>
        <p15:guide id="14" pos="3216">
          <p15:clr>
            <a:srgbClr val="F26B43"/>
          </p15:clr>
        </p15:guide>
        <p15:guide id="15" pos="4464">
          <p15:clr>
            <a:srgbClr val="F26B43"/>
          </p15:clr>
        </p15:guide>
        <p15:guide id="16" pos="4608">
          <p15:clr>
            <a:srgbClr val="F26B43"/>
          </p15:clr>
        </p15:guide>
        <p15:guide id="17" pos="4920">
          <p15:clr>
            <a:srgbClr val="F26B43"/>
          </p15:clr>
        </p15:guide>
        <p15:guide id="18" pos="5064">
          <p15:clr>
            <a:srgbClr val="F26B43"/>
          </p15:clr>
        </p15:guide>
        <p15:guide id="19" pos="5856">
          <p15:clr>
            <a:srgbClr val="F26B43"/>
          </p15:clr>
        </p15:guide>
        <p15:guide id="20" pos="6000">
          <p15:clr>
            <a:srgbClr val="F26B43"/>
          </p15:clr>
        </p15:guide>
        <p15:guide id="21" orient="horz" pos="1296">
          <p15:clr>
            <a:srgbClr val="F26B43"/>
          </p15:clr>
        </p15:guide>
        <p15:guide id="22" orient="horz" pos="1728">
          <p15:clr>
            <a:srgbClr val="F26B43"/>
          </p15:clr>
        </p15:guide>
        <p15:guide id="23" pos="3768">
          <p15:clr>
            <a:srgbClr val="F26B43"/>
          </p15:clr>
        </p15:guide>
        <p15:guide id="24" pos="3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JavaScript/Reference/Global_Objects/TypeError" TargetMode="External"/><Relationship Id="rId2" Type="http://schemas.openxmlformats.org/officeDocument/2006/relationships/hyperlink" Target="https://developer.mozilla.org/en-US/docs/Web/JavaScript/Reference/Operators/new" TargetMode="External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F314A52-F715-4894-9739-384FC308533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US" b="1" dirty="0"/>
              <a:t>JavaScript </a:t>
            </a:r>
            <a:r>
              <a:rPr lang="en-US" b="1" dirty="0" smtClean="0"/>
              <a:t>EcmaScript2015 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6BFCD7C-0C79-467A-9369-0675D4B541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By </a:t>
            </a:r>
            <a:r>
              <a:rPr lang="en-US" dirty="0" err="1" smtClean="0"/>
              <a:t>Yuliia</a:t>
            </a:r>
            <a:r>
              <a:rPr lang="en-US" dirty="0" smtClean="0"/>
              <a:t> </a:t>
            </a:r>
            <a:r>
              <a:rPr lang="en-US" dirty="0" err="1" smtClean="0"/>
              <a:t>Tsurkan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001193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31" y="204897"/>
            <a:ext cx="10686198" cy="632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347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E7799C24-7F17-4319-B7A6-4385F217E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Babel 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="" xmlns:a16="http://schemas.microsoft.com/office/drawing/2014/main" id="{BB481E08-7C2D-4866-9DA7-E948FC06EE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5800" y="1839036"/>
            <a:ext cx="10820400" cy="3429000"/>
          </a:xfrm>
        </p:spPr>
        <p:txBody>
          <a:bodyPr/>
          <a:lstStyle/>
          <a:p>
            <a:r>
              <a:rPr lang="en-US" dirty="0"/>
              <a:t>We will be using Babel (babeljs.io) to convert new JavaScript to ES5. </a:t>
            </a:r>
          </a:p>
          <a:p>
            <a:r>
              <a:rPr lang="en-US" dirty="0"/>
              <a:t>To install it:</a:t>
            </a:r>
          </a:p>
          <a:p>
            <a:pPr marL="457156" lvl="1"/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npm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install --save-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dev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babel-cli babel-preset-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env</a:t>
            </a:r>
            <a:endParaRPr lang="en-US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dirty="0"/>
              <a:t>Create file .</a:t>
            </a:r>
            <a:r>
              <a:rPr lang="en-US" dirty="0" err="1"/>
              <a:t>babelrc</a:t>
            </a:r>
            <a:endParaRPr lang="en-US" dirty="0"/>
          </a:p>
          <a:p>
            <a:pPr marL="457156" lvl="1"/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pPr marL="457156" lvl="1"/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 "presets": ["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env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"]</a:t>
            </a:r>
          </a:p>
          <a:p>
            <a:pPr marL="457156" lvl="1"/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/>
              <a:t>Add entry to "</a:t>
            </a:r>
            <a:r>
              <a:rPr lang="en-US" dirty="0">
                <a:latin typeface="Consolas" panose="020B0609020204030204" pitchFamily="49" charset="0"/>
              </a:rPr>
              <a:t>scripts</a:t>
            </a:r>
            <a:r>
              <a:rPr lang="en-US" dirty="0"/>
              <a:t>" section of </a:t>
            </a:r>
            <a:r>
              <a:rPr lang="en-US" dirty="0" err="1"/>
              <a:t>package.json</a:t>
            </a:r>
            <a:r>
              <a:rPr lang="en-US" dirty="0"/>
              <a:t> file:</a:t>
            </a:r>
          </a:p>
          <a:p>
            <a:pPr marL="457156" lvl="1"/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"babel": "babel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src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-d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dist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"</a:t>
            </a:r>
          </a:p>
          <a:p>
            <a:r>
              <a:rPr lang="en-US" dirty="0" smtClean="0"/>
              <a:t>To </a:t>
            </a:r>
            <a:r>
              <a:rPr lang="en-US" dirty="0"/>
              <a:t>run </a:t>
            </a:r>
            <a:r>
              <a:rPr lang="en-US" dirty="0" err="1"/>
              <a:t>transpilation</a:t>
            </a:r>
            <a:r>
              <a:rPr lang="en-US" dirty="0"/>
              <a:t> process use the following command:</a:t>
            </a:r>
          </a:p>
          <a:p>
            <a:pPr marL="457156" lvl="1"/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npm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run babel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883235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189648" y="1079296"/>
            <a:ext cx="8172716" cy="120032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uk-UA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36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const</a:t>
            </a:r>
            <a:r>
              <a:rPr kumimoji="0" lang="uk-UA" altLang="uk-UA" sz="36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3600" b="1" i="1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message</a:t>
            </a:r>
            <a:r>
              <a:rPr kumimoji="0" lang="uk-UA" altLang="uk-UA" sz="36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 </a:t>
            </a:r>
            <a:r>
              <a:rPr kumimoji="0" lang="uk-UA" altLang="uk-UA" sz="36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`</a:t>
            </a:r>
            <a:r>
              <a:rPr kumimoji="0" lang="uk-UA" altLang="uk-UA" sz="3600" b="1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Hello</a:t>
            </a:r>
            <a:r>
              <a:rPr kumimoji="0" lang="uk-UA" altLang="uk-UA" sz="36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3600" b="1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World</a:t>
            </a:r>
            <a:r>
              <a:rPr kumimoji="0" lang="uk-UA" altLang="uk-UA" sz="36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`</a:t>
            </a:r>
            <a:r>
              <a:rPr kumimoji="0" lang="uk-UA" altLang="uk-UA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br>
              <a:rPr kumimoji="0" lang="uk-UA" altLang="uk-UA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uk-UA" altLang="uk-UA" sz="3600" b="1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console</a:t>
            </a:r>
            <a:r>
              <a:rPr kumimoji="0" lang="uk-UA" altLang="uk-UA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kumimoji="0" lang="uk-UA" altLang="uk-UA" sz="3600" b="0" i="0" u="none" strike="noStrike" cap="none" normalizeH="0" baseline="0" dirty="0">
                <a:ln>
                  <a:noFill/>
                </a:ln>
                <a:solidFill>
                  <a:srgbClr val="7A7A43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log</a:t>
            </a:r>
            <a:r>
              <a:rPr kumimoji="0" lang="uk-UA" altLang="uk-UA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3600" b="1" i="1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message</a:t>
            </a:r>
            <a:r>
              <a:rPr kumimoji="0" lang="uk-UA" altLang="uk-UA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  <a:endParaRPr lang="en-US" altLang="uk-UA" sz="3600" dirty="0">
              <a:solidFill>
                <a:srgbClr val="00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ctangle 4"/>
          <p:cNvSpPr/>
          <p:nvPr/>
        </p:nvSpPr>
        <p:spPr>
          <a:xfrm>
            <a:off x="1189648" y="399413"/>
            <a:ext cx="3666916" cy="6549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uk-UA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dirty="0" err="1"/>
              <a:t>src</a:t>
            </a:r>
            <a:r>
              <a:rPr lang="en-US" sz="3600" dirty="0"/>
              <a:t>/sample.js:</a:t>
            </a:r>
            <a:endParaRPr lang="uk-UA" sz="36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189648" y="4636192"/>
            <a:ext cx="8172716" cy="1754326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uk-UA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36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3600" b="1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use</a:t>
            </a:r>
            <a:r>
              <a:rPr kumimoji="0" lang="uk-UA" altLang="uk-UA" sz="36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3600" b="1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strict</a:t>
            </a:r>
            <a:r>
              <a:rPr kumimoji="0" lang="uk-UA" altLang="uk-UA" sz="36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br>
              <a:rPr kumimoji="0" lang="uk-UA" altLang="uk-UA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uk-UA" altLang="uk-UA" sz="36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var</a:t>
            </a:r>
            <a:r>
              <a:rPr kumimoji="0" lang="uk-UA" altLang="uk-UA" sz="3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3600" b="1" i="1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message</a:t>
            </a:r>
            <a:r>
              <a:rPr kumimoji="0" lang="uk-UA" altLang="uk-UA" sz="36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 </a:t>
            </a:r>
            <a:r>
              <a:rPr kumimoji="0" lang="uk-UA" altLang="uk-UA" sz="36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3600" b="1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Hello</a:t>
            </a:r>
            <a:r>
              <a:rPr kumimoji="0" lang="uk-UA" altLang="uk-UA" sz="36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3600" b="1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World</a:t>
            </a:r>
            <a:r>
              <a:rPr kumimoji="0" lang="uk-UA" altLang="uk-UA" sz="36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br>
              <a:rPr kumimoji="0" lang="uk-UA" altLang="uk-UA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uk-UA" altLang="uk-UA" sz="3600" b="1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console</a:t>
            </a:r>
            <a:r>
              <a:rPr kumimoji="0" lang="uk-UA" altLang="uk-UA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kumimoji="0" lang="uk-UA" altLang="uk-UA" sz="3600" b="0" i="0" u="none" strike="noStrike" cap="none" normalizeH="0" baseline="0" dirty="0">
                <a:ln>
                  <a:noFill/>
                </a:ln>
                <a:solidFill>
                  <a:srgbClr val="7A7A43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log</a:t>
            </a:r>
            <a:r>
              <a:rPr kumimoji="0" lang="uk-UA" altLang="uk-UA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3600" b="1" i="1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message</a:t>
            </a:r>
            <a:r>
              <a:rPr kumimoji="0" lang="uk-UA" altLang="uk-UA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6"/>
          <p:cNvSpPr/>
          <p:nvPr/>
        </p:nvSpPr>
        <p:spPr>
          <a:xfrm>
            <a:off x="1189648" y="4011077"/>
            <a:ext cx="3454311" cy="625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uk-UA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dirty="0" err="1"/>
              <a:t>dist</a:t>
            </a:r>
            <a:r>
              <a:rPr lang="en-US" sz="3600" dirty="0"/>
              <a:t>/sample.js:</a:t>
            </a:r>
            <a:endParaRPr lang="uk-UA" sz="3600" dirty="0"/>
          </a:p>
        </p:txBody>
      </p:sp>
      <p:sp>
        <p:nvSpPr>
          <p:cNvPr id="7" name="Стрелка вниз 6"/>
          <p:cNvSpPr/>
          <p:nvPr/>
        </p:nvSpPr>
        <p:spPr>
          <a:xfrm>
            <a:off x="5273881" y="2481206"/>
            <a:ext cx="3458561" cy="209425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err="1"/>
              <a:t>npm</a:t>
            </a:r>
            <a:r>
              <a:rPr lang="en-US" sz="3600" dirty="0"/>
              <a:t> run babel</a:t>
            </a:r>
            <a:endParaRPr lang="uk-UA" sz="3600" dirty="0"/>
          </a:p>
        </p:txBody>
      </p:sp>
    </p:spTree>
    <p:extLst>
      <p:ext uri="{BB962C8B-B14F-4D97-AF65-F5344CB8AC3E}">
        <p14:creationId xmlns:p14="http://schemas.microsoft.com/office/powerpoint/2010/main" val="3633172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E7799C24-7F17-4319-B7A6-4385F217E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sz="2800" dirty="0" err="1" smtClean="0"/>
              <a:t>vs</a:t>
            </a:r>
            <a:r>
              <a:rPr lang="en-US" dirty="0" smtClean="0"/>
              <a:t> let </a:t>
            </a:r>
            <a:r>
              <a:rPr lang="en-US" dirty="0"/>
              <a:t>/ </a:t>
            </a:r>
            <a:r>
              <a:rPr lang="en-US" dirty="0" err="1"/>
              <a:t>const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="" xmlns:a16="http://schemas.microsoft.com/office/drawing/2014/main" id="{BB481E08-7C2D-4866-9DA7-E948FC06EE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indent="457200"/>
            <a:r>
              <a:rPr lang="en-US" dirty="0"/>
              <a:t>In ES6, you can additionally declare variables via let and const. Such variables are block-scoped ( ...{ } ), their scopes are the innermost enclosing blocks. let is roughly a block-scoped version of var. </a:t>
            </a:r>
            <a:r>
              <a:rPr lang="en-US" dirty="0" err="1" smtClean="0"/>
              <a:t>const</a:t>
            </a:r>
            <a:r>
              <a:rPr lang="en-US" dirty="0" smtClean="0"/>
              <a:t> </a:t>
            </a:r>
            <a:r>
              <a:rPr lang="en-US" dirty="0"/>
              <a:t>works like let, but creates variables whose values can’t be </a:t>
            </a:r>
            <a:r>
              <a:rPr lang="en-US" dirty="0" smtClean="0"/>
              <a:t>changed.</a:t>
            </a:r>
            <a:endParaRPr lang="en-US" dirty="0"/>
          </a:p>
          <a:p>
            <a:pPr indent="457200"/>
            <a:r>
              <a:rPr lang="en-US" u="sng" dirty="0" smtClean="0"/>
              <a:t>Best Practice:</a:t>
            </a:r>
            <a:endParaRPr lang="en-US" u="sng" dirty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Use</a:t>
            </a:r>
            <a:r>
              <a:rPr lang="en-US" dirty="0"/>
              <a:t> </a:t>
            </a:r>
            <a:r>
              <a:rPr lang="en-US" i="1" dirty="0" err="1"/>
              <a:t>const</a:t>
            </a:r>
            <a:r>
              <a:rPr lang="en-US" dirty="0"/>
              <a:t> by default.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Use </a:t>
            </a:r>
            <a:r>
              <a:rPr lang="en-US" i="1" dirty="0"/>
              <a:t>let</a:t>
            </a:r>
            <a:r>
              <a:rPr lang="en-US" dirty="0"/>
              <a:t> if you have to rebind a variable.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Avoid </a:t>
            </a:r>
            <a:r>
              <a:rPr lang="en-US" i="1" dirty="0"/>
              <a:t>var</a:t>
            </a:r>
            <a:r>
              <a:rPr lang="en-US" dirty="0"/>
              <a:t>.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929071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E7799C24-7F17-4319-B7A6-4385F217E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HOISTING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="" xmlns:a16="http://schemas.microsoft.com/office/drawing/2014/main" id="{BB481E08-7C2D-4866-9DA7-E948FC06EE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001301" y="2139286"/>
            <a:ext cx="4681183" cy="3429000"/>
          </a:xfrm>
        </p:spPr>
        <p:txBody>
          <a:bodyPr/>
          <a:lstStyle/>
          <a:p>
            <a:pPr indent="457200"/>
            <a:r>
              <a:rPr lang="en-US" dirty="0"/>
              <a:t>Hoisting is a JavaScript mechanism where variables and function declarations are moved to the top of their scope before code execution</a:t>
            </a:r>
            <a:r>
              <a:rPr lang="en-US" dirty="0" smtClean="0"/>
              <a:t>.</a:t>
            </a:r>
            <a:endParaRPr lang="uk-UA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19" y="2139286"/>
            <a:ext cx="5792008" cy="420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71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09" y="232132"/>
            <a:ext cx="5562039" cy="5963952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0675" y="950385"/>
            <a:ext cx="6506483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947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95" y="116074"/>
            <a:ext cx="12039405" cy="5397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011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E7799C24-7F17-4319-B7A6-4385F217E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Template Literals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="" xmlns:a16="http://schemas.microsoft.com/office/drawing/2014/main" id="{BB481E08-7C2D-4866-9DA7-E948FC06EE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5800" y="2057400"/>
            <a:ext cx="10820400" cy="1231710"/>
          </a:xfrm>
        </p:spPr>
        <p:txBody>
          <a:bodyPr/>
          <a:lstStyle/>
          <a:p>
            <a:r>
              <a:rPr lang="en-US" dirty="0"/>
              <a:t>Template literals are string literals that can be multi-line and allow embedded expressions. </a:t>
            </a:r>
          </a:p>
          <a:p>
            <a:r>
              <a:rPr lang="en-US" dirty="0"/>
              <a:t>They are enclosed by the back-tick (` ) (grave accent) character instead of double or single quotes. </a:t>
            </a:r>
          </a:p>
          <a:p>
            <a:endParaRPr lang="uk-UA" dirty="0"/>
          </a:p>
          <a:p>
            <a:endParaRPr lang="uk-UA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85800" y="3637387"/>
            <a:ext cx="7028427" cy="55399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5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const</a:t>
            </a:r>
            <a:r>
              <a:rPr kumimoji="0" lang="uk-UA" altLang="uk-UA" sz="15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500" b="1" i="1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markup</a:t>
            </a:r>
            <a:r>
              <a:rPr kumimoji="0" lang="uk-UA" altLang="uk-UA" sz="15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 </a:t>
            </a:r>
            <a:r>
              <a:rPr kumimoji="0" lang="uk-UA" altLang="uk-UA" sz="15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`&lt;h1&gt;</a:t>
            </a:r>
            <a:r>
              <a:rPr kumimoji="0" lang="uk-UA" altLang="uk-UA" sz="1500" b="1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Multi-line</a:t>
            </a:r>
            <a:r>
              <a:rPr kumimoji="0" lang="uk-UA" altLang="uk-UA" sz="15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&lt;/h1&gt;</a:t>
            </a:r>
            <a:br>
              <a:rPr kumimoji="0" lang="uk-UA" altLang="uk-UA" sz="15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uk-UA" altLang="uk-UA" sz="15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            &lt;p&gt;</a:t>
            </a:r>
            <a:r>
              <a:rPr kumimoji="0" lang="en-US" altLang="uk-UA" sz="15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template</a:t>
            </a:r>
            <a:r>
              <a:rPr kumimoji="0" lang="uk-UA" altLang="uk-UA" sz="15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500" b="1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literal</a:t>
            </a:r>
            <a:r>
              <a:rPr kumimoji="0" lang="uk-UA" altLang="uk-UA" sz="15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&lt;/p&gt;`</a:t>
            </a:r>
            <a:r>
              <a:rPr kumimoji="0" lang="uk-UA" altLang="uk-UA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endParaRPr kumimoji="0" lang="uk-UA" altLang="uk-UA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685801" y="4747156"/>
            <a:ext cx="9409549" cy="107721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const</a:t>
            </a:r>
            <a:r>
              <a:rPr kumimoji="0" lang="uk-UA" altLang="uk-UA" sz="16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1" i="1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name</a:t>
            </a:r>
            <a:r>
              <a:rPr kumimoji="0" lang="uk-UA" altLang="uk-UA" sz="16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 </a:t>
            </a:r>
            <a:r>
              <a:rPr kumimoji="0" lang="uk-UA" altLang="uk-UA" sz="16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kumimoji="0" lang="uk-UA" altLang="uk-UA" sz="1600" b="1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John</a:t>
            </a:r>
            <a:r>
              <a:rPr kumimoji="0" lang="uk-UA" altLang="uk-UA" sz="16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b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uk-UA" altLang="uk-UA" sz="16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const</a:t>
            </a:r>
            <a:r>
              <a:rPr kumimoji="0" lang="uk-UA" altLang="uk-UA" sz="16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1" i="1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age</a:t>
            </a:r>
            <a:r>
              <a:rPr kumimoji="0" lang="uk-UA" altLang="uk-UA" sz="16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 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42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b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uk-UA" altLang="uk-UA" sz="1600" b="1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console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7A7A43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log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16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`</a:t>
            </a:r>
            <a:r>
              <a:rPr kumimoji="0" lang="uk-UA" altLang="uk-UA" sz="1600" b="1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Hello</a:t>
            </a:r>
            <a:r>
              <a:rPr kumimoji="0" lang="uk-UA" altLang="uk-UA" sz="16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${</a:t>
            </a:r>
            <a:r>
              <a:rPr kumimoji="0" lang="uk-UA" altLang="uk-UA" sz="1600" b="1" i="1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name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  <a:r>
              <a:rPr kumimoji="0" lang="uk-UA" altLang="uk-UA" sz="16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kumimoji="0" lang="uk-UA" altLang="uk-UA" sz="1600" b="1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soon</a:t>
            </a:r>
            <a:r>
              <a:rPr kumimoji="0" lang="uk-UA" altLang="uk-UA" sz="16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1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you</a:t>
            </a:r>
            <a:r>
              <a:rPr kumimoji="0" lang="uk-UA" altLang="uk-UA" sz="16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1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will</a:t>
            </a:r>
            <a:r>
              <a:rPr kumimoji="0" lang="uk-UA" altLang="uk-UA" sz="16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1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be</a:t>
            </a:r>
            <a:r>
              <a:rPr kumimoji="0" lang="uk-UA" altLang="uk-UA" sz="16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${</a:t>
            </a:r>
            <a:r>
              <a:rPr kumimoji="0" lang="uk-UA" altLang="uk-UA" sz="1600" b="1" i="1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age</a:t>
            </a:r>
            <a:r>
              <a:rPr kumimoji="0" lang="uk-UA" altLang="uk-UA" sz="16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+ 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  <a:r>
              <a:rPr kumimoji="0" lang="uk-UA" altLang="uk-UA" sz="16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`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  <a:b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uk-UA" altLang="uk-UA" sz="16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// </a:t>
            </a:r>
            <a:r>
              <a:rPr kumimoji="0" lang="uk-UA" altLang="uk-UA" sz="16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Hello</a:t>
            </a:r>
            <a:r>
              <a:rPr kumimoji="0" lang="uk-UA" altLang="uk-UA" sz="16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John</a:t>
            </a:r>
            <a:r>
              <a:rPr kumimoji="0" lang="uk-UA" altLang="uk-UA" sz="16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kumimoji="0" lang="uk-UA" altLang="uk-UA" sz="16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soon</a:t>
            </a:r>
            <a:r>
              <a:rPr kumimoji="0" lang="uk-UA" altLang="uk-UA" sz="16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you</a:t>
            </a:r>
            <a:r>
              <a:rPr kumimoji="0" lang="uk-UA" altLang="uk-UA" sz="16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will</a:t>
            </a:r>
            <a:r>
              <a:rPr kumimoji="0" lang="uk-UA" altLang="uk-UA" sz="16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be</a:t>
            </a:r>
            <a:r>
              <a:rPr kumimoji="0" lang="uk-UA" altLang="uk-UA" sz="16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43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5801" y="3289110"/>
            <a:ext cx="4278592" cy="34962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 smtClean="0"/>
              <a:t>Multi-line </a:t>
            </a:r>
            <a:r>
              <a:rPr lang="en-US" sz="1400" dirty="0"/>
              <a:t>template literal</a:t>
            </a:r>
            <a:endParaRPr lang="uk-UA" sz="1400" dirty="0"/>
          </a:p>
        </p:txBody>
      </p:sp>
      <p:sp>
        <p:nvSpPr>
          <p:cNvPr id="9" name="Rectangle 8"/>
          <p:cNvSpPr/>
          <p:nvPr/>
        </p:nvSpPr>
        <p:spPr>
          <a:xfrm>
            <a:off x="685801" y="4416534"/>
            <a:ext cx="4992151" cy="34962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 smtClean="0"/>
              <a:t>Template </a:t>
            </a:r>
            <a:r>
              <a:rPr lang="en-US" sz="1400" dirty="0"/>
              <a:t>literal with expressions</a:t>
            </a:r>
            <a:endParaRPr lang="uk-UA" sz="1400" dirty="0"/>
          </a:p>
        </p:txBody>
      </p:sp>
    </p:spTree>
    <p:extLst>
      <p:ext uri="{BB962C8B-B14F-4D97-AF65-F5344CB8AC3E}">
        <p14:creationId xmlns:p14="http://schemas.microsoft.com/office/powerpoint/2010/main" val="3172181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E7799C24-7F17-4319-B7A6-4385F217E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Destructuring</a:t>
            </a:r>
            <a:r>
              <a:rPr lang="en-US" dirty="0"/>
              <a:t> Assignment</a:t>
            </a:r>
            <a:br>
              <a:rPr lang="en-US" dirty="0"/>
            </a:br>
            <a:endParaRPr lang="uk-UA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007" y="1758213"/>
            <a:ext cx="10247193" cy="4601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847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3" y="228550"/>
            <a:ext cx="9796782" cy="558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181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E7799C24-7F17-4319-B7A6-4385F217E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Arrow </a:t>
            </a:r>
            <a:r>
              <a:rPr lang="en-US" dirty="0"/>
              <a:t>functions</a:t>
            </a:r>
            <a:br>
              <a:rPr lang="en-US" dirty="0"/>
            </a:b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="" xmlns:a16="http://schemas.microsoft.com/office/drawing/2014/main" id="{BB481E08-7C2D-4866-9DA7-E948FC06EE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uk-UA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057400"/>
            <a:ext cx="10532660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331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615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2830" y="-101849"/>
            <a:ext cx="12314830" cy="695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095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E7799C24-7F17-4319-B7A6-4385F217E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 type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="" xmlns:a16="http://schemas.microsoft.com/office/drawing/2014/main" id="{BB481E08-7C2D-4866-9DA7-E948FC06EE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5800" y="2057400"/>
            <a:ext cx="5510284" cy="3429000"/>
          </a:xfrm>
        </p:spPr>
        <p:txBody>
          <a:bodyPr/>
          <a:lstStyle/>
          <a:p>
            <a:r>
              <a:rPr lang="en-US" dirty="0"/>
              <a:t>A </a:t>
            </a:r>
            <a:r>
              <a:rPr lang="en-US" b="1" dirty="0"/>
              <a:t>symbol</a:t>
            </a:r>
            <a:r>
              <a:rPr lang="en-US" dirty="0"/>
              <a:t> is a unique and immutable data type and may be used as an identifier for object properties.  </a:t>
            </a:r>
          </a:p>
          <a:p>
            <a:r>
              <a:rPr lang="uk-UA" altLang="uk-UA" dirty="0" err="1"/>
              <a:t>Syntax</a:t>
            </a:r>
            <a:r>
              <a:rPr lang="en-US" altLang="uk-UA" dirty="0"/>
              <a:t>:</a:t>
            </a:r>
            <a:endParaRPr lang="uk-UA" altLang="uk-UA" dirty="0"/>
          </a:p>
          <a:p>
            <a:pPr marL="457156"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uk-UA" altLang="uk-UA" sz="2000" b="1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Symbol</a:t>
            </a:r>
            <a:r>
              <a:rPr lang="uk-UA" altLang="uk-UA" sz="2000" b="1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([</a:t>
            </a:r>
            <a:r>
              <a:rPr lang="uk-UA" altLang="uk-UA" sz="2000" b="1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description</a:t>
            </a:r>
            <a:r>
              <a:rPr lang="uk-UA" altLang="uk-UA" sz="2000" b="1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])</a:t>
            </a:r>
            <a:endParaRPr lang="en-US" altLang="uk-UA" sz="2000" b="1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uk-UA" altLang="uk-UA" dirty="0" err="1"/>
              <a:t>To</a:t>
            </a:r>
            <a:r>
              <a:rPr lang="uk-UA" altLang="uk-UA" dirty="0"/>
              <a:t> </a:t>
            </a:r>
            <a:r>
              <a:rPr lang="uk-UA" altLang="uk-UA" dirty="0" err="1"/>
              <a:t>create</a:t>
            </a:r>
            <a:r>
              <a:rPr lang="uk-UA" altLang="uk-UA" dirty="0"/>
              <a:t> a </a:t>
            </a:r>
            <a:r>
              <a:rPr lang="uk-UA" altLang="uk-UA" dirty="0" err="1"/>
              <a:t>new</a:t>
            </a:r>
            <a:r>
              <a:rPr lang="uk-UA" altLang="uk-UA" dirty="0"/>
              <a:t> </a:t>
            </a:r>
            <a:r>
              <a:rPr lang="uk-UA" altLang="uk-UA" dirty="0" err="1"/>
              <a:t>primitive</a:t>
            </a:r>
            <a:r>
              <a:rPr lang="uk-UA" altLang="uk-UA" dirty="0"/>
              <a:t> </a:t>
            </a:r>
            <a:r>
              <a:rPr lang="uk-UA" altLang="uk-UA" dirty="0" err="1"/>
              <a:t>symbol</a:t>
            </a:r>
            <a:r>
              <a:rPr lang="uk-UA" altLang="uk-UA" dirty="0"/>
              <a:t>, </a:t>
            </a:r>
            <a:r>
              <a:rPr lang="uk-UA" altLang="uk-UA" dirty="0" err="1"/>
              <a:t>you</a:t>
            </a:r>
            <a:r>
              <a:rPr lang="uk-UA" altLang="uk-UA" dirty="0"/>
              <a:t> </a:t>
            </a:r>
            <a:r>
              <a:rPr lang="uk-UA" altLang="uk-UA" dirty="0" err="1"/>
              <a:t>write</a:t>
            </a:r>
            <a:r>
              <a:rPr lang="uk-UA" altLang="uk-UA" dirty="0"/>
              <a:t> </a:t>
            </a:r>
            <a:r>
              <a:rPr lang="uk-UA" altLang="uk-UA" dirty="0" err="1"/>
              <a:t>Symbol</a:t>
            </a:r>
            <a:r>
              <a:rPr lang="uk-UA" altLang="uk-UA" dirty="0"/>
              <a:t>() </a:t>
            </a:r>
            <a:r>
              <a:rPr lang="uk-UA" altLang="uk-UA" dirty="0" err="1"/>
              <a:t>with</a:t>
            </a:r>
            <a:r>
              <a:rPr lang="uk-UA" altLang="uk-UA" dirty="0"/>
              <a:t> </a:t>
            </a:r>
            <a:r>
              <a:rPr lang="uk-UA" altLang="uk-UA" dirty="0" err="1"/>
              <a:t>an</a:t>
            </a:r>
            <a:r>
              <a:rPr lang="uk-UA" altLang="uk-UA" dirty="0"/>
              <a:t> </a:t>
            </a:r>
            <a:r>
              <a:rPr lang="uk-UA" altLang="uk-UA" dirty="0" err="1"/>
              <a:t>optional</a:t>
            </a:r>
            <a:r>
              <a:rPr lang="uk-UA" altLang="uk-UA" dirty="0"/>
              <a:t> </a:t>
            </a:r>
            <a:r>
              <a:rPr lang="uk-UA" altLang="uk-UA" dirty="0" err="1"/>
              <a:t>string</a:t>
            </a:r>
            <a:r>
              <a:rPr lang="uk-UA" altLang="uk-UA" dirty="0"/>
              <a:t> </a:t>
            </a:r>
            <a:r>
              <a:rPr lang="uk-UA" altLang="uk-UA" dirty="0" err="1"/>
              <a:t>as</a:t>
            </a:r>
            <a:r>
              <a:rPr lang="uk-UA" altLang="uk-UA" dirty="0"/>
              <a:t> </a:t>
            </a:r>
            <a:r>
              <a:rPr lang="uk-UA" altLang="uk-UA" dirty="0" err="1"/>
              <a:t>its</a:t>
            </a:r>
            <a:r>
              <a:rPr lang="uk-UA" altLang="uk-UA" dirty="0"/>
              <a:t> </a:t>
            </a:r>
            <a:r>
              <a:rPr lang="uk-UA" altLang="uk-UA" dirty="0" err="1"/>
              <a:t>description</a:t>
            </a:r>
            <a:r>
              <a:rPr lang="uk-UA" altLang="uk-UA" dirty="0"/>
              <a:t>.</a:t>
            </a:r>
            <a:endParaRPr lang="en-US" altLang="uk-UA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uk-UA" altLang="uk-UA" dirty="0">
              <a:solidFill>
                <a:srgbClr val="0077AA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459940" y="2057400"/>
            <a:ext cx="57320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uk-UA" dirty="0" err="1" smtClean="0">
                <a:solidFill>
                  <a:srgbClr val="0077AA"/>
                </a:solidFill>
                <a:latin typeface="Consolas" panose="020B0609020204030204" pitchFamily="49" charset="0"/>
              </a:rPr>
              <a:t>const</a:t>
            </a:r>
            <a:r>
              <a:rPr lang="uk-UA" altLang="uk-UA" dirty="0" smtClean="0">
                <a:solidFill>
                  <a:srgbClr val="4D4E53"/>
                </a:solidFill>
                <a:latin typeface="Consolas" panose="020B0609020204030204" pitchFamily="49" charset="0"/>
              </a:rPr>
              <a:t> </a:t>
            </a:r>
            <a:r>
              <a:rPr lang="uk-UA" altLang="uk-UA" dirty="0">
                <a:solidFill>
                  <a:srgbClr val="4D4E53"/>
                </a:solidFill>
                <a:latin typeface="Consolas" panose="020B0609020204030204" pitchFamily="49" charset="0"/>
              </a:rPr>
              <a:t>sym1 </a:t>
            </a:r>
            <a:r>
              <a:rPr lang="uk-UA" altLang="uk-UA" dirty="0">
                <a:solidFill>
                  <a:srgbClr val="A67F59"/>
                </a:solidFill>
                <a:latin typeface="Consolas" panose="020B0609020204030204" pitchFamily="49" charset="0"/>
              </a:rPr>
              <a:t>=</a:t>
            </a:r>
            <a:r>
              <a:rPr lang="uk-UA" altLang="uk-UA" dirty="0">
                <a:solidFill>
                  <a:srgbClr val="4D4E53"/>
                </a:solidFill>
                <a:latin typeface="Consolas" panose="020B0609020204030204" pitchFamily="49" charset="0"/>
              </a:rPr>
              <a:t> </a:t>
            </a:r>
            <a:r>
              <a:rPr lang="uk-UA" altLang="uk-UA" dirty="0" err="1">
                <a:solidFill>
                  <a:srgbClr val="DD4A68"/>
                </a:solidFill>
                <a:latin typeface="Consolas" panose="020B0609020204030204" pitchFamily="49" charset="0"/>
              </a:rPr>
              <a:t>Symbol</a:t>
            </a:r>
            <a:r>
              <a:rPr lang="uk-UA" altLang="uk-UA" dirty="0">
                <a:solidFill>
                  <a:srgbClr val="999999"/>
                </a:solidFill>
                <a:latin typeface="Consolas" panose="020B0609020204030204" pitchFamily="49" charset="0"/>
              </a:rPr>
              <a:t>();</a:t>
            </a:r>
            <a:r>
              <a:rPr lang="uk-UA" altLang="uk-UA" dirty="0">
                <a:solidFill>
                  <a:srgbClr val="4D4E53"/>
                </a:solidFill>
                <a:latin typeface="Consolas" panose="020B0609020204030204" pitchFamily="49" charset="0"/>
              </a:rPr>
              <a:t> </a:t>
            </a:r>
            <a:endParaRPr lang="en-US" altLang="uk-UA" dirty="0">
              <a:solidFill>
                <a:srgbClr val="4D4E53"/>
              </a:solidFill>
              <a:latin typeface="Consolas" panose="020B0609020204030204" pitchFamily="49" charset="0"/>
            </a:endParaRPr>
          </a:p>
          <a:p>
            <a:pPr lvl="0"/>
            <a:r>
              <a:rPr lang="en-US" altLang="uk-UA" dirty="0" err="1">
                <a:solidFill>
                  <a:srgbClr val="0077AA"/>
                </a:solidFill>
                <a:latin typeface="Consolas" panose="020B0609020204030204" pitchFamily="49" charset="0"/>
              </a:rPr>
              <a:t>const</a:t>
            </a:r>
            <a:r>
              <a:rPr lang="uk-UA" altLang="uk-UA" dirty="0" smtClean="0">
                <a:solidFill>
                  <a:srgbClr val="4D4E53"/>
                </a:solidFill>
                <a:latin typeface="Consolas" panose="020B0609020204030204" pitchFamily="49" charset="0"/>
              </a:rPr>
              <a:t> </a:t>
            </a:r>
            <a:r>
              <a:rPr lang="uk-UA" altLang="uk-UA" dirty="0">
                <a:solidFill>
                  <a:srgbClr val="4D4E53"/>
                </a:solidFill>
                <a:latin typeface="Consolas" panose="020B0609020204030204" pitchFamily="49" charset="0"/>
              </a:rPr>
              <a:t>sym2 </a:t>
            </a:r>
            <a:r>
              <a:rPr lang="uk-UA" altLang="uk-UA" dirty="0">
                <a:solidFill>
                  <a:srgbClr val="A67F59"/>
                </a:solidFill>
                <a:latin typeface="Consolas" panose="020B0609020204030204" pitchFamily="49" charset="0"/>
              </a:rPr>
              <a:t>=</a:t>
            </a:r>
            <a:r>
              <a:rPr lang="uk-UA" altLang="uk-UA" dirty="0">
                <a:solidFill>
                  <a:srgbClr val="4D4E53"/>
                </a:solidFill>
                <a:latin typeface="Consolas" panose="020B0609020204030204" pitchFamily="49" charset="0"/>
              </a:rPr>
              <a:t> </a:t>
            </a:r>
            <a:r>
              <a:rPr lang="uk-UA" altLang="uk-UA" dirty="0" err="1">
                <a:solidFill>
                  <a:srgbClr val="DD4A68"/>
                </a:solidFill>
                <a:latin typeface="Consolas" panose="020B0609020204030204" pitchFamily="49" charset="0"/>
              </a:rPr>
              <a:t>Symbol</a:t>
            </a:r>
            <a:r>
              <a:rPr lang="uk-UA" altLang="uk-UA" dirty="0">
                <a:solidFill>
                  <a:srgbClr val="999999"/>
                </a:solidFill>
                <a:latin typeface="Consolas" panose="020B0609020204030204" pitchFamily="49" charset="0"/>
              </a:rPr>
              <a:t>(</a:t>
            </a:r>
            <a:r>
              <a:rPr lang="uk-UA" altLang="uk-UA" dirty="0">
                <a:solidFill>
                  <a:srgbClr val="669900"/>
                </a:solidFill>
                <a:latin typeface="Consolas" panose="020B0609020204030204" pitchFamily="49" charset="0"/>
              </a:rPr>
              <a:t>"</a:t>
            </a:r>
            <a:r>
              <a:rPr lang="uk-UA" altLang="uk-UA" dirty="0" err="1">
                <a:solidFill>
                  <a:srgbClr val="669900"/>
                </a:solidFill>
                <a:latin typeface="Consolas" panose="020B0609020204030204" pitchFamily="49" charset="0"/>
              </a:rPr>
              <a:t>foo</a:t>
            </a:r>
            <a:r>
              <a:rPr lang="uk-UA" altLang="uk-UA" dirty="0">
                <a:solidFill>
                  <a:srgbClr val="669900"/>
                </a:solidFill>
                <a:latin typeface="Consolas" panose="020B0609020204030204" pitchFamily="49" charset="0"/>
              </a:rPr>
              <a:t>"</a:t>
            </a:r>
            <a:r>
              <a:rPr lang="uk-UA" altLang="uk-UA" dirty="0">
                <a:solidFill>
                  <a:srgbClr val="999999"/>
                </a:solidFill>
                <a:latin typeface="Consolas" panose="020B0609020204030204" pitchFamily="49" charset="0"/>
              </a:rPr>
              <a:t>);</a:t>
            </a:r>
            <a:r>
              <a:rPr lang="uk-UA" altLang="uk-UA" dirty="0">
                <a:solidFill>
                  <a:srgbClr val="4D4E53"/>
                </a:solidFill>
                <a:latin typeface="Consolas" panose="020B0609020204030204" pitchFamily="49" charset="0"/>
              </a:rPr>
              <a:t> </a:t>
            </a:r>
            <a:endParaRPr lang="en-US" altLang="uk-UA" dirty="0">
              <a:solidFill>
                <a:srgbClr val="4D4E53"/>
              </a:solidFill>
              <a:latin typeface="Consolas" panose="020B0609020204030204" pitchFamily="49" charset="0"/>
            </a:endParaRPr>
          </a:p>
          <a:p>
            <a:pPr lvl="0"/>
            <a:r>
              <a:rPr lang="en-US" altLang="uk-UA" dirty="0" err="1">
                <a:solidFill>
                  <a:srgbClr val="0077AA"/>
                </a:solidFill>
                <a:latin typeface="Consolas" panose="020B0609020204030204" pitchFamily="49" charset="0"/>
              </a:rPr>
              <a:t>const</a:t>
            </a:r>
            <a:r>
              <a:rPr lang="uk-UA" altLang="uk-UA" dirty="0" smtClean="0">
                <a:solidFill>
                  <a:srgbClr val="4D4E53"/>
                </a:solidFill>
                <a:latin typeface="Consolas" panose="020B0609020204030204" pitchFamily="49" charset="0"/>
              </a:rPr>
              <a:t> </a:t>
            </a:r>
            <a:r>
              <a:rPr lang="uk-UA" altLang="uk-UA" dirty="0">
                <a:solidFill>
                  <a:srgbClr val="4D4E53"/>
                </a:solidFill>
                <a:latin typeface="Consolas" panose="020B0609020204030204" pitchFamily="49" charset="0"/>
              </a:rPr>
              <a:t>sym3 </a:t>
            </a:r>
            <a:r>
              <a:rPr lang="uk-UA" altLang="uk-UA" dirty="0">
                <a:solidFill>
                  <a:srgbClr val="A67F59"/>
                </a:solidFill>
                <a:latin typeface="Consolas" panose="020B0609020204030204" pitchFamily="49" charset="0"/>
              </a:rPr>
              <a:t>=</a:t>
            </a:r>
            <a:r>
              <a:rPr lang="uk-UA" altLang="uk-UA" dirty="0">
                <a:solidFill>
                  <a:srgbClr val="4D4E53"/>
                </a:solidFill>
                <a:latin typeface="Consolas" panose="020B0609020204030204" pitchFamily="49" charset="0"/>
              </a:rPr>
              <a:t> </a:t>
            </a:r>
            <a:r>
              <a:rPr lang="uk-UA" altLang="uk-UA" dirty="0" err="1">
                <a:solidFill>
                  <a:srgbClr val="DD4A68"/>
                </a:solidFill>
                <a:latin typeface="Consolas" panose="020B0609020204030204" pitchFamily="49" charset="0"/>
              </a:rPr>
              <a:t>Symbol</a:t>
            </a:r>
            <a:r>
              <a:rPr lang="uk-UA" altLang="uk-UA" dirty="0">
                <a:solidFill>
                  <a:srgbClr val="999999"/>
                </a:solidFill>
                <a:latin typeface="Consolas" panose="020B0609020204030204" pitchFamily="49" charset="0"/>
              </a:rPr>
              <a:t>(</a:t>
            </a:r>
            <a:r>
              <a:rPr lang="uk-UA" altLang="uk-UA" dirty="0">
                <a:solidFill>
                  <a:srgbClr val="669900"/>
                </a:solidFill>
                <a:latin typeface="Consolas" panose="020B0609020204030204" pitchFamily="49" charset="0"/>
              </a:rPr>
              <a:t>"</a:t>
            </a:r>
            <a:r>
              <a:rPr lang="uk-UA" altLang="uk-UA" dirty="0" err="1">
                <a:solidFill>
                  <a:srgbClr val="669900"/>
                </a:solidFill>
                <a:latin typeface="Consolas" panose="020B0609020204030204" pitchFamily="49" charset="0"/>
              </a:rPr>
              <a:t>foo</a:t>
            </a:r>
            <a:r>
              <a:rPr lang="uk-UA" altLang="uk-UA" dirty="0">
                <a:solidFill>
                  <a:srgbClr val="669900"/>
                </a:solidFill>
                <a:latin typeface="Consolas" panose="020B0609020204030204" pitchFamily="49" charset="0"/>
              </a:rPr>
              <a:t>"</a:t>
            </a:r>
            <a:r>
              <a:rPr lang="uk-UA" altLang="uk-UA" dirty="0">
                <a:solidFill>
                  <a:srgbClr val="999999"/>
                </a:solidFill>
                <a:latin typeface="Consolas" panose="020B0609020204030204" pitchFamily="49" charset="0"/>
              </a:rPr>
              <a:t>);</a:t>
            </a:r>
            <a:endParaRPr lang="en-US" altLang="uk-UA" dirty="0">
              <a:solidFill>
                <a:srgbClr val="999999"/>
              </a:solidFill>
              <a:latin typeface="Consolas" panose="020B0609020204030204" pitchFamily="49" charset="0"/>
            </a:endParaRPr>
          </a:p>
          <a:p>
            <a:pPr lvl="0"/>
            <a:endParaRPr lang="uk-UA" altLang="uk-UA" sz="900" dirty="0"/>
          </a:p>
          <a:p>
            <a:pPr lvl="0"/>
            <a:r>
              <a:rPr lang="uk-UA" altLang="uk-UA" dirty="0" err="1" smtClean="0">
                <a:solidFill>
                  <a:srgbClr val="DD4A68"/>
                </a:solidFill>
                <a:latin typeface="Consolas" panose="020B0609020204030204" pitchFamily="49" charset="0"/>
              </a:rPr>
              <a:t>Symbol</a:t>
            </a:r>
            <a:r>
              <a:rPr lang="uk-UA" altLang="uk-UA" dirty="0">
                <a:solidFill>
                  <a:srgbClr val="999999"/>
                </a:solidFill>
                <a:latin typeface="Consolas" panose="020B0609020204030204" pitchFamily="49" charset="0"/>
              </a:rPr>
              <a:t>(</a:t>
            </a:r>
            <a:r>
              <a:rPr lang="uk-UA" altLang="uk-UA" dirty="0">
                <a:solidFill>
                  <a:srgbClr val="669900"/>
                </a:solidFill>
                <a:latin typeface="Consolas" panose="020B0609020204030204" pitchFamily="49" charset="0"/>
              </a:rPr>
              <a:t>"</a:t>
            </a:r>
            <a:r>
              <a:rPr lang="uk-UA" altLang="uk-UA" dirty="0" err="1">
                <a:solidFill>
                  <a:srgbClr val="669900"/>
                </a:solidFill>
                <a:latin typeface="Consolas" panose="020B0609020204030204" pitchFamily="49" charset="0"/>
              </a:rPr>
              <a:t>foo</a:t>
            </a:r>
            <a:r>
              <a:rPr lang="uk-UA" altLang="uk-UA" dirty="0">
                <a:solidFill>
                  <a:srgbClr val="669900"/>
                </a:solidFill>
                <a:latin typeface="Consolas" panose="020B0609020204030204" pitchFamily="49" charset="0"/>
              </a:rPr>
              <a:t>"</a:t>
            </a:r>
            <a:r>
              <a:rPr lang="uk-UA" altLang="uk-UA" dirty="0">
                <a:solidFill>
                  <a:srgbClr val="999999"/>
                </a:solidFill>
                <a:latin typeface="Consolas" panose="020B0609020204030204" pitchFamily="49" charset="0"/>
              </a:rPr>
              <a:t>)</a:t>
            </a:r>
            <a:r>
              <a:rPr lang="uk-UA" altLang="uk-UA" dirty="0">
                <a:solidFill>
                  <a:srgbClr val="4D4E53"/>
                </a:solidFill>
                <a:latin typeface="Consolas" panose="020B0609020204030204" pitchFamily="49" charset="0"/>
              </a:rPr>
              <a:t> </a:t>
            </a:r>
            <a:r>
              <a:rPr lang="uk-UA" altLang="uk-UA" dirty="0">
                <a:solidFill>
                  <a:srgbClr val="A67F59"/>
                </a:solidFill>
                <a:latin typeface="Consolas" panose="020B0609020204030204" pitchFamily="49" charset="0"/>
              </a:rPr>
              <a:t>===</a:t>
            </a:r>
            <a:r>
              <a:rPr lang="uk-UA" altLang="uk-UA" dirty="0">
                <a:solidFill>
                  <a:srgbClr val="4D4E53"/>
                </a:solidFill>
                <a:latin typeface="Consolas" panose="020B0609020204030204" pitchFamily="49" charset="0"/>
              </a:rPr>
              <a:t> </a:t>
            </a:r>
            <a:r>
              <a:rPr lang="uk-UA" altLang="uk-UA" dirty="0" err="1">
                <a:solidFill>
                  <a:srgbClr val="DD4A68"/>
                </a:solidFill>
                <a:latin typeface="Consolas" panose="020B0609020204030204" pitchFamily="49" charset="0"/>
              </a:rPr>
              <a:t>Symbol</a:t>
            </a:r>
            <a:r>
              <a:rPr lang="uk-UA" altLang="uk-UA" dirty="0">
                <a:solidFill>
                  <a:srgbClr val="999999"/>
                </a:solidFill>
                <a:latin typeface="Consolas" panose="020B0609020204030204" pitchFamily="49" charset="0"/>
              </a:rPr>
              <a:t>(</a:t>
            </a:r>
            <a:r>
              <a:rPr lang="uk-UA" altLang="uk-UA" dirty="0">
                <a:solidFill>
                  <a:srgbClr val="669900"/>
                </a:solidFill>
                <a:latin typeface="Consolas" panose="020B0609020204030204" pitchFamily="49" charset="0"/>
              </a:rPr>
              <a:t>"</a:t>
            </a:r>
            <a:r>
              <a:rPr lang="uk-UA" altLang="uk-UA" dirty="0" err="1">
                <a:solidFill>
                  <a:srgbClr val="669900"/>
                </a:solidFill>
                <a:latin typeface="Consolas" panose="020B0609020204030204" pitchFamily="49" charset="0"/>
              </a:rPr>
              <a:t>foo</a:t>
            </a:r>
            <a:r>
              <a:rPr lang="uk-UA" altLang="uk-UA" dirty="0">
                <a:solidFill>
                  <a:srgbClr val="669900"/>
                </a:solidFill>
                <a:latin typeface="Consolas" panose="020B0609020204030204" pitchFamily="49" charset="0"/>
              </a:rPr>
              <a:t>"</a:t>
            </a:r>
            <a:r>
              <a:rPr lang="uk-UA" altLang="uk-UA" dirty="0">
                <a:solidFill>
                  <a:srgbClr val="999999"/>
                </a:solidFill>
                <a:latin typeface="Consolas" panose="020B0609020204030204" pitchFamily="49" charset="0"/>
              </a:rPr>
              <a:t>);</a:t>
            </a:r>
            <a:r>
              <a:rPr lang="uk-UA" altLang="uk-UA" dirty="0">
                <a:solidFill>
                  <a:srgbClr val="4D4E53"/>
                </a:solidFill>
                <a:latin typeface="Consolas" panose="020B0609020204030204" pitchFamily="49" charset="0"/>
              </a:rPr>
              <a:t> </a:t>
            </a:r>
            <a:r>
              <a:rPr lang="uk-UA" altLang="uk-UA" dirty="0">
                <a:solidFill>
                  <a:srgbClr val="708090"/>
                </a:solidFill>
                <a:latin typeface="Consolas" panose="020B0609020204030204" pitchFamily="49" charset="0"/>
              </a:rPr>
              <a:t>// </a:t>
            </a:r>
            <a:r>
              <a:rPr lang="uk-UA" altLang="uk-UA" dirty="0" err="1">
                <a:solidFill>
                  <a:srgbClr val="708090"/>
                </a:solidFill>
                <a:latin typeface="Consolas" panose="020B0609020204030204" pitchFamily="49" charset="0"/>
              </a:rPr>
              <a:t>false</a:t>
            </a:r>
            <a:endParaRPr lang="en-US" altLang="uk-UA" dirty="0">
              <a:solidFill>
                <a:srgbClr val="708090"/>
              </a:solidFill>
              <a:latin typeface="Consolas" panose="020B0609020204030204" pitchFamily="49" charset="0"/>
            </a:endParaRPr>
          </a:p>
          <a:p>
            <a:pPr lvl="0"/>
            <a:endParaRPr lang="en-US" altLang="uk-UA" dirty="0">
              <a:solidFill>
                <a:srgbClr val="708090"/>
              </a:solidFill>
              <a:latin typeface="Consolas" panose="020B0609020204030204" pitchFamily="49" charset="0"/>
            </a:endParaRPr>
          </a:p>
          <a:p>
            <a:pPr lvl="0"/>
            <a:endParaRPr lang="uk-UA" altLang="uk-UA" sz="900" dirty="0">
              <a:solidFill>
                <a:schemeClr val="bg1"/>
              </a:solidFill>
            </a:endParaRPr>
          </a:p>
          <a:p>
            <a:pPr lvl="0"/>
            <a:r>
              <a:rPr lang="uk-UA" altLang="uk-UA" dirty="0" err="1">
                <a:solidFill>
                  <a:schemeClr val="bg1"/>
                </a:solidFill>
              </a:rPr>
              <a:t>The</a:t>
            </a:r>
            <a:r>
              <a:rPr lang="uk-UA" altLang="uk-UA" dirty="0">
                <a:solidFill>
                  <a:schemeClr val="bg1"/>
                </a:solidFill>
              </a:rPr>
              <a:t> </a:t>
            </a:r>
            <a:r>
              <a:rPr lang="uk-UA" altLang="uk-UA" dirty="0" err="1">
                <a:solidFill>
                  <a:schemeClr val="bg1"/>
                </a:solidFill>
              </a:rPr>
              <a:t>following</a:t>
            </a:r>
            <a:r>
              <a:rPr lang="uk-UA" altLang="uk-UA" dirty="0">
                <a:solidFill>
                  <a:schemeClr val="bg1"/>
                </a:solidFill>
              </a:rPr>
              <a:t> </a:t>
            </a:r>
            <a:r>
              <a:rPr lang="uk-UA" altLang="uk-UA" dirty="0" err="1">
                <a:solidFill>
                  <a:schemeClr val="bg1"/>
                </a:solidFill>
              </a:rPr>
              <a:t>syntax</a:t>
            </a:r>
            <a:r>
              <a:rPr lang="uk-UA" altLang="uk-UA" dirty="0">
                <a:solidFill>
                  <a:schemeClr val="bg1"/>
                </a:solidFill>
              </a:rPr>
              <a:t> </a:t>
            </a:r>
            <a:r>
              <a:rPr lang="uk-UA" altLang="uk-UA" dirty="0" err="1">
                <a:solidFill>
                  <a:schemeClr val="bg1"/>
                </a:solidFill>
              </a:rPr>
              <a:t>with</a:t>
            </a:r>
            <a:r>
              <a:rPr lang="uk-UA" altLang="uk-UA" dirty="0">
                <a:solidFill>
                  <a:schemeClr val="bg1"/>
                </a:solidFill>
              </a:rPr>
              <a:t> </a:t>
            </a:r>
            <a:r>
              <a:rPr lang="uk-UA" altLang="uk-UA" dirty="0" err="1">
                <a:solidFill>
                  <a:schemeClr val="bg1"/>
                </a:solidFill>
              </a:rPr>
              <a:t>the</a:t>
            </a:r>
            <a:r>
              <a:rPr lang="uk-UA" altLang="uk-UA" dirty="0">
                <a:solidFill>
                  <a:schemeClr val="bg1"/>
                </a:solidFill>
              </a:rPr>
              <a:t> </a:t>
            </a:r>
            <a:r>
              <a:rPr lang="uk-UA" altLang="uk-UA" dirty="0" err="1">
                <a:solidFill>
                  <a:schemeClr val="bg1"/>
                </a:solidFill>
                <a:hlinkClick r:id="rId2" tooltip="The new operator creates an instance of a user-defined object type or of one of the built-in object types that has a constructor function."/>
              </a:rPr>
              <a:t>new</a:t>
            </a:r>
            <a:r>
              <a:rPr lang="uk-UA" altLang="uk-UA" dirty="0">
                <a:solidFill>
                  <a:schemeClr val="bg1"/>
                </a:solidFill>
              </a:rPr>
              <a:t> </a:t>
            </a:r>
            <a:r>
              <a:rPr lang="uk-UA" altLang="uk-UA" dirty="0" err="1">
                <a:solidFill>
                  <a:schemeClr val="bg1"/>
                </a:solidFill>
              </a:rPr>
              <a:t>operator</a:t>
            </a:r>
            <a:r>
              <a:rPr lang="uk-UA" altLang="uk-UA" dirty="0">
                <a:solidFill>
                  <a:schemeClr val="bg1"/>
                </a:solidFill>
              </a:rPr>
              <a:t> </a:t>
            </a:r>
            <a:r>
              <a:rPr lang="uk-UA" altLang="uk-UA" dirty="0" err="1">
                <a:solidFill>
                  <a:schemeClr val="bg1"/>
                </a:solidFill>
              </a:rPr>
              <a:t>will</a:t>
            </a:r>
            <a:r>
              <a:rPr lang="uk-UA" altLang="uk-UA" dirty="0">
                <a:solidFill>
                  <a:schemeClr val="bg1"/>
                </a:solidFill>
              </a:rPr>
              <a:t> </a:t>
            </a:r>
            <a:r>
              <a:rPr lang="uk-UA" altLang="uk-UA" dirty="0" err="1">
                <a:solidFill>
                  <a:schemeClr val="bg1"/>
                </a:solidFill>
              </a:rPr>
              <a:t>throw</a:t>
            </a:r>
            <a:r>
              <a:rPr lang="uk-UA" altLang="uk-UA" dirty="0">
                <a:solidFill>
                  <a:schemeClr val="bg1"/>
                </a:solidFill>
              </a:rPr>
              <a:t> a </a:t>
            </a:r>
            <a:r>
              <a:rPr lang="uk-UA" altLang="uk-UA" dirty="0" err="1">
                <a:solidFill>
                  <a:schemeClr val="bg1"/>
                </a:solidFill>
                <a:hlinkClick r:id="rId3" tooltip="The TypeError object represents an error when a value is not of the expected type."/>
              </a:rPr>
              <a:t>TypeError</a:t>
            </a:r>
            <a:r>
              <a:rPr lang="uk-UA" altLang="uk-UA" dirty="0">
                <a:solidFill>
                  <a:schemeClr val="bg1"/>
                </a:solidFill>
              </a:rPr>
              <a:t>:</a:t>
            </a:r>
          </a:p>
          <a:p>
            <a:pPr lvl="0"/>
            <a:r>
              <a:rPr lang="uk-UA" altLang="uk-UA" dirty="0" err="1">
                <a:solidFill>
                  <a:srgbClr val="0077AA"/>
                </a:solidFill>
                <a:latin typeface="Consolas" panose="020B0609020204030204" pitchFamily="49" charset="0"/>
              </a:rPr>
              <a:t>var</a:t>
            </a:r>
            <a:r>
              <a:rPr lang="uk-UA" altLang="uk-UA" dirty="0">
                <a:solidFill>
                  <a:srgbClr val="4D4E53"/>
                </a:solidFill>
                <a:latin typeface="Consolas" panose="020B0609020204030204" pitchFamily="49" charset="0"/>
              </a:rPr>
              <a:t> </a:t>
            </a:r>
            <a:r>
              <a:rPr lang="uk-UA" altLang="uk-UA" dirty="0" err="1">
                <a:solidFill>
                  <a:srgbClr val="4D4E53"/>
                </a:solidFill>
                <a:latin typeface="Consolas" panose="020B0609020204030204" pitchFamily="49" charset="0"/>
              </a:rPr>
              <a:t>sym</a:t>
            </a:r>
            <a:r>
              <a:rPr lang="uk-UA" altLang="uk-UA" dirty="0">
                <a:solidFill>
                  <a:srgbClr val="4D4E53"/>
                </a:solidFill>
                <a:latin typeface="Consolas" panose="020B0609020204030204" pitchFamily="49" charset="0"/>
              </a:rPr>
              <a:t> </a:t>
            </a:r>
            <a:r>
              <a:rPr lang="uk-UA" altLang="uk-UA" dirty="0">
                <a:solidFill>
                  <a:srgbClr val="A67F59"/>
                </a:solidFill>
                <a:latin typeface="Consolas" panose="020B0609020204030204" pitchFamily="49" charset="0"/>
              </a:rPr>
              <a:t>=</a:t>
            </a:r>
            <a:r>
              <a:rPr lang="uk-UA" altLang="uk-UA" dirty="0">
                <a:solidFill>
                  <a:srgbClr val="4D4E53"/>
                </a:solidFill>
                <a:latin typeface="Consolas" panose="020B0609020204030204" pitchFamily="49" charset="0"/>
              </a:rPr>
              <a:t> </a:t>
            </a:r>
            <a:r>
              <a:rPr lang="uk-UA" altLang="uk-UA" dirty="0" err="1">
                <a:solidFill>
                  <a:srgbClr val="0077AA"/>
                </a:solidFill>
                <a:latin typeface="Consolas" panose="020B0609020204030204" pitchFamily="49" charset="0"/>
              </a:rPr>
              <a:t>new</a:t>
            </a:r>
            <a:r>
              <a:rPr lang="uk-UA" altLang="uk-UA" dirty="0">
                <a:solidFill>
                  <a:srgbClr val="4D4E53"/>
                </a:solidFill>
                <a:latin typeface="Consolas" panose="020B0609020204030204" pitchFamily="49" charset="0"/>
              </a:rPr>
              <a:t> </a:t>
            </a:r>
            <a:r>
              <a:rPr lang="uk-UA" altLang="uk-UA" dirty="0" err="1">
                <a:solidFill>
                  <a:srgbClr val="4D4E53"/>
                </a:solidFill>
                <a:latin typeface="Consolas" panose="020B0609020204030204" pitchFamily="49" charset="0"/>
              </a:rPr>
              <a:t>Symbol</a:t>
            </a:r>
            <a:r>
              <a:rPr lang="uk-UA" altLang="uk-UA" dirty="0">
                <a:solidFill>
                  <a:srgbClr val="999999"/>
                </a:solidFill>
                <a:latin typeface="Consolas" panose="020B0609020204030204" pitchFamily="49" charset="0"/>
              </a:rPr>
              <a:t>();</a:t>
            </a:r>
            <a:r>
              <a:rPr lang="uk-UA" altLang="uk-UA" dirty="0">
                <a:solidFill>
                  <a:srgbClr val="4D4E53"/>
                </a:solidFill>
                <a:latin typeface="Consolas" panose="020B0609020204030204" pitchFamily="49" charset="0"/>
              </a:rPr>
              <a:t> </a:t>
            </a:r>
            <a:r>
              <a:rPr lang="uk-UA" altLang="uk-UA" dirty="0">
                <a:solidFill>
                  <a:srgbClr val="708090"/>
                </a:solidFill>
                <a:latin typeface="Consolas" panose="020B0609020204030204" pitchFamily="49" charset="0"/>
              </a:rPr>
              <a:t>// </a:t>
            </a:r>
            <a:r>
              <a:rPr lang="uk-UA" altLang="uk-UA" dirty="0" err="1">
                <a:solidFill>
                  <a:srgbClr val="708090"/>
                </a:solidFill>
                <a:latin typeface="Consolas" panose="020B0609020204030204" pitchFamily="49" charset="0"/>
              </a:rPr>
              <a:t>TypeError</a:t>
            </a:r>
            <a:r>
              <a:rPr lang="uk-UA" altLang="uk-UA" sz="900" dirty="0"/>
              <a:t> </a:t>
            </a:r>
            <a:endParaRPr lang="uk-UA" altLang="uk-UA" sz="3600" dirty="0">
              <a:latin typeface="Arial" panose="020B0604020202020204" pitchFamily="34" charset="0"/>
            </a:endParaRPr>
          </a:p>
          <a:p>
            <a:endParaRPr lang="uk-UA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6243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E7799C24-7F17-4319-B7A6-4385F217E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Symbol </a:t>
            </a:r>
            <a:r>
              <a:rPr lang="en-US" dirty="0" smtClean="0"/>
              <a:t>Registry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="" xmlns:a16="http://schemas.microsoft.com/office/drawing/2014/main" id="{BB481E08-7C2D-4866-9DA7-E948FC06EE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5800" y="2057400"/>
            <a:ext cx="4636827" cy="3429000"/>
          </a:xfrm>
        </p:spPr>
        <p:txBody>
          <a:bodyPr/>
          <a:lstStyle/>
          <a:p>
            <a:r>
              <a:rPr lang="en-US" dirty="0"/>
              <a:t>To create</a:t>
            </a:r>
            <a:r>
              <a:rPr lang="uk-UA" dirty="0"/>
              <a:t> </a:t>
            </a:r>
            <a:r>
              <a:rPr lang="en-US" dirty="0"/>
              <a:t>global symbols, use the methods </a:t>
            </a:r>
            <a:r>
              <a:rPr lang="en-US" dirty="0" err="1"/>
              <a:t>Symbol.for</a:t>
            </a:r>
            <a:r>
              <a:rPr lang="en-US" dirty="0"/>
              <a:t>() and </a:t>
            </a:r>
            <a:r>
              <a:rPr lang="en-US" dirty="0" err="1"/>
              <a:t>Symbol.keyFor</a:t>
            </a:r>
            <a:r>
              <a:rPr lang="en-US" dirty="0"/>
              <a:t>() to set and retrieve symbols from the global symbol registry.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uk-UA" altLang="uk-UA" dirty="0">
              <a:solidFill>
                <a:srgbClr val="0077AA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149754" y="1934570"/>
            <a:ext cx="573206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uk-UA" altLang="uk-UA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Symbol</a:t>
            </a:r>
            <a:r>
              <a:rPr lang="uk-UA" altLang="uk-UA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uk-UA" altLang="uk-UA" b="1" dirty="0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lang="uk-UA" altLang="uk-UA" b="1" dirty="0" err="1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uk-UA" altLang="uk-UA" b="1" dirty="0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lang="uk-UA" altLang="uk-UA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 !== </a:t>
            </a:r>
            <a:r>
              <a:rPr lang="uk-UA" altLang="uk-UA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Symbol</a:t>
            </a:r>
            <a:r>
              <a:rPr lang="uk-UA" altLang="uk-UA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uk-UA" altLang="uk-UA" b="1" dirty="0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lang="uk-UA" altLang="uk-UA" b="1" dirty="0" err="1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uk-UA" altLang="uk-UA" b="1" dirty="0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lang="uk-UA" altLang="uk-UA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 </a:t>
            </a:r>
            <a:r>
              <a:rPr lang="uk-UA" altLang="uk-UA" i="1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</a:t>
            </a:r>
            <a:r>
              <a:rPr lang="uk-UA" altLang="uk-UA" i="1" dirty="0" err="1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local</a:t>
            </a:r>
            <a:r>
              <a:rPr lang="uk-UA" altLang="uk-UA" i="1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uk-UA" altLang="uk-UA" i="1" dirty="0" err="1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symbols</a:t>
            </a:r>
            <a:r>
              <a:rPr lang="uk-UA" altLang="uk-UA" i="1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uk-UA" altLang="uk-UA" i="1" dirty="0" err="1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are</a:t>
            </a:r>
            <a:r>
              <a:rPr lang="uk-UA" altLang="uk-UA" i="1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uk-UA" altLang="uk-UA" i="1" dirty="0" err="1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unique</a:t>
            </a:r>
            <a:r>
              <a:rPr lang="uk-UA" altLang="uk-UA" i="1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/>
            </a:r>
            <a:br>
              <a:rPr lang="uk-UA" altLang="uk-UA" i="1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uk-UA" altLang="uk-UA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Symbol.</a:t>
            </a:r>
            <a:r>
              <a:rPr lang="uk-UA" altLang="uk-UA" dirty="0" err="1">
                <a:solidFill>
                  <a:srgbClr val="7A7A4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uk-UA" altLang="uk-UA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uk-UA" altLang="uk-UA" b="1" dirty="0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lang="uk-UA" altLang="uk-UA" b="1" dirty="0" err="1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uk-UA" altLang="uk-UA" b="1" dirty="0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lang="uk-UA" altLang="uk-UA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 === </a:t>
            </a:r>
            <a:r>
              <a:rPr lang="uk-UA" altLang="uk-UA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Symbol.</a:t>
            </a:r>
            <a:r>
              <a:rPr lang="uk-UA" altLang="uk-UA" dirty="0" err="1">
                <a:solidFill>
                  <a:srgbClr val="7A7A4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uk-UA" altLang="uk-UA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uk-UA" altLang="uk-UA" b="1" dirty="0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lang="uk-UA" altLang="uk-UA" b="1" dirty="0" err="1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uk-UA" altLang="uk-UA" b="1" dirty="0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lang="uk-UA" altLang="uk-UA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 </a:t>
            </a:r>
            <a:r>
              <a:rPr lang="uk-UA" altLang="uk-UA" i="1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</a:t>
            </a:r>
            <a:r>
              <a:rPr lang="en-US" altLang="uk-UA" i="1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g</a:t>
            </a:r>
            <a:r>
              <a:rPr lang="uk-UA" altLang="uk-UA" i="1" dirty="0" err="1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lobal</a:t>
            </a:r>
            <a:r>
              <a:rPr lang="uk-UA" altLang="uk-UA" i="1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uk-UA" altLang="uk-UA" i="1" dirty="0" err="1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symbols</a:t>
            </a:r>
            <a:r>
              <a:rPr lang="uk-UA" altLang="uk-UA" i="1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uk-UA" altLang="uk-UA" i="1" dirty="0" err="1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are</a:t>
            </a:r>
            <a:r>
              <a:rPr lang="uk-UA" altLang="uk-UA" i="1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uk-UA" altLang="uk-UA" i="1" dirty="0" err="1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identical</a:t>
            </a:r>
            <a:r>
              <a:rPr lang="uk-UA" altLang="uk-UA" i="1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/>
            </a:r>
            <a:br>
              <a:rPr lang="uk-UA" altLang="uk-UA" i="1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uk-UA" altLang="uk-UA" i="1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/>
            </a:r>
            <a:br>
              <a:rPr lang="uk-UA" altLang="uk-UA" i="1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uk-UA" altLang="uk-UA" i="1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</a:t>
            </a:r>
            <a:r>
              <a:rPr lang="uk-UA" altLang="uk-UA" i="1" dirty="0" err="1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Using</a:t>
            </a:r>
            <a:r>
              <a:rPr lang="uk-UA" altLang="uk-UA" i="1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uk-UA" altLang="uk-UA" i="1" dirty="0" err="1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symbols</a:t>
            </a:r>
            <a:r>
              <a:rPr lang="uk-UA" altLang="uk-UA" i="1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uk-UA" altLang="uk-UA" i="1" dirty="0" err="1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as</a:t>
            </a:r>
            <a:r>
              <a:rPr lang="uk-UA" altLang="uk-UA" i="1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uk-UA" altLang="uk-UA" i="1" dirty="0" err="1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object</a:t>
            </a:r>
            <a:r>
              <a:rPr lang="uk-UA" altLang="uk-UA" i="1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uk-UA" altLang="uk-UA" i="1" dirty="0" err="1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keys</a:t>
            </a:r>
            <a:r>
              <a:rPr lang="uk-UA" altLang="uk-UA" i="1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/>
            </a:r>
            <a:br>
              <a:rPr lang="uk-UA" altLang="uk-UA" i="1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uk-UA" altLang="uk-UA" b="1" dirty="0" err="1">
                <a:solidFill>
                  <a:srgbClr val="000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var</a:t>
            </a:r>
            <a:r>
              <a:rPr lang="uk-UA" altLang="uk-UA" b="1" dirty="0">
                <a:solidFill>
                  <a:srgbClr val="000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uk-UA" altLang="uk-UA" b="1" i="1" dirty="0" err="1">
                <a:solidFill>
                  <a:srgbClr val="660E7A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someObj</a:t>
            </a:r>
            <a:r>
              <a:rPr lang="uk-UA" altLang="uk-UA" b="1" i="1" dirty="0">
                <a:solidFill>
                  <a:srgbClr val="660E7A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uk-UA" altLang="uk-UA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 {};</a:t>
            </a:r>
            <a:br>
              <a:rPr lang="uk-UA" altLang="uk-UA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uk-UA" altLang="uk-UA" b="1" dirty="0" err="1">
                <a:solidFill>
                  <a:srgbClr val="000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var</a:t>
            </a:r>
            <a:r>
              <a:rPr lang="uk-UA" altLang="uk-UA" b="1" dirty="0">
                <a:solidFill>
                  <a:srgbClr val="000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uk-UA" altLang="uk-UA" b="1" i="1" dirty="0" err="1">
                <a:solidFill>
                  <a:srgbClr val="660E7A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fooSym</a:t>
            </a:r>
            <a:r>
              <a:rPr lang="uk-UA" altLang="uk-UA" b="1" i="1" dirty="0">
                <a:solidFill>
                  <a:srgbClr val="660E7A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uk-UA" altLang="uk-UA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 </a:t>
            </a:r>
            <a:r>
              <a:rPr lang="uk-UA" altLang="uk-UA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Symbol.</a:t>
            </a:r>
            <a:r>
              <a:rPr lang="uk-UA" altLang="uk-UA" dirty="0" err="1">
                <a:solidFill>
                  <a:srgbClr val="7A7A4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uk-UA" altLang="uk-UA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uk-UA" altLang="uk-UA" b="1" dirty="0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lang="uk-UA" altLang="uk-UA" b="1" dirty="0" err="1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uk-UA" altLang="uk-UA" b="1" dirty="0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lang="uk-UA" altLang="uk-UA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  <a:br>
              <a:rPr lang="uk-UA" altLang="uk-UA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uk-UA" altLang="uk-UA" b="1" dirty="0" err="1">
                <a:solidFill>
                  <a:srgbClr val="000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var</a:t>
            </a:r>
            <a:r>
              <a:rPr lang="uk-UA" altLang="uk-UA" b="1" dirty="0">
                <a:solidFill>
                  <a:srgbClr val="000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uk-UA" altLang="uk-UA" b="1" i="1" dirty="0" err="1">
                <a:solidFill>
                  <a:srgbClr val="660E7A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otherSym</a:t>
            </a:r>
            <a:r>
              <a:rPr lang="uk-UA" altLang="uk-UA" b="1" i="1" dirty="0">
                <a:solidFill>
                  <a:srgbClr val="660E7A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uk-UA" altLang="uk-UA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 </a:t>
            </a:r>
            <a:r>
              <a:rPr lang="uk-UA" altLang="uk-UA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Symbol.</a:t>
            </a:r>
            <a:r>
              <a:rPr lang="uk-UA" altLang="uk-UA" dirty="0" err="1">
                <a:solidFill>
                  <a:srgbClr val="7A7A4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uk-UA" altLang="uk-UA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uk-UA" altLang="uk-UA" b="1" dirty="0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lang="uk-UA" altLang="uk-UA" b="1" dirty="0" err="1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uk-UA" altLang="uk-UA" b="1" dirty="0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lang="uk-UA" altLang="uk-UA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  <a:br>
              <a:rPr lang="uk-UA" altLang="uk-UA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uk-UA" altLang="uk-UA" b="1" i="1" dirty="0" err="1">
                <a:solidFill>
                  <a:srgbClr val="660E7A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someObj</a:t>
            </a:r>
            <a:r>
              <a:rPr lang="uk-UA" altLang="uk-UA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uk-UA" altLang="uk-UA" b="1" i="1" dirty="0" err="1">
                <a:solidFill>
                  <a:srgbClr val="660E7A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fooSym</a:t>
            </a:r>
            <a:r>
              <a:rPr lang="uk-UA" altLang="uk-UA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 = </a:t>
            </a:r>
            <a:r>
              <a:rPr lang="uk-UA" altLang="uk-UA" b="1" dirty="0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lang="uk-UA" altLang="uk-UA" b="1" dirty="0" err="1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some</a:t>
            </a:r>
            <a:r>
              <a:rPr lang="uk-UA" altLang="uk-UA" b="1" dirty="0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uk-UA" altLang="uk-UA" b="1" dirty="0" err="1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value</a:t>
            </a:r>
            <a:r>
              <a:rPr lang="uk-UA" altLang="uk-UA" b="1" dirty="0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lang="uk-UA" altLang="uk-UA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br>
              <a:rPr lang="uk-UA" altLang="uk-UA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uk-UA" altLang="uk-UA" b="1" i="1" dirty="0" err="1">
                <a:solidFill>
                  <a:srgbClr val="660E7A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someObj</a:t>
            </a:r>
            <a:r>
              <a:rPr lang="uk-UA" altLang="uk-UA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uk-UA" altLang="uk-UA" b="1" i="1" dirty="0" err="1">
                <a:solidFill>
                  <a:srgbClr val="660E7A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otherSym</a:t>
            </a:r>
            <a:r>
              <a:rPr lang="uk-UA" altLang="uk-UA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 = </a:t>
            </a:r>
            <a:r>
              <a:rPr lang="uk-UA" altLang="uk-UA" b="1" dirty="0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lang="uk-UA" altLang="uk-UA" b="1" dirty="0" err="1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other</a:t>
            </a:r>
            <a:r>
              <a:rPr lang="uk-UA" altLang="uk-UA" b="1" dirty="0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uk-UA" altLang="uk-UA" b="1" dirty="0" err="1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value</a:t>
            </a:r>
            <a:r>
              <a:rPr lang="uk-UA" altLang="uk-UA" b="1" dirty="0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lang="uk-UA" altLang="uk-UA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br>
              <a:rPr lang="uk-UA" altLang="uk-UA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uk-UA" altLang="uk-UA" b="1" i="1" dirty="0" err="1">
                <a:solidFill>
                  <a:srgbClr val="660E7A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fooSym</a:t>
            </a:r>
            <a:r>
              <a:rPr lang="uk-UA" altLang="uk-UA" b="1" i="1" dirty="0">
                <a:solidFill>
                  <a:srgbClr val="660E7A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uk-UA" altLang="uk-UA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=== </a:t>
            </a:r>
            <a:r>
              <a:rPr lang="uk-UA" altLang="uk-UA" b="1" i="1" dirty="0" err="1">
                <a:solidFill>
                  <a:srgbClr val="660E7A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otherSym</a:t>
            </a:r>
            <a:r>
              <a:rPr lang="uk-UA" altLang="uk-UA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 </a:t>
            </a:r>
            <a:r>
              <a:rPr lang="uk-UA" altLang="uk-UA" i="1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</a:t>
            </a:r>
            <a:r>
              <a:rPr lang="uk-UA" altLang="uk-UA" i="1" dirty="0" err="1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same</a:t>
            </a:r>
            <a:r>
              <a:rPr lang="uk-UA" altLang="uk-UA" i="1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uk-UA" altLang="uk-UA" i="1" dirty="0" err="1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symbols</a:t>
            </a:r>
            <a:r>
              <a:rPr lang="uk-UA" altLang="uk-UA" i="1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uk-UA" altLang="uk-UA" i="1" dirty="0" err="1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because</a:t>
            </a:r>
            <a:r>
              <a:rPr lang="uk-UA" altLang="uk-UA" i="1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uk-UA" altLang="uk-UA" i="1" dirty="0" err="1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they</a:t>
            </a:r>
            <a:r>
              <a:rPr lang="uk-UA" altLang="uk-UA" i="1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uk-UA" altLang="uk-UA" i="1" dirty="0" err="1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are</a:t>
            </a:r>
            <a:r>
              <a:rPr lang="uk-UA" altLang="uk-UA" i="1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uk-UA" altLang="uk-UA" i="1" dirty="0" err="1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global</a:t>
            </a:r>
            <a:r>
              <a:rPr lang="uk-UA" altLang="uk-UA" i="1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/>
            </a:r>
            <a:br>
              <a:rPr lang="uk-UA" altLang="uk-UA" i="1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uk-UA" altLang="uk-UA" b="1" i="1" dirty="0" err="1">
                <a:solidFill>
                  <a:srgbClr val="660E7A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someObj</a:t>
            </a:r>
            <a:r>
              <a:rPr lang="uk-UA" altLang="uk-UA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uk-UA" altLang="uk-UA" b="1" i="1" dirty="0" err="1">
                <a:solidFill>
                  <a:srgbClr val="660E7A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fooSym</a:t>
            </a:r>
            <a:r>
              <a:rPr lang="uk-UA" altLang="uk-UA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 === </a:t>
            </a:r>
            <a:r>
              <a:rPr lang="uk-UA" altLang="uk-UA" b="1" dirty="0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lang="uk-UA" altLang="uk-UA" b="1" dirty="0" err="1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other</a:t>
            </a:r>
            <a:r>
              <a:rPr lang="uk-UA" altLang="uk-UA" b="1" dirty="0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uk-UA" altLang="uk-UA" b="1" dirty="0" err="1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value</a:t>
            </a:r>
            <a:r>
              <a:rPr lang="uk-UA" altLang="uk-UA" b="1" dirty="0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lang="uk-UA" altLang="uk-UA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 </a:t>
            </a:r>
            <a:r>
              <a:rPr lang="uk-UA" altLang="uk-UA" i="1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</a:t>
            </a:r>
            <a:r>
              <a:rPr lang="uk-UA" altLang="uk-UA" i="1" dirty="0" err="1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same</a:t>
            </a:r>
            <a:r>
              <a:rPr lang="uk-UA" altLang="uk-UA" i="1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uk-UA" altLang="uk-UA" i="1" dirty="0" err="1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symbols</a:t>
            </a:r>
            <a:r>
              <a:rPr lang="uk-UA" altLang="uk-UA" i="1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uk-UA" altLang="uk-UA" i="1" dirty="0" err="1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behave</a:t>
            </a:r>
            <a:r>
              <a:rPr lang="uk-UA" altLang="uk-UA" i="1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uk-UA" altLang="uk-UA" i="1" dirty="0" err="1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as</a:t>
            </a:r>
            <a:r>
              <a:rPr lang="uk-UA" altLang="uk-UA" i="1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uk-UA" altLang="uk-UA" i="1" dirty="0" err="1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same</a:t>
            </a:r>
            <a:r>
              <a:rPr lang="uk-UA" altLang="uk-UA" i="1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uk-UA" altLang="uk-UA" i="1" dirty="0" err="1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keys</a:t>
            </a:r>
            <a:r>
              <a:rPr lang="uk-UA" altLang="uk-UA" i="1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/>
            </a:r>
            <a:br>
              <a:rPr lang="uk-UA" altLang="uk-UA" i="1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uk-UA" altLang="uk-UA" b="1" i="1" dirty="0" err="1">
                <a:solidFill>
                  <a:srgbClr val="660E7A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someObj</a:t>
            </a:r>
            <a:r>
              <a:rPr lang="uk-UA" altLang="uk-UA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uk-UA" altLang="uk-UA" b="1" i="1" dirty="0" err="1">
                <a:solidFill>
                  <a:srgbClr val="660E7A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otherSym</a:t>
            </a:r>
            <a:r>
              <a:rPr lang="uk-UA" altLang="uk-UA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 === </a:t>
            </a:r>
            <a:r>
              <a:rPr lang="uk-UA" altLang="uk-UA" b="1" dirty="0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lang="uk-UA" altLang="uk-UA" b="1" dirty="0" err="1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other</a:t>
            </a:r>
            <a:r>
              <a:rPr lang="uk-UA" altLang="uk-UA" b="1" dirty="0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uk-UA" altLang="uk-UA" b="1" dirty="0" err="1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value</a:t>
            </a:r>
            <a:r>
              <a:rPr lang="uk-UA" altLang="uk-UA" b="1" dirty="0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lang="uk-UA" altLang="uk-UA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br>
              <a:rPr lang="uk-UA" altLang="uk-UA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337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E7799C24-7F17-4319-B7A6-4385F217E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Classes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="" xmlns:a16="http://schemas.microsoft.com/office/drawing/2014/main" id="{BB481E08-7C2D-4866-9DA7-E948FC06EE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dirty="0" err="1"/>
              <a:t>EcmaScript</a:t>
            </a:r>
            <a:r>
              <a:rPr lang="en-US" dirty="0"/>
              <a:t> 2015 standard introduces </a:t>
            </a:r>
            <a:r>
              <a:rPr lang="en-US" b="1" dirty="0"/>
              <a:t>classes</a:t>
            </a:r>
            <a:r>
              <a:rPr lang="en-US" dirty="0"/>
              <a:t> but they are actually syntax sugar over well-known constructor functions and do not change prototyping inheritance built-in into the language.</a:t>
            </a:r>
          </a:p>
          <a:p>
            <a:pPr>
              <a:lnSpc>
                <a:spcPct val="130000"/>
              </a:lnSpc>
            </a:pPr>
            <a:r>
              <a:rPr lang="en-US" dirty="0"/>
              <a:t>To declare a class, you use the </a:t>
            </a:r>
            <a:r>
              <a:rPr lang="en-US" i="1" dirty="0"/>
              <a:t>class keyword</a:t>
            </a:r>
            <a:r>
              <a:rPr lang="en-US" dirty="0"/>
              <a:t> with the name of the class</a:t>
            </a:r>
            <a:r>
              <a:rPr lang="en-US" dirty="0" smtClean="0"/>
              <a:t>.</a:t>
            </a:r>
            <a:endParaRPr lang="uk-UA" dirty="0" smtClean="0"/>
          </a:p>
          <a:p>
            <a:pPr>
              <a:lnSpc>
                <a:spcPct val="130000"/>
              </a:lnSpc>
            </a:pPr>
            <a:r>
              <a:rPr lang="en-US" altLang="uk-UA" dirty="0"/>
              <a:t>An important difference between function declarations and class declarations is that </a:t>
            </a:r>
            <a:r>
              <a:rPr lang="en-US" altLang="uk-UA" i="1" dirty="0"/>
              <a:t>function declarations are hoisted</a:t>
            </a:r>
            <a:r>
              <a:rPr lang="en-US" altLang="uk-UA" dirty="0"/>
              <a:t> and </a:t>
            </a:r>
            <a:r>
              <a:rPr lang="en-US" altLang="uk-UA" i="1" dirty="0"/>
              <a:t>class declarations are not</a:t>
            </a:r>
            <a:r>
              <a:rPr lang="en-US" altLang="uk-UA" dirty="0"/>
              <a:t>. You first need to declare your class and then access it, otherwise you get </a:t>
            </a:r>
            <a:r>
              <a:rPr lang="en-US" altLang="uk-UA" i="1" dirty="0" err="1"/>
              <a:t>ReferenceError</a:t>
            </a:r>
            <a:r>
              <a:rPr lang="en-US" altLang="uk-UA" dirty="0"/>
              <a:t>.</a:t>
            </a:r>
          </a:p>
          <a:p>
            <a:pPr>
              <a:lnSpc>
                <a:spcPct val="130000"/>
              </a:lnSpc>
            </a:pPr>
            <a:endParaRPr lang="en-US" dirty="0"/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8738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28" y="482283"/>
            <a:ext cx="11046574" cy="586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272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05" y="686999"/>
            <a:ext cx="11192489" cy="5686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31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E7799C24-7F17-4319-B7A6-4385F217E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Modules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="" xmlns:a16="http://schemas.microsoft.com/office/drawing/2014/main" id="{BB481E08-7C2D-4866-9DA7-E948FC06EE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EcmaScript</a:t>
            </a:r>
            <a:r>
              <a:rPr lang="en-US" dirty="0"/>
              <a:t> 2015 introduces language-level support for modules that contains definition of components. 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Modules use implicitly asynchronous model – no code executes until requested modules are called from code.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Module should export entities that can be functions, object or primitives with keyword </a:t>
            </a:r>
            <a:r>
              <a:rPr lang="en-US" b="1" dirty="0"/>
              <a:t>export</a:t>
            </a:r>
            <a:r>
              <a:rPr lang="en-US" dirty="0"/>
              <a:t>. Default entity that can be </a:t>
            </a:r>
            <a:r>
              <a:rPr lang="en-US" i="1" dirty="0"/>
              <a:t>one per module</a:t>
            </a:r>
            <a:r>
              <a:rPr lang="en-US" dirty="0"/>
              <a:t> should be marked with keyword </a:t>
            </a:r>
            <a:r>
              <a:rPr lang="en-US" b="1" dirty="0"/>
              <a:t>default</a:t>
            </a:r>
            <a:r>
              <a:rPr lang="en-US" dirty="0"/>
              <a:t>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To import from module we should use keyword </a:t>
            </a:r>
            <a:r>
              <a:rPr lang="en-US" b="1" dirty="0"/>
              <a:t>import</a:t>
            </a:r>
            <a:r>
              <a:rPr lang="en-US" dirty="0"/>
              <a:t>.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104439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1644" y="265003"/>
            <a:ext cx="8651894" cy="631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824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E7799C24-7F17-4319-B7A6-4385F217E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Promise</a:t>
            </a:r>
            <a:r>
              <a:rPr lang="uk-UA" dirty="0"/>
              <a:t/>
            </a:r>
            <a:br>
              <a:rPr lang="uk-UA" dirty="0"/>
            </a:b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="" xmlns:a16="http://schemas.microsoft.com/office/drawing/2014/main" id="{BB481E08-7C2D-4866-9DA7-E948FC06EE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2886" y="2134021"/>
            <a:ext cx="5824182" cy="3429000"/>
          </a:xfrm>
        </p:spPr>
        <p:txBody>
          <a:bodyPr/>
          <a:lstStyle/>
          <a:p>
            <a:r>
              <a:rPr lang="en-US" dirty="0" smtClean="0"/>
              <a:t>Promises </a:t>
            </a:r>
            <a:r>
              <a:rPr lang="en-US" dirty="0"/>
              <a:t>are immutable</a:t>
            </a:r>
          </a:p>
          <a:p>
            <a:r>
              <a:rPr lang="en-US" dirty="0"/>
              <a:t>- they are either kept or </a:t>
            </a:r>
            <a:r>
              <a:rPr lang="en-US" dirty="0" smtClean="0"/>
              <a:t>broken;</a:t>
            </a:r>
            <a:endParaRPr lang="en-US" dirty="0"/>
          </a:p>
          <a:p>
            <a:r>
              <a:rPr lang="en-US" dirty="0"/>
              <a:t>- when a promise is kept, we are guaranteed to receive a </a:t>
            </a:r>
            <a:r>
              <a:rPr lang="en-US" dirty="0" smtClean="0"/>
              <a:t>value;</a:t>
            </a:r>
            <a:endParaRPr lang="en-US" dirty="0"/>
          </a:p>
          <a:p>
            <a:r>
              <a:rPr lang="en-US" dirty="0"/>
              <a:t>- when a promise is broken, we are guaranteed to receive a </a:t>
            </a:r>
            <a:r>
              <a:rPr lang="en-US" dirty="0" smtClean="0"/>
              <a:t>reason </a:t>
            </a:r>
            <a:r>
              <a:rPr lang="en-US" dirty="0"/>
              <a:t>(error</a:t>
            </a:r>
            <a:r>
              <a:rPr lang="en-US" dirty="0" smtClean="0"/>
              <a:t>);</a:t>
            </a:r>
            <a:endParaRPr lang="en-US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7068" y="2357650"/>
            <a:ext cx="5505138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688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74" y="346077"/>
            <a:ext cx="11887328" cy="611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341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Loop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605619" y="4670946"/>
            <a:ext cx="4705066" cy="1886803"/>
          </a:xfrm>
        </p:spPr>
        <p:txBody>
          <a:bodyPr/>
          <a:lstStyle/>
          <a:p>
            <a:r>
              <a:rPr lang="en-US" dirty="0" err="1"/>
              <a:t>forEach</a:t>
            </a:r>
            <a:r>
              <a:rPr lang="en-US" dirty="0"/>
              <a:t>()  — executes a provided function once for each </a:t>
            </a:r>
            <a:r>
              <a:rPr lang="en-US" dirty="0" smtClean="0"/>
              <a:t>array element</a:t>
            </a:r>
            <a:r>
              <a:rPr lang="en-US" dirty="0"/>
              <a:t>.</a:t>
            </a:r>
          </a:p>
          <a:p>
            <a:r>
              <a:rPr lang="en-US" dirty="0"/>
              <a:t>map()  — creates a new array with the results of calling a </a:t>
            </a:r>
            <a:r>
              <a:rPr lang="en-US" dirty="0" smtClean="0"/>
              <a:t>provided </a:t>
            </a:r>
            <a:r>
              <a:rPr lang="en-US" dirty="0"/>
              <a:t>function on every element in the calling array.</a:t>
            </a:r>
            <a:endParaRPr lang="ru-RU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5994779" y="2017024"/>
            <a:ext cx="5904931" cy="323793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dirty="0" err="1" smtClean="0">
                <a:solidFill>
                  <a:schemeClr val="tx1"/>
                </a:solidFill>
              </a:rPr>
              <a:t>const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ru-RU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obj</a:t>
            </a:r>
            <a:r>
              <a:rPr lang="ru-R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chemeClr val="tx1"/>
                </a:solidFill>
                <a:latin typeface="Consolas" panose="020B0609020204030204" pitchFamily="49" charset="0"/>
              </a:rPr>
              <a:t>= {a:1, b:2, c:3}; </a:t>
            </a:r>
            <a:endParaRPr lang="en-US" dirty="0" smtClean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lvl="0"/>
            <a:r>
              <a:rPr lang="ru-RU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ru-R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const</a:t>
            </a:r>
            <a:r>
              <a:rPr lang="ru-R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Consolas" panose="020B0609020204030204" pitchFamily="49" charset="0"/>
              </a:rPr>
              <a:t>key</a:t>
            </a:r>
            <a:r>
              <a:rPr lang="ru-R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ru-RU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Consolas" panose="020B0609020204030204" pitchFamily="49" charset="0"/>
              </a:rPr>
              <a:t>obj</a:t>
            </a:r>
            <a:r>
              <a:rPr lang="ru-RU" dirty="0">
                <a:solidFill>
                  <a:schemeClr val="tx1"/>
                </a:solidFill>
                <a:latin typeface="Consolas" panose="020B0609020204030204" pitchFamily="49" charset="0"/>
              </a:rPr>
              <a:t>) { </a:t>
            </a:r>
            <a:endParaRPr lang="en-US" dirty="0" smtClean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lv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ru-RU" dirty="0" smtClean="0">
                <a:solidFill>
                  <a:schemeClr val="tx1"/>
                </a:solidFill>
                <a:latin typeface="Consolas" panose="020B0609020204030204" pitchFamily="49" charset="0"/>
              </a:rPr>
              <a:t>console.log(</a:t>
            </a:r>
            <a:r>
              <a:rPr lang="en-US" dirty="0" smtClean="0">
                <a:solidFill>
                  <a:schemeClr val="tx1"/>
                </a:solidFill>
                <a:latin typeface="Consolas" panose="020B0609020204030204" pitchFamily="49" charset="0"/>
              </a:rPr>
              <a:t>`</a:t>
            </a:r>
            <a:r>
              <a:rPr lang="ru-RU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obj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dirty="0" smtClean="0">
                <a:solidFill>
                  <a:schemeClr val="tx1"/>
                </a:solidFill>
                <a:latin typeface="Consolas" panose="020B0609020204030204" pitchFamily="49" charset="0"/>
              </a:rPr>
              <a:t>${key} </a:t>
            </a:r>
            <a:r>
              <a:rPr lang="ru-RU" dirty="0" smtClean="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en-US" dirty="0" smtClean="0">
                <a:solidFill>
                  <a:schemeClr val="tx1"/>
                </a:solidFill>
                <a:latin typeface="Consolas" panose="020B0609020204030204" pitchFamily="49" charset="0"/>
              </a:rPr>
              <a:t> ${</a:t>
            </a:r>
            <a:r>
              <a:rPr lang="ru-RU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obj</a:t>
            </a:r>
            <a:r>
              <a:rPr lang="en-US" dirty="0" smtClean="0">
                <a:solidFill>
                  <a:schemeClr val="tx1"/>
                </a:solidFill>
                <a:latin typeface="Consolas" panose="020B0609020204030204" pitchFamily="49" charset="0"/>
              </a:rPr>
              <a:t>[key]}`)</a:t>
            </a:r>
            <a:r>
              <a:rPr lang="ru-R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endParaRPr lang="en-US" dirty="0" smtClean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lvl="0"/>
            <a:r>
              <a:rPr lang="ru-RU" dirty="0" smtClean="0">
                <a:solidFill>
                  <a:schemeClr val="tx1"/>
                </a:solidFill>
                <a:latin typeface="Consolas" panose="020B0609020204030204" pitchFamily="49" charset="0"/>
              </a:rPr>
              <a:t>} </a:t>
            </a:r>
            <a:endParaRPr lang="en-US" dirty="0" smtClean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lvl="0"/>
            <a:endParaRPr lang="en-US" dirty="0" smtClean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lvl="0"/>
            <a:r>
              <a:rPr lang="ru-RU" dirty="0" smtClean="0">
                <a:solidFill>
                  <a:schemeClr val="tx1"/>
                </a:solidFill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chemeClr val="tx1"/>
                </a:solidFill>
                <a:latin typeface="Consolas" panose="020B0609020204030204" pitchFamily="49" charset="0"/>
              </a:rPr>
              <a:t>"</a:t>
            </a:r>
            <a:r>
              <a:rPr lang="ru-RU" dirty="0" err="1">
                <a:solidFill>
                  <a:schemeClr val="tx1"/>
                </a:solidFill>
                <a:latin typeface="Consolas" panose="020B0609020204030204" pitchFamily="49" charset="0"/>
              </a:rPr>
              <a:t>obj.a</a:t>
            </a:r>
            <a:r>
              <a:rPr lang="ru-RU" dirty="0">
                <a:solidFill>
                  <a:schemeClr val="tx1"/>
                </a:solidFill>
                <a:latin typeface="Consolas" panose="020B0609020204030204" pitchFamily="49" charset="0"/>
              </a:rPr>
              <a:t> = 1" </a:t>
            </a:r>
            <a:endParaRPr lang="en-US" dirty="0" smtClean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lvl="0"/>
            <a:r>
              <a:rPr lang="ru-RU" dirty="0" smtClean="0">
                <a:solidFill>
                  <a:schemeClr val="tx1"/>
                </a:solidFill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chemeClr val="tx1"/>
                </a:solidFill>
                <a:latin typeface="Consolas" panose="020B0609020204030204" pitchFamily="49" charset="0"/>
              </a:rPr>
              <a:t>"</a:t>
            </a:r>
            <a:r>
              <a:rPr lang="ru-RU" dirty="0" err="1">
                <a:solidFill>
                  <a:schemeClr val="tx1"/>
                </a:solidFill>
                <a:latin typeface="Consolas" panose="020B0609020204030204" pitchFamily="49" charset="0"/>
              </a:rPr>
              <a:t>obj.b</a:t>
            </a:r>
            <a:r>
              <a:rPr lang="ru-RU" dirty="0">
                <a:solidFill>
                  <a:schemeClr val="tx1"/>
                </a:solidFill>
                <a:latin typeface="Consolas" panose="020B0609020204030204" pitchFamily="49" charset="0"/>
              </a:rPr>
              <a:t> = 2" </a:t>
            </a:r>
            <a:endParaRPr lang="en-US" dirty="0" smtClean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lvl="0"/>
            <a:r>
              <a:rPr lang="ru-RU" dirty="0" smtClean="0">
                <a:solidFill>
                  <a:schemeClr val="tx1"/>
                </a:solidFill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chemeClr val="tx1"/>
                </a:solidFill>
                <a:latin typeface="Consolas" panose="020B0609020204030204" pitchFamily="49" charset="0"/>
              </a:rPr>
              <a:t>"</a:t>
            </a:r>
            <a:r>
              <a:rPr lang="ru-RU" dirty="0" err="1">
                <a:solidFill>
                  <a:schemeClr val="tx1"/>
                </a:solidFill>
                <a:latin typeface="Consolas" panose="020B0609020204030204" pitchFamily="49" charset="0"/>
              </a:rPr>
              <a:t>obj.c</a:t>
            </a:r>
            <a:r>
              <a:rPr lang="ru-RU" dirty="0">
                <a:solidFill>
                  <a:schemeClr val="tx1"/>
                </a:solidFill>
                <a:latin typeface="Consolas" panose="020B0609020204030204" pitchFamily="49" charset="0"/>
              </a:rPr>
              <a:t> = 3"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endParaRPr lang="ru-RU" sz="4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03663" y="2017024"/>
            <a:ext cx="5308979" cy="232353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/>
              <a:t>const</a:t>
            </a:r>
            <a:r>
              <a:rPr lang="en-US" dirty="0"/>
              <a:t> array1 = ['a', 'b', 'c</a:t>
            </a:r>
            <a:r>
              <a:rPr lang="en-US" dirty="0" smtClean="0"/>
              <a:t>'];</a:t>
            </a:r>
          </a:p>
          <a:p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(</a:t>
            </a:r>
            <a:r>
              <a:rPr lang="en-US" dirty="0" err="1"/>
              <a:t>const</a:t>
            </a:r>
            <a:r>
              <a:rPr lang="en-US" dirty="0"/>
              <a:t> element of array1) </a:t>
            </a:r>
            <a:r>
              <a:rPr lang="en-US" dirty="0" smtClean="0"/>
              <a:t>{</a:t>
            </a:r>
          </a:p>
          <a:p>
            <a:r>
              <a:rPr lang="en-US" dirty="0" smtClean="0"/>
              <a:t>     console.log(element);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// </a:t>
            </a:r>
            <a:r>
              <a:rPr lang="en-US" dirty="0"/>
              <a:t>expected output: "</a:t>
            </a:r>
            <a:r>
              <a:rPr lang="en-US" dirty="0" smtClean="0"/>
              <a:t>a“</a:t>
            </a:r>
          </a:p>
          <a:p>
            <a:r>
              <a:rPr lang="en-US" dirty="0" smtClean="0"/>
              <a:t>// </a:t>
            </a:r>
            <a:r>
              <a:rPr lang="en-US" dirty="0"/>
              <a:t>expected output: "</a:t>
            </a:r>
            <a:r>
              <a:rPr lang="en-US" dirty="0" smtClean="0"/>
              <a:t>b“</a:t>
            </a:r>
          </a:p>
          <a:p>
            <a:r>
              <a:rPr lang="en-US" dirty="0" smtClean="0"/>
              <a:t>// </a:t>
            </a:r>
            <a:r>
              <a:rPr lang="en-US" dirty="0"/>
              <a:t>expected output: "c"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1613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asted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735758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GRADIENT THEME">
  <a:themeElements>
    <a:clrScheme name="SOFTSERV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88"/>
      </a:accent1>
      <a:accent2>
        <a:srgbClr val="9F26B5"/>
      </a:accent2>
      <a:accent3>
        <a:srgbClr val="4E5FAB"/>
      </a:accent3>
      <a:accent4>
        <a:srgbClr val="95D600"/>
      </a:accent4>
      <a:accent5>
        <a:srgbClr val="D41B5D"/>
      </a:accent5>
      <a:accent6>
        <a:srgbClr val="00A6CE"/>
      </a:accent6>
      <a:hlink>
        <a:srgbClr val="00A6CE"/>
      </a:hlink>
      <a:folHlink>
        <a:srgbClr val="4E5FAB"/>
      </a:folHlink>
    </a:clrScheme>
    <a:fontScheme name="Custom 1">
      <a:majorFont>
        <a:latin typeface="Proxima Nova Black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7" id="{EDBDD289-3946-6C44-95DC-76383EF7028A}" vid="{6D763B00-EF50-F542-BB8F-59F84E5659F4}"/>
    </a:ext>
  </a:extLst>
</a:theme>
</file>

<file path=ppt/theme/theme2.xml><?xml version="1.0" encoding="utf-8"?>
<a:theme xmlns:a="http://schemas.openxmlformats.org/drawingml/2006/main" name="2_GRADIENT THEME">
  <a:themeElements>
    <a:clrScheme name="SOFTSERV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88"/>
      </a:accent1>
      <a:accent2>
        <a:srgbClr val="9F26B5"/>
      </a:accent2>
      <a:accent3>
        <a:srgbClr val="4E5FAB"/>
      </a:accent3>
      <a:accent4>
        <a:srgbClr val="95D600"/>
      </a:accent4>
      <a:accent5>
        <a:srgbClr val="D41B5D"/>
      </a:accent5>
      <a:accent6>
        <a:srgbClr val="00A6CE"/>
      </a:accent6>
      <a:hlink>
        <a:srgbClr val="00A6CE"/>
      </a:hlink>
      <a:folHlink>
        <a:srgbClr val="4E5FAB"/>
      </a:folHlink>
    </a:clrScheme>
    <a:fontScheme name="Custom 1">
      <a:majorFont>
        <a:latin typeface="Proxima Nova Black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7" id="{EDBDD289-3946-6C44-95DC-76383EF7028A}" vid="{6D763B00-EF50-F542-BB8F-59F84E5659F4}"/>
    </a:ext>
  </a:extLst>
</a:theme>
</file>

<file path=ppt/theme/theme3.xml><?xml version="1.0" encoding="utf-8"?>
<a:theme xmlns:a="http://schemas.openxmlformats.org/drawingml/2006/main" name="2_DARK THEME">
  <a:themeElements>
    <a:clrScheme name="SOFTSERV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88"/>
      </a:accent1>
      <a:accent2>
        <a:srgbClr val="9F26B5"/>
      </a:accent2>
      <a:accent3>
        <a:srgbClr val="4E5FAB"/>
      </a:accent3>
      <a:accent4>
        <a:srgbClr val="95D600"/>
      </a:accent4>
      <a:accent5>
        <a:srgbClr val="D41B5D"/>
      </a:accent5>
      <a:accent6>
        <a:srgbClr val="00A6CE"/>
      </a:accent6>
      <a:hlink>
        <a:srgbClr val="00A6CE"/>
      </a:hlink>
      <a:folHlink>
        <a:srgbClr val="4E5FAB"/>
      </a:folHlink>
    </a:clrScheme>
    <a:fontScheme name="Custom 1">
      <a:majorFont>
        <a:latin typeface="Proxima Nova Black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7" id="{EDBDD289-3946-6C44-95DC-76383EF7028A}" vid="{6D763B00-EF50-F542-BB8F-59F84E5659F4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x041a__x043e__x043c__x0435__x0442__x0430__x0440_ xmlns="835f28f2-30f1-4728-84d2-86d96e14348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95FC54A15F344D83577B1CDDD67A5D" ma:contentTypeVersion="13" ma:contentTypeDescription="Create a new document." ma:contentTypeScope="" ma:versionID="30ded57c9b2156718eb8cc7b0e4246dc">
  <xsd:schema xmlns:xsd="http://www.w3.org/2001/XMLSchema" xmlns:xs="http://www.w3.org/2001/XMLSchema" xmlns:p="http://schemas.microsoft.com/office/2006/metadata/properties" xmlns:ns2="341e6018-ac0a-4dfb-8409-db9e0d25502e" xmlns:ns3="835f28f2-30f1-4728-84d2-86d96e143488" targetNamespace="http://schemas.microsoft.com/office/2006/metadata/properties" ma:root="true" ma:fieldsID="a0d1831635397921c92a19e568dfc949" ns2:_="" ns3:_="">
    <xsd:import namespace="341e6018-ac0a-4dfb-8409-db9e0d25502e"/>
    <xsd:import namespace="835f28f2-30f1-4728-84d2-86d96e14348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_x041a__x043e__x043c__x0435__x0442__x0430__x0440_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1e6018-ac0a-4dfb-8409-db9e0d25502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5f28f2-30f1-4728-84d2-86d96e1434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4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_x041a__x043e__x043c__x0435__x0442__x0430__x0440_" ma:index="16" nillable="true" ma:displayName="Кометар" ma:internalName="_x041a__x043e__x043c__x0435__x0442__x0430__x0440_">
      <xsd:simpleType>
        <xsd:restriction base="dms:Text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033E08-7FE9-4F6D-B155-A8777B4A5A57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835f28f2-30f1-4728-84d2-86d96e143488"/>
    <ds:schemaRef ds:uri="http://purl.org/dc/terms/"/>
    <ds:schemaRef ds:uri="http://schemas.openxmlformats.org/package/2006/metadata/core-properties"/>
    <ds:schemaRef ds:uri="341e6018-ac0a-4dfb-8409-db9e0d25502e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BCFD5A9-9FF3-42E0-89D7-BF5BFC61DD60}">
  <ds:schemaRefs>
    <ds:schemaRef ds:uri="341e6018-ac0a-4dfb-8409-db9e0d25502e"/>
    <ds:schemaRef ds:uri="835f28f2-30f1-4728-84d2-86d96e14348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96B3B9E-03D8-4766-BF45-6129617CF02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475</TotalTime>
  <Words>647</Words>
  <Application>Microsoft Office PowerPoint</Application>
  <PresentationFormat>Широкоэкранный</PresentationFormat>
  <Paragraphs>87</Paragraphs>
  <Slides>25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25</vt:i4>
      </vt:variant>
    </vt:vector>
  </HeadingPairs>
  <TitlesOfParts>
    <vt:vector size="35" baseType="lpstr">
      <vt:lpstr>Arial</vt:lpstr>
      <vt:lpstr>Calibri</vt:lpstr>
      <vt:lpstr>Consolas</vt:lpstr>
      <vt:lpstr>Courier New</vt:lpstr>
      <vt:lpstr>Open Sans</vt:lpstr>
      <vt:lpstr>Open Sans Regular</vt:lpstr>
      <vt:lpstr>Proxima Nova Black</vt:lpstr>
      <vt:lpstr>1_GRADIENT THEME</vt:lpstr>
      <vt:lpstr>2_GRADIENT THEME</vt:lpstr>
      <vt:lpstr>2_DARK THEME</vt:lpstr>
      <vt:lpstr>JavaScript EcmaScript2015 </vt:lpstr>
      <vt:lpstr>Презентация PowerPoint</vt:lpstr>
      <vt:lpstr>Babel </vt:lpstr>
      <vt:lpstr>Презентация PowerPoint</vt:lpstr>
      <vt:lpstr>var vs let / const</vt:lpstr>
      <vt:lpstr>HOISTING</vt:lpstr>
      <vt:lpstr>Презентация PowerPoint</vt:lpstr>
      <vt:lpstr>Презентация PowerPoint</vt:lpstr>
      <vt:lpstr>Template Literals</vt:lpstr>
      <vt:lpstr>Destructuring Assignment </vt:lpstr>
      <vt:lpstr>Презентация PowerPoint</vt:lpstr>
      <vt:lpstr>Arrow functions </vt:lpstr>
      <vt:lpstr>Презентация PowerPoint</vt:lpstr>
      <vt:lpstr>Презентация PowerPoint</vt:lpstr>
      <vt:lpstr>Symbol type</vt:lpstr>
      <vt:lpstr>Global Symbol Registry</vt:lpstr>
      <vt:lpstr>Classes</vt:lpstr>
      <vt:lpstr>Презентация PowerPoint</vt:lpstr>
      <vt:lpstr>Презентация PowerPoint</vt:lpstr>
      <vt:lpstr>Modules</vt:lpstr>
      <vt:lpstr>Презентация PowerPoint</vt:lpstr>
      <vt:lpstr>Promise </vt:lpstr>
      <vt:lpstr>Презентация PowerPoint</vt:lpstr>
      <vt:lpstr>Loop</vt:lpstr>
      <vt:lpstr>Презентация PowerPoint</vt:lpstr>
    </vt:vector>
  </TitlesOfParts>
  <Company>Verint Systems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508/WCAG SERVICE</dc:title>
  <dc:creator>Strutynska, Viktoriya</dc:creator>
  <cp:lastModifiedBy>Юлія Цуркан</cp:lastModifiedBy>
  <cp:revision>29</cp:revision>
  <dcterms:created xsi:type="dcterms:W3CDTF">2018-11-02T13:55:27Z</dcterms:created>
  <dcterms:modified xsi:type="dcterms:W3CDTF">2020-09-07T20:20:02Z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0x0101004195FC54A15F344D83577B1CDDD67A5D</vt:lpwstr>
  </property>
</Properties>
</file>