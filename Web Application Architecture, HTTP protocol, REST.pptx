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77" r:id="rId4"/>
    <p:sldMasterId id="2147484789" r:id="rId5"/>
    <p:sldMasterId id="2147484842" r:id="rId6"/>
  </p:sldMasterIdLst>
  <p:notesMasterIdLst>
    <p:notesMasterId r:id="rId22"/>
  </p:notesMasterIdLst>
  <p:sldIdLst>
    <p:sldId id="1224" r:id="rId7"/>
    <p:sldId id="1241" r:id="rId8"/>
    <p:sldId id="1249" r:id="rId9"/>
    <p:sldId id="1252" r:id="rId10"/>
    <p:sldId id="1242" r:id="rId11"/>
    <p:sldId id="1246" r:id="rId12"/>
    <p:sldId id="1228" r:id="rId13"/>
    <p:sldId id="1226" r:id="rId14"/>
    <p:sldId id="1239" r:id="rId15"/>
    <p:sldId id="1227" r:id="rId16"/>
    <p:sldId id="1229" r:id="rId17"/>
    <p:sldId id="1243" r:id="rId18"/>
    <p:sldId id="1248" r:id="rId19"/>
    <p:sldId id="1247" r:id="rId20"/>
    <p:sldId id="1206" r:id="rId2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93470C-4786-4D38-90BE-AF14FB3A0120}">
          <p14:sldIdLst>
            <p14:sldId id="1224"/>
            <p14:sldId id="1241"/>
            <p14:sldId id="1249"/>
            <p14:sldId id="1252"/>
            <p14:sldId id="1242"/>
            <p14:sldId id="1246"/>
            <p14:sldId id="1228"/>
            <p14:sldId id="1226"/>
            <p14:sldId id="1239"/>
            <p14:sldId id="1227"/>
            <p14:sldId id="1229"/>
            <p14:sldId id="1243"/>
            <p14:sldId id="1248"/>
            <p14:sldId id="1247"/>
            <p14:sldId id="12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688" userDrawn="1">
          <p15:clr>
            <a:srgbClr val="A4A3A4"/>
          </p15:clr>
        </p15:guide>
        <p15:guide id="3" orient="horz" pos="1729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ktoriya Shyryayeva" initials="" lastIdx="3" clrIdx="0"/>
  <p:cmAuthor id="2" name="Alona Golopuz" initials="AG" lastIdx="3" clrIdx="1"/>
  <p:cmAuthor id="3" name="Tania Kuz" initials="TK" lastIdx="7" clrIdx="2"/>
  <p:cmAuthor id="4" name="Viktoriya Shyryayeva" initials="VS" lastIdx="29" clrIdx="3"/>
  <p:cmAuthor id="5" name="Shaun Greene" initials="SG" lastIdx="1" clrIdx="4">
    <p:extLst>
      <p:ext uri="{19B8F6BF-5375-455C-9EA6-DF929625EA0E}">
        <p15:presenceInfo xmlns:p15="http://schemas.microsoft.com/office/powerpoint/2012/main" userId="S::sgree@softserveinc.com::aada7fc0-4079-4dff-b590-112c10cd22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2585"/>
    <a:srgbClr val="F26D26"/>
    <a:srgbClr val="BA124A"/>
    <a:srgbClr val="E93BDD"/>
    <a:srgbClr val="F49EEE"/>
    <a:srgbClr val="42D109"/>
    <a:srgbClr val="159B3B"/>
    <a:srgbClr val="0F45B1"/>
    <a:srgbClr val="E3602B"/>
    <a:srgbClr val="F4A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A7EBB-A71E-E244-9638-CA7B1C0FB579}" v="4" dt="2020-02-11T15:37:01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>
        <p:guide orient="horz" pos="1979"/>
        <p:guide pos="688"/>
        <p:guide orient="horz" pos="1729"/>
        <p:guide pos="7242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s Lopushanskyi" userId="7b479547-1ac6-4c3e-bfc7-6a03fe16e469" providerId="ADAL" clId="{A68BF3D1-7A73-6B4B-B776-FB4227A94BC4}"/>
    <pc:docChg chg="addSld modSld sldOrd modMainMaster">
      <pc:chgData name="Taras Lopushanskyi" userId="7b479547-1ac6-4c3e-bfc7-6a03fe16e469" providerId="ADAL" clId="{A68BF3D1-7A73-6B4B-B776-FB4227A94BC4}" dt="2019-10-31T13:17:38.316" v="6"/>
      <pc:docMkLst>
        <pc:docMk/>
      </pc:docMkLst>
      <pc:sldChg chg="ord">
        <pc:chgData name="Taras Lopushanskyi" userId="7b479547-1ac6-4c3e-bfc7-6a03fe16e469" providerId="ADAL" clId="{A68BF3D1-7A73-6B4B-B776-FB4227A94BC4}" dt="2019-10-31T13:16:23.350" v="4"/>
        <pc:sldMkLst>
          <pc:docMk/>
          <pc:sldMk cId="1735758878" sldId="1206"/>
        </pc:sldMkLst>
      </pc:sldChg>
      <pc:sldChg chg="addSp delSp modSp add">
        <pc:chgData name="Taras Lopushanskyi" userId="7b479547-1ac6-4c3e-bfc7-6a03fe16e469" providerId="ADAL" clId="{A68BF3D1-7A73-6B4B-B776-FB4227A94BC4}" dt="2019-10-31T13:16:12.015" v="1"/>
        <pc:sldMkLst>
          <pc:docMk/>
          <pc:sldMk cId="1639771642" sldId="1225"/>
        </pc:sldMkLst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2" creationId="{8076658C-F2A3-8D4A-86D8-FEBF3263A091}"/>
          </ac:spMkLst>
        </pc:spChg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3" creationId="{56A54168-4AEC-104E-9045-AB55EC5D9176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4" creationId="{C6AC858A-ED29-5C41-BD32-8ECE7DBAE66B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5" creationId="{19780850-A300-724E-8E7E-7AB9F732A244}"/>
          </ac:spMkLst>
        </pc:spChg>
      </pc:sldChg>
      <pc:sldChg chg="addSp delSp modSp add">
        <pc:chgData name="Taras Lopushanskyi" userId="7b479547-1ac6-4c3e-bfc7-6a03fe16e469" providerId="ADAL" clId="{A68BF3D1-7A73-6B4B-B776-FB4227A94BC4}" dt="2019-10-31T13:17:38.316" v="6"/>
        <pc:sldMkLst>
          <pc:docMk/>
          <pc:sldMk cId="671565239" sldId="1226"/>
        </pc:sldMkLst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2" creationId="{73C71268-C3B4-B347-BA8C-4F1ECD4E1265}"/>
          </ac:spMkLst>
        </pc:spChg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3" creationId="{B2456797-FD03-3A46-87F7-7B63AF16E6B2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4" creationId="{71432E24-899F-EA4A-ABC5-5AB32C618634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5" creationId="{751E9ABB-000C-C54F-A157-7FFE41A08932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6" creationId="{AC9F75E4-15BC-FC4F-9F29-F0D3A14A0B0C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7" creationId="{1A16E419-1C84-E041-B29C-349214FCE0D2}"/>
          </ac:spMkLst>
        </pc:spChg>
      </pc:sldChg>
      <pc:sldMasterChg chg="modSldLayout">
        <pc:chgData name="Taras Lopushanskyi" userId="7b479547-1ac6-4c3e-bfc7-6a03fe16e469" providerId="ADAL" clId="{A68BF3D1-7A73-6B4B-B776-FB4227A94BC4}" dt="2019-10-31T13:17:22.654" v="5" actId="207"/>
        <pc:sldMasterMkLst>
          <pc:docMk/>
          <pc:sldMasterMk cId="3674229508" sldId="2147484777"/>
        </pc:sldMasterMkLst>
        <pc:sldLayoutChg chg="modSp">
          <pc:chgData name="Taras Lopushanskyi" userId="7b479547-1ac6-4c3e-bfc7-6a03fe16e469" providerId="ADAL" clId="{A68BF3D1-7A73-6B4B-B776-FB4227A94BC4}" dt="2019-10-31T13:17:22.654" v="5" actId="207"/>
          <pc:sldLayoutMkLst>
            <pc:docMk/>
            <pc:sldMasterMk cId="3674229508" sldId="2147484777"/>
            <pc:sldLayoutMk cId="103784457" sldId="2147484780"/>
          </pc:sldLayoutMkLst>
          <pc:spChg chg="mod">
            <ac:chgData name="Taras Lopushanskyi" userId="7b479547-1ac6-4c3e-bfc7-6a03fe16e469" providerId="ADAL" clId="{A68BF3D1-7A73-6B4B-B776-FB4227A94BC4}" dt="2019-10-31T13:17:22.654" v="5" actId="207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</pc:sldLayoutChg>
      </pc:sldMasterChg>
    </pc:docChg>
  </pc:docChgLst>
  <pc:docChgLst>
    <pc:chgData name="Olha Kuklieva" userId="8058d566-3e94-4190-bb8d-b787b7329c88" providerId="ADAL" clId="{82B65C56-0DDA-4F6B-BC61-117E65D91B3A}"/>
    <pc:docChg chg="undo custSel addSld delSld modSld sldOrd modMainMaster modSection">
      <pc:chgData name="Olha Kuklieva" userId="8058d566-3e94-4190-bb8d-b787b7329c88" providerId="ADAL" clId="{82B65C56-0DDA-4F6B-BC61-117E65D91B3A}" dt="2019-10-31T13:25:54.541" v="67" actId="2696"/>
      <pc:docMkLst>
        <pc:docMk/>
      </pc:docMkLst>
      <pc:sldChg chg="modSp">
        <pc:chgData name="Olha Kuklieva" userId="8058d566-3e94-4190-bb8d-b787b7329c88" providerId="ADAL" clId="{82B65C56-0DDA-4F6B-BC61-117E65D91B3A}" dt="2019-10-31T13:19:23.257" v="10" actId="20577"/>
        <pc:sldMkLst>
          <pc:docMk/>
          <pc:sldMk cId="4001193277" sldId="1224"/>
        </pc:sldMkLst>
        <pc:spChg chg="mod">
          <ac:chgData name="Olha Kuklieva" userId="8058d566-3e94-4190-bb8d-b787b7329c88" providerId="ADAL" clId="{82B65C56-0DDA-4F6B-BC61-117E65D91B3A}" dt="2019-10-31T13:19:23.257" v="10" actId="20577"/>
          <ac:spMkLst>
            <pc:docMk/>
            <pc:sldMk cId="4001193277" sldId="1224"/>
            <ac:spMk id="4" creationId="{C6BFCD7C-0C79-467A-9369-0675D4B541D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0:31.922" v="33"/>
        <pc:sldMkLst>
          <pc:docMk/>
          <pc:sldMk cId="759534034" sldId="1225"/>
        </pc:sldMkLst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2" creationId="{595464EC-D1C5-456B-B9F8-1F6E06556084}"/>
          </ac:spMkLst>
        </pc:spChg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3" creationId="{03225F8D-77CD-4007-8F3A-710F10C8E7DD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4" creationId="{BCA96069-B365-4100-9F96-5D807972B8B9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5" creationId="{C6A279E8-94D6-4886-8FF6-8A8EC28F6554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6" creationId="{C26BA086-93B2-44A2-8B1B-22E693D2ABB6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7" creationId="{B3EDC24C-EE02-4845-99B9-F77A9B3BC1BB}"/>
          </ac:spMkLst>
        </pc:spChg>
      </pc:sldChg>
      <pc:sldChg chg="add del">
        <pc:chgData name="Olha Kuklieva" userId="8058d566-3e94-4190-bb8d-b787b7329c88" providerId="ADAL" clId="{82B65C56-0DDA-4F6B-BC61-117E65D91B3A}" dt="2019-10-31T13:19:19.956" v="6"/>
        <pc:sldMkLst>
          <pc:docMk/>
          <pc:sldMk cId="2522737897" sldId="1225"/>
        </pc:sldMkLst>
      </pc:sldChg>
      <pc:sldChg chg="addSp delSp modSp add">
        <pc:chgData name="Olha Kuklieva" userId="8058d566-3e94-4190-bb8d-b787b7329c88" providerId="ADAL" clId="{82B65C56-0DDA-4F6B-BC61-117E65D91B3A}" dt="2019-10-31T13:20:37.163" v="35"/>
        <pc:sldMkLst>
          <pc:docMk/>
          <pc:sldMk cId="2736104985" sldId="1226"/>
        </pc:sldMkLst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2" creationId="{5AF2CF7F-B1CA-40D9-B487-7FC1D9DEF6F7}"/>
          </ac:spMkLst>
        </pc:spChg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3" creationId="{61A4F8C9-BE4C-4212-A593-B334DC08425C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4" creationId="{99B3B0FC-3F87-4318-A857-A0F462CAFFEA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5" creationId="{3A9FB3B7-57FB-42BB-B446-0677226703DE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6" creationId="{86CCEA01-F57D-41CB-89BB-D59127C3A278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7" creationId="{899447FB-C7CD-42DA-AEBC-3440527073AC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2:27.303" v="63"/>
        <pc:sldMkLst>
          <pc:docMk/>
          <pc:sldMk cId="175485925" sldId="1227"/>
        </pc:sldMkLst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2" creationId="{327513D4-3B83-4300-B69B-4AC85EEDC8D9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3" creationId="{C55CDE06-A103-4615-A5CF-0D391BC50FC5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4" creationId="{0512DBA5-833F-4171-ABFB-4276D6BF0A4C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5" creationId="{6D0FE103-98B7-4675-A27D-E67C87E88899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6" creationId="{FBDCDD2A-4E15-469D-BEA3-61049F5145CD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7" creationId="{83416B48-18DC-4F3C-9537-87FB8BA8E8A1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8" creationId="{1C879ED0-FB0F-496C-A28D-E63CA7ACFAF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9" creationId="{CA4E5058-9026-462C-B16F-44D90B73FCA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0" creationId="{0055DE7F-03EA-4D23-AD9C-CE1E65F90EF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1" creationId="{E6D38E12-0B8B-4A45-AA22-FFF26BA4BDC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2" creationId="{DDF14CDB-48E1-4C5B-B40C-D700FCD6F957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3" creationId="{276D560C-9AA8-4A22-A278-EE90E939A6AC}"/>
          </ac:spMkLst>
        </pc:spChg>
      </pc:sldChg>
      <pc:sldChg chg="addSp delSp modSp add ord">
        <pc:chgData name="Olha Kuklieva" userId="8058d566-3e94-4190-bb8d-b787b7329c88" providerId="ADAL" clId="{82B65C56-0DDA-4F6B-BC61-117E65D91B3A}" dt="2019-10-31T13:20:58.460" v="40"/>
        <pc:sldMkLst>
          <pc:docMk/>
          <pc:sldMk cId="1943036412" sldId="1228"/>
        </pc:sldMkLst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2" creationId="{243A08A1-FE81-4669-8010-AB512AEBF8B5}"/>
          </ac:spMkLst>
        </pc:spChg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3" creationId="{93B389C7-D385-4774-9726-10C8CAF10EAE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4" creationId="{CA236E6E-CCA1-48F4-8FC1-2690E5DA5F74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5" creationId="{9C6E0AE2-DB35-40C9-B9A1-25494B29AEC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09.202" v="42"/>
        <pc:sldMkLst>
          <pc:docMk/>
          <pc:sldMk cId="796952511" sldId="1229"/>
        </pc:sldMkLst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2" creationId="{E6E13410-90BD-470E-AA47-C4C5C4C388EC}"/>
          </ac:spMkLst>
        </pc:spChg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3" creationId="{D6DB02A1-9EBB-4826-8D38-69FD1460AFF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4" creationId="{5831415F-B9DB-4820-AEA0-7D4B3738F68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5" creationId="{548BC74F-B18A-4578-98FC-BCE7C88CA17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3.117" v="44"/>
        <pc:sldMkLst>
          <pc:docMk/>
          <pc:sldMk cId="1856492653" sldId="1230"/>
        </pc:sldMkLst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2" creationId="{0AC469AC-C6FF-4003-B95F-89980C5C3E02}"/>
          </ac:spMkLst>
        </pc:spChg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3" creationId="{534F63C9-4974-45FF-8754-4E152E5BF9FC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4" creationId="{AAFA0E05-D6A3-44DB-8E1F-AE9104489031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5" creationId="{817D4F48-03D6-4A34-979F-5C60DD1330B6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8.439" v="46"/>
        <pc:sldMkLst>
          <pc:docMk/>
          <pc:sldMk cId="3440774989" sldId="1231"/>
        </pc:sldMkLst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2" creationId="{414DAAB3-A6A9-41E2-B080-6E455B2E14B5}"/>
          </ac:spMkLst>
        </pc:spChg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3" creationId="{D9233D15-17C2-49C8-AD55-6911C3DEBA37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4" creationId="{B89C1B92-534C-47A0-B35C-7F8EBB8DA40C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5" creationId="{8FA807B4-AFD7-4059-940E-031033A6C16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0.607" v="48"/>
        <pc:sldMkLst>
          <pc:docMk/>
          <pc:sldMk cId="370164559" sldId="1232"/>
        </pc:sldMkLst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2" creationId="{AEFF3FA5-4F9A-47C5-9282-15004FDD5FA0}"/>
          </ac:spMkLst>
        </pc:spChg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3" creationId="{6AA47D9C-991C-44A7-B46B-E6C01B7D3F19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4" creationId="{C4F1E8A9-C2C6-413C-BF2D-8D22F2332193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5" creationId="{61B47164-5C4E-46ED-A751-8C8D4443061B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6" creationId="{74334EBB-850A-4BB3-AD6E-C0E5759930A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5.157" v="50"/>
        <pc:sldMkLst>
          <pc:docMk/>
          <pc:sldMk cId="2206258584" sldId="1233"/>
        </pc:sldMkLst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2" creationId="{F1E522FB-5637-4F0F-B84F-6172AF70EDE3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3" creationId="{C3DDFADB-9649-4C6A-ACE2-244024000276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4" creationId="{F97ED3CC-02AE-4272-836A-215B3EB3F8A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5" creationId="{07F232F8-3DCC-42F6-918D-253C12D87F55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6" creationId="{3BD6F3A0-B8BF-41EB-A614-48D90DB3A7F7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7" creationId="{2FF701EB-017D-4DCB-8484-2297D8189D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8" creationId="{F7F2DB32-9C4E-4DB0-886F-43B87BC86204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9" creationId="{C884F33B-DAF6-48C5-B73F-15CA78409C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10" creationId="{EB64B8B9-D9F6-4431-B684-602795A15DD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48.777" v="55"/>
        <pc:sldMkLst>
          <pc:docMk/>
          <pc:sldMk cId="138160587" sldId="1234"/>
        </pc:sldMkLst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2" creationId="{176F6549-E1E7-4A73-BA3F-66D5A69F98E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3" creationId="{AC47A63F-3C3D-4ECB-AB6F-A1712D88502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4" creationId="{4C0B0985-B27B-459A-943D-2997DA842B1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5" creationId="{AA329F11-EC5C-4BA6-8036-5D41DEA89FAD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6" creationId="{609B4149-A2B1-4FB0-A323-C5ACB9F5F87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7" creationId="{5CC034BD-2514-4DEE-9F20-591D91F0F473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8" creationId="{63DEA8AE-C6CF-4784-93A5-86DD907A9A5C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9" creationId="{9680BDFE-7646-4F3A-BCA5-F47C02A39C05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0" creationId="{C2C01860-88AA-4983-9D84-DB6CD67B99FA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1" creationId="{CF3D1018-5EBF-47E8-BCA9-73CE5FFDDFC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2.450" v="56"/>
        <pc:sldMkLst>
          <pc:docMk/>
          <pc:sldMk cId="1929071914" sldId="1235"/>
        </pc:sldMkLst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2" creationId="{461BE51E-4C08-41AA-80FA-11C38A0245D2}"/>
          </ac:spMkLst>
        </pc:spChg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3" creationId="{3E51AC74-5C4C-4D8B-8CDE-5A0F2C1E9D9C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4" creationId="{7CE279CF-3BD5-4824-A27C-DC37634BDC47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5" creationId="{D455A3A1-0149-49CA-9D4F-AD68D4166B21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6" creationId="{E7799C24-7F17-4319-B7A6-4385F217E7DA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7" creationId="{BB481E08-7C2D-4866-9DA7-E948FC06EE6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6.198" v="58"/>
        <pc:sldMkLst>
          <pc:docMk/>
          <pc:sldMk cId="1483906705" sldId="1236"/>
        </pc:sldMkLst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2" creationId="{95DFADC9-7335-4F78-A5D4-A7BF31752D7F}"/>
          </ac:spMkLst>
        </pc:spChg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3" creationId="{0269A099-CDF6-4EBA-A514-A2DAB86EFC04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4" creationId="{9C0E98AF-C5CD-4FAB-A01E-D24E37D15F8E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5" creationId="{2D815465-9810-4297-B7C7-CB93EFFC3510}"/>
          </ac:spMkLst>
        </pc:spChg>
      </pc:sldChg>
      <pc:sldChg chg="delSp add">
        <pc:chgData name="Olha Kuklieva" userId="8058d566-3e94-4190-bb8d-b787b7329c88" providerId="ADAL" clId="{82B65C56-0DDA-4F6B-BC61-117E65D91B3A}" dt="2019-10-31T13:22:04.395" v="60"/>
        <pc:sldMkLst>
          <pc:docMk/>
          <pc:sldMk cId="1744341630" sldId="1237"/>
        </pc:sldMkLst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2" creationId="{1498270B-F795-4657-B078-0A65B2F27EA8}"/>
          </ac:spMkLst>
        </pc:spChg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3" creationId="{73635B2F-3EEC-4D33-BAC8-1F7FD7E72004}"/>
          </ac:spMkLst>
        </pc:spChg>
      </pc:sldChg>
      <pc:sldChg chg="addSp modSp add">
        <pc:chgData name="Olha Kuklieva" userId="8058d566-3e94-4190-bb8d-b787b7329c88" providerId="ADAL" clId="{82B65C56-0DDA-4F6B-BC61-117E65D91B3A}" dt="2019-10-31T13:22:12.857" v="62"/>
        <pc:sldMkLst>
          <pc:docMk/>
          <pc:sldMk cId="2199953829" sldId="1238"/>
        </pc:sldMkLst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2" creationId="{8C88C5F5-6CB3-4FAC-992E-C7AF0C1AEAA9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3" creationId="{84A8E77E-B539-4F18-9F02-51D8362FC622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4" creationId="{7F538B34-5B01-4C18-9A86-345B2E5C88AA}"/>
          </ac:spMkLst>
        </pc:spChg>
      </pc:sldChg>
      <pc:sldChg chg="del ord">
        <pc:chgData name="Olha Kuklieva" userId="8058d566-3e94-4190-bb8d-b787b7329c88" providerId="ADAL" clId="{82B65C56-0DDA-4F6B-BC61-117E65D91B3A}" dt="2019-10-31T13:25:54.534" v="66" actId="2696"/>
        <pc:sldMkLst>
          <pc:docMk/>
          <pc:sldMk cId="1639771642" sldId="1239"/>
        </pc:sldMkLst>
      </pc:sldChg>
      <pc:sldChg chg="del ord">
        <pc:chgData name="Olha Kuklieva" userId="8058d566-3e94-4190-bb8d-b787b7329c88" providerId="ADAL" clId="{82B65C56-0DDA-4F6B-BC61-117E65D91B3A}" dt="2019-10-31T13:25:54.541" v="67" actId="2696"/>
        <pc:sldMkLst>
          <pc:docMk/>
          <pc:sldMk cId="671565239" sldId="1240"/>
        </pc:sldMkLst>
      </pc:sldChg>
      <pc:sldMasterChg chg="modSldLayout">
        <pc:chgData name="Olha Kuklieva" userId="8058d566-3e94-4190-bb8d-b787b7329c88" providerId="ADAL" clId="{82B65C56-0DDA-4F6B-BC61-117E65D91B3A}" dt="2019-10-31T13:20:21.167" v="32"/>
        <pc:sldMasterMkLst>
          <pc:docMk/>
          <pc:sldMasterMk cId="3674229508" sldId="2147484777"/>
        </pc:sldMasterMkLst>
        <pc:sldLayoutChg chg="addSp delSp">
          <pc:chgData name="Olha Kuklieva" userId="8058d566-3e94-4190-bb8d-b787b7329c88" providerId="ADAL" clId="{82B65C56-0DDA-4F6B-BC61-117E65D91B3A}" dt="2019-10-31T13:20:21.167" v="32"/>
          <pc:sldLayoutMkLst>
            <pc:docMk/>
            <pc:sldMasterMk cId="3674229508" sldId="2147484777"/>
            <pc:sldLayoutMk cId="103784457" sldId="2147484780"/>
          </pc:sldLayoutMkLst>
          <pc:spChg chg="del">
            <ac:chgData name="Olha Kuklieva" userId="8058d566-3e94-4190-bb8d-b787b7329c88" providerId="ADAL" clId="{82B65C56-0DDA-4F6B-BC61-117E65D91B3A}" dt="2019-10-31T13:20:20.660" v="31" actId="478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  <pc:spChg chg="add">
            <ac:chgData name="Olha Kuklieva" userId="8058d566-3e94-4190-bb8d-b787b7329c88" providerId="ADAL" clId="{82B65C56-0DDA-4F6B-BC61-117E65D91B3A}" dt="2019-10-31T13:20:21.167" v="32"/>
            <ac:spMkLst>
              <pc:docMk/>
              <pc:sldMasterMk cId="3674229508" sldId="2147484777"/>
              <pc:sldLayoutMk cId="103784457" sldId="2147484780"/>
              <ac:spMk id="10" creationId="{7E951F8F-95DA-4545-9B7B-92CF0D985F6F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2.333" v="28" actId="1076"/>
        <pc:sldMasterMkLst>
          <pc:docMk/>
          <pc:sldMasterMk cId="341790936" sldId="2147484789"/>
        </pc:sldMasterMkLst>
        <pc:sldLayoutChg chg="modSp">
          <pc:chgData name="Olha Kuklieva" userId="8058d566-3e94-4190-bb8d-b787b7329c88" providerId="ADAL" clId="{82B65C56-0DDA-4F6B-BC61-117E65D91B3A}" dt="2019-10-31T13:20:02.333" v="28" actId="1076"/>
          <pc:sldLayoutMkLst>
            <pc:docMk/>
            <pc:sldMasterMk cId="341790936" sldId="2147484789"/>
            <pc:sldLayoutMk cId="3124640893" sldId="2147484792"/>
          </pc:sldLayoutMkLst>
          <pc:spChg chg="mod">
            <ac:chgData name="Olha Kuklieva" userId="8058d566-3e94-4190-bb8d-b787b7329c88" providerId="ADAL" clId="{82B65C56-0DDA-4F6B-BC61-117E65D91B3A}" dt="2019-10-31T13:19:18.002" v="5" actId="20577"/>
            <ac:spMkLst>
              <pc:docMk/>
              <pc:sldMasterMk cId="341790936" sldId="2147484789"/>
              <pc:sldLayoutMk cId="3124640893" sldId="2147484792"/>
              <ac:spMk id="3" creationId="{00000000-0000-0000-0000-000000000000}"/>
            </ac:spMkLst>
          </pc:spChg>
          <pc:spChg chg="mod">
            <ac:chgData name="Olha Kuklieva" userId="8058d566-3e94-4190-bb8d-b787b7329c88" providerId="ADAL" clId="{82B65C56-0DDA-4F6B-BC61-117E65D91B3A}" dt="2019-10-31T13:20:02.333" v="28" actId="1076"/>
            <ac:spMkLst>
              <pc:docMk/>
              <pc:sldMasterMk cId="341790936" sldId="2147484789"/>
              <pc:sldLayoutMk cId="3124640893" sldId="2147484792"/>
              <ac:spMk id="7" creationId="{00000000-0000-0000-0000-000000000000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8.977" v="30"/>
        <pc:sldMasterMkLst>
          <pc:docMk/>
          <pc:sldMasterMk cId="3849270835" sldId="2147484842"/>
        </pc:sldMasterMkLst>
        <pc:sldLayoutChg chg="addSp delSp">
          <pc:chgData name="Olha Kuklieva" userId="8058d566-3e94-4190-bb8d-b787b7329c88" providerId="ADAL" clId="{82B65C56-0DDA-4F6B-BC61-117E65D91B3A}" dt="2019-10-31T13:20:08.977" v="30"/>
          <pc:sldLayoutMkLst>
            <pc:docMk/>
            <pc:sldMasterMk cId="3849270835" sldId="2147484842"/>
            <pc:sldLayoutMk cId="2933953185" sldId="2147484850"/>
          </pc:sldLayoutMkLst>
          <pc:spChg chg="add">
            <ac:chgData name="Olha Kuklieva" userId="8058d566-3e94-4190-bb8d-b787b7329c88" providerId="ADAL" clId="{82B65C56-0DDA-4F6B-BC61-117E65D91B3A}" dt="2019-10-31T13:20:08.977" v="30"/>
            <ac:spMkLst>
              <pc:docMk/>
              <pc:sldMasterMk cId="3849270835" sldId="2147484842"/>
              <pc:sldLayoutMk cId="2933953185" sldId="2147484850"/>
              <ac:spMk id="6" creationId="{6DDF5AB6-195E-47F9-91E3-98E599C01EFB}"/>
            </ac:spMkLst>
          </pc:spChg>
          <pc:spChg chg="del">
            <ac:chgData name="Olha Kuklieva" userId="8058d566-3e94-4190-bb8d-b787b7329c88" providerId="ADAL" clId="{82B65C56-0DDA-4F6B-BC61-117E65D91B3A}" dt="2019-10-31T13:20:08.389" v="29" actId="478"/>
            <ac:spMkLst>
              <pc:docMk/>
              <pc:sldMasterMk cId="3849270835" sldId="2147484842"/>
              <pc:sldLayoutMk cId="2933953185" sldId="2147484850"/>
              <ac:spMk id="7" creationId="{00000000-0000-0000-0000-000000000000}"/>
            </ac:spMkLst>
          </pc:spChg>
        </pc:sldLayoutChg>
      </pc:sldMasterChg>
    </pc:docChg>
  </pc:docChgLst>
  <pc:docChgLst>
    <pc:chgData name="Briana Mendoza" userId="c91bfef7-954f-4b54-95a0-187db890a228" providerId="ADAL" clId="{DE0A7EBB-A71E-E244-9638-CA7B1C0FB579}"/>
    <pc:docChg chg="addSld modSld">
      <pc:chgData name="Briana Mendoza" userId="c91bfef7-954f-4b54-95a0-187db890a228" providerId="ADAL" clId="{DE0A7EBB-A71E-E244-9638-CA7B1C0FB579}" dt="2020-02-11T15:37:01.634" v="2"/>
      <pc:docMkLst>
        <pc:docMk/>
      </pc:docMkLst>
      <pc:sldChg chg="addSp delSp modSp add">
        <pc:chgData name="Briana Mendoza" userId="c91bfef7-954f-4b54-95a0-187db890a228" providerId="ADAL" clId="{DE0A7EBB-A71E-E244-9638-CA7B1C0FB579}" dt="2020-02-11T15:37:01.634" v="2"/>
        <pc:sldMkLst>
          <pc:docMk/>
          <pc:sldMk cId="801574221" sldId="1239"/>
        </pc:sldMkLst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2" creationId="{74E54B86-7300-084E-A2EA-4C64CC1F82ED}"/>
          </ac:spMkLst>
        </pc:spChg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3" creationId="{2AC26678-36D1-1940-989C-87092E5FFD6F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4" creationId="{40755D8C-6560-E04B-A898-B88A03B4DA47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5" creationId="{EA190C6B-83CF-FA44-B2A2-0FC1B75C04A6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6" creationId="{8E679A29-6F90-6C4C-970A-85B34E6A8B5C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7" creationId="{E541A164-7EC1-2246-A6BF-402A097BD6ED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8" creationId="{F64460B3-2375-9D4D-8234-4174BC3B6295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9" creationId="{18176AEF-88AB-C24B-8F30-A8413B879A09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0" creationId="{FE6F92B3-0A64-344F-AACB-4E6E187DC37E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1" creationId="{C4182C9D-1897-824D-B491-0F7A8B610D23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2" creationId="{0BB31010-45BB-7746-BE81-D42559C95C3A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3" creationId="{D89F69B0-8928-7C44-AAF4-023C48E652C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4" creationId="{16B6D339-815F-5140-BA2E-F4D179F7E23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5" creationId="{3028D1EB-7057-3649-9CA8-4717FC9099A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D2DD29-28C2-4CBD-B334-E60E0F97852F}" type="doc">
      <dgm:prSet loTypeId="urn:microsoft.com/office/officeart/2005/8/layout/radial3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0E236E87-6AB6-4431-B799-E22D228C498F}">
      <dgm:prSet phldrT="[Текст]"/>
      <dgm:spPr/>
      <dgm:t>
        <a:bodyPr/>
        <a:lstStyle/>
        <a:p>
          <a:r>
            <a:rPr lang="en-US" b="1" i="0" dirty="0" smtClean="0"/>
            <a:t>Web Application Components</a:t>
          </a:r>
          <a:endParaRPr lang="ru-RU" dirty="0"/>
        </a:p>
      </dgm:t>
    </dgm:pt>
    <dgm:pt modelId="{D62E3E97-A9B9-4D37-945A-8DBF71B7998F}" type="parTrans" cxnId="{576E54BB-AD99-42CA-88F2-DA6B0CC3C7A7}">
      <dgm:prSet/>
      <dgm:spPr/>
      <dgm:t>
        <a:bodyPr/>
        <a:lstStyle/>
        <a:p>
          <a:endParaRPr lang="ru-RU"/>
        </a:p>
      </dgm:t>
    </dgm:pt>
    <dgm:pt modelId="{BF966C4A-1361-4ABE-BC98-1807291C51B0}" type="sibTrans" cxnId="{576E54BB-AD99-42CA-88F2-DA6B0CC3C7A7}">
      <dgm:prSet/>
      <dgm:spPr/>
      <dgm:t>
        <a:bodyPr/>
        <a:lstStyle/>
        <a:p>
          <a:endParaRPr lang="ru-RU"/>
        </a:p>
      </dgm:t>
    </dgm:pt>
    <dgm:pt modelId="{BE9B155A-3064-4B87-97F7-7A010D906B6F}">
      <dgm:prSet phldrT="[Текст]"/>
      <dgm:spPr/>
      <dgm:t>
        <a:bodyPr/>
        <a:lstStyle/>
        <a:p>
          <a:r>
            <a:rPr lang="en-US" b="1" i="0" dirty="0" smtClean="0"/>
            <a:t>UI/UX Web Application Components </a:t>
          </a:r>
          <a:endParaRPr lang="ru-RU" dirty="0"/>
        </a:p>
      </dgm:t>
    </dgm:pt>
    <dgm:pt modelId="{67B5F667-CCD1-4BD5-B9E2-178868305CDC}" type="parTrans" cxnId="{45733FDF-7EA8-4C72-9A17-498B0DD15842}">
      <dgm:prSet/>
      <dgm:spPr/>
      <dgm:t>
        <a:bodyPr/>
        <a:lstStyle/>
        <a:p>
          <a:endParaRPr lang="ru-RU"/>
        </a:p>
      </dgm:t>
    </dgm:pt>
    <dgm:pt modelId="{5134D4BB-E442-4BB8-9B65-3F22D2A325B9}" type="sibTrans" cxnId="{45733FDF-7EA8-4C72-9A17-498B0DD15842}">
      <dgm:prSet/>
      <dgm:spPr/>
      <dgm:t>
        <a:bodyPr/>
        <a:lstStyle/>
        <a:p>
          <a:endParaRPr lang="ru-RU"/>
        </a:p>
      </dgm:t>
    </dgm:pt>
    <dgm:pt modelId="{FBE78AB5-BD6B-4458-8A36-4919E2BB7695}">
      <dgm:prSet phldrT="[Текст]"/>
      <dgm:spPr/>
      <dgm:t>
        <a:bodyPr/>
        <a:lstStyle/>
        <a:p>
          <a:r>
            <a:rPr lang="en-US" b="1" i="0" dirty="0" smtClean="0"/>
            <a:t>Structural Components</a:t>
          </a:r>
          <a:endParaRPr lang="ru-RU" dirty="0"/>
        </a:p>
      </dgm:t>
    </dgm:pt>
    <dgm:pt modelId="{8D3675E8-B1EF-4C0E-A40F-1DD64E278449}" type="parTrans" cxnId="{077477B3-8E13-4BCA-B845-54289472C7F0}">
      <dgm:prSet/>
      <dgm:spPr/>
      <dgm:t>
        <a:bodyPr/>
        <a:lstStyle/>
        <a:p>
          <a:endParaRPr lang="ru-RU"/>
        </a:p>
      </dgm:t>
    </dgm:pt>
    <dgm:pt modelId="{FD8183D2-3321-4E0E-8FEF-6A1D148C157A}" type="sibTrans" cxnId="{077477B3-8E13-4BCA-B845-54289472C7F0}">
      <dgm:prSet/>
      <dgm:spPr/>
      <dgm:t>
        <a:bodyPr/>
        <a:lstStyle/>
        <a:p>
          <a:endParaRPr lang="ru-RU"/>
        </a:p>
      </dgm:t>
    </dgm:pt>
    <dgm:pt modelId="{27E3AD8C-D814-4B7A-B6E3-4DBEFE11BBD5}">
      <dgm:prSet phldrT="[Текст]"/>
      <dgm:spPr/>
      <dgm:t>
        <a:bodyPr/>
        <a:lstStyle/>
        <a:p>
          <a:r>
            <a:rPr lang="en-US" b="1" i="0" dirty="0" smtClean="0"/>
            <a:t>Client Component </a:t>
          </a:r>
          <a:endParaRPr lang="ru-RU" dirty="0"/>
        </a:p>
      </dgm:t>
    </dgm:pt>
    <dgm:pt modelId="{4EDAF1CA-783B-4172-8526-9221A863FDC8}" type="parTrans" cxnId="{E32BB0FC-B5F3-4A61-9929-89CEB5DFC83A}">
      <dgm:prSet/>
      <dgm:spPr/>
      <dgm:t>
        <a:bodyPr/>
        <a:lstStyle/>
        <a:p>
          <a:endParaRPr lang="ru-RU"/>
        </a:p>
      </dgm:t>
    </dgm:pt>
    <dgm:pt modelId="{62C23E9A-2E5D-417A-A588-9F0BA1EF4A91}" type="sibTrans" cxnId="{E32BB0FC-B5F3-4A61-9929-89CEB5DFC83A}">
      <dgm:prSet/>
      <dgm:spPr/>
      <dgm:t>
        <a:bodyPr/>
        <a:lstStyle/>
        <a:p>
          <a:endParaRPr lang="ru-RU"/>
        </a:p>
      </dgm:t>
    </dgm:pt>
    <dgm:pt modelId="{B676A03B-3F32-4F98-BE0E-B9AADE202C42}">
      <dgm:prSet phldrT="[Текст]"/>
      <dgm:spPr/>
      <dgm:t>
        <a:bodyPr/>
        <a:lstStyle/>
        <a:p>
          <a:r>
            <a:rPr lang="en-US" b="1" i="0" dirty="0" smtClean="0"/>
            <a:t>Server Component </a:t>
          </a:r>
          <a:endParaRPr lang="ru-RU" dirty="0"/>
        </a:p>
      </dgm:t>
    </dgm:pt>
    <dgm:pt modelId="{55FEECE1-0B40-4AF9-AEA7-7EA14F08C3B4}" type="parTrans" cxnId="{6DC069BF-1E8D-48E2-8F85-9B5550124E05}">
      <dgm:prSet/>
      <dgm:spPr/>
      <dgm:t>
        <a:bodyPr/>
        <a:lstStyle/>
        <a:p>
          <a:endParaRPr lang="ru-RU"/>
        </a:p>
      </dgm:t>
    </dgm:pt>
    <dgm:pt modelId="{0FFEA449-B121-4801-956D-BE7F5705E059}" type="sibTrans" cxnId="{6DC069BF-1E8D-48E2-8F85-9B5550124E05}">
      <dgm:prSet/>
      <dgm:spPr/>
      <dgm:t>
        <a:bodyPr/>
        <a:lstStyle/>
        <a:p>
          <a:endParaRPr lang="ru-RU"/>
        </a:p>
      </dgm:t>
    </dgm:pt>
    <dgm:pt modelId="{29D306B0-16F6-41D7-BBA9-93E98D6A4FF8}" type="pres">
      <dgm:prSet presAssocID="{98D2DD29-28C2-4CBD-B334-E60E0F97852F}" presName="composite" presStyleCnt="0">
        <dgm:presLayoutVars>
          <dgm:chMax val="1"/>
          <dgm:dir/>
          <dgm:resizeHandles val="exact"/>
        </dgm:presLayoutVars>
      </dgm:prSet>
      <dgm:spPr/>
    </dgm:pt>
    <dgm:pt modelId="{8B7A41D0-EE24-481F-8671-3913A81CB9A1}" type="pres">
      <dgm:prSet presAssocID="{98D2DD29-28C2-4CBD-B334-E60E0F97852F}" presName="radial" presStyleCnt="0">
        <dgm:presLayoutVars>
          <dgm:animLvl val="ctr"/>
        </dgm:presLayoutVars>
      </dgm:prSet>
      <dgm:spPr/>
    </dgm:pt>
    <dgm:pt modelId="{BE93D84A-355C-4413-A58F-EAE419EBBF2F}" type="pres">
      <dgm:prSet presAssocID="{0E236E87-6AB6-4431-B799-E22D228C498F}" presName="centerShape" presStyleLbl="vennNode1" presStyleIdx="0" presStyleCnt="5"/>
      <dgm:spPr/>
      <dgm:t>
        <a:bodyPr/>
        <a:lstStyle/>
        <a:p>
          <a:endParaRPr lang="ru-RU"/>
        </a:p>
      </dgm:t>
    </dgm:pt>
    <dgm:pt modelId="{4381B5C5-3A02-4AC6-A436-3AE34D4D1A09}" type="pres">
      <dgm:prSet presAssocID="{BE9B155A-3064-4B87-97F7-7A010D906B6F}" presName="node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90D0B3-4C34-4DB2-8889-A7C8AEEB2458}" type="pres">
      <dgm:prSet presAssocID="{FBE78AB5-BD6B-4458-8A36-4919E2BB7695}" presName="node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718AC3C-27AE-4F72-8CB3-4FB64382E7D6}" type="pres">
      <dgm:prSet presAssocID="{27E3AD8C-D814-4B7A-B6E3-4DBEFE11BBD5}" presName="node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7A61C7-938C-487A-A3A7-E7393DEACDD4}" type="pres">
      <dgm:prSet presAssocID="{B676A03B-3F32-4F98-BE0E-B9AADE202C42}" presName="node" presStyleLbl="venn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733FDF-7EA8-4C72-9A17-498B0DD15842}" srcId="{0E236E87-6AB6-4431-B799-E22D228C498F}" destId="{BE9B155A-3064-4B87-97F7-7A010D906B6F}" srcOrd="0" destOrd="0" parTransId="{67B5F667-CCD1-4BD5-B9E2-178868305CDC}" sibTransId="{5134D4BB-E442-4BB8-9B65-3F22D2A325B9}"/>
    <dgm:cxn modelId="{D19DF148-6048-4FF4-8834-40522F2A1012}" type="presOf" srcId="{B676A03B-3F32-4F98-BE0E-B9AADE202C42}" destId="{BF7A61C7-938C-487A-A3A7-E7393DEACDD4}" srcOrd="0" destOrd="0" presId="urn:microsoft.com/office/officeart/2005/8/layout/radial3"/>
    <dgm:cxn modelId="{59558A95-6EC0-4804-944A-0F863909BA6B}" type="presOf" srcId="{98D2DD29-28C2-4CBD-B334-E60E0F97852F}" destId="{29D306B0-16F6-41D7-BBA9-93E98D6A4FF8}" srcOrd="0" destOrd="0" presId="urn:microsoft.com/office/officeart/2005/8/layout/radial3"/>
    <dgm:cxn modelId="{45F0045D-CBDC-44BD-BBB2-601EA8D3ED5C}" type="presOf" srcId="{BE9B155A-3064-4B87-97F7-7A010D906B6F}" destId="{4381B5C5-3A02-4AC6-A436-3AE34D4D1A09}" srcOrd="0" destOrd="0" presId="urn:microsoft.com/office/officeart/2005/8/layout/radial3"/>
    <dgm:cxn modelId="{6DC069BF-1E8D-48E2-8F85-9B5550124E05}" srcId="{0E236E87-6AB6-4431-B799-E22D228C498F}" destId="{B676A03B-3F32-4F98-BE0E-B9AADE202C42}" srcOrd="3" destOrd="0" parTransId="{55FEECE1-0B40-4AF9-AEA7-7EA14F08C3B4}" sibTransId="{0FFEA449-B121-4801-956D-BE7F5705E059}"/>
    <dgm:cxn modelId="{E32BB0FC-B5F3-4A61-9929-89CEB5DFC83A}" srcId="{0E236E87-6AB6-4431-B799-E22D228C498F}" destId="{27E3AD8C-D814-4B7A-B6E3-4DBEFE11BBD5}" srcOrd="2" destOrd="0" parTransId="{4EDAF1CA-783B-4172-8526-9221A863FDC8}" sibTransId="{62C23E9A-2E5D-417A-A588-9F0BA1EF4A91}"/>
    <dgm:cxn modelId="{576E54BB-AD99-42CA-88F2-DA6B0CC3C7A7}" srcId="{98D2DD29-28C2-4CBD-B334-E60E0F97852F}" destId="{0E236E87-6AB6-4431-B799-E22D228C498F}" srcOrd="0" destOrd="0" parTransId="{D62E3E97-A9B9-4D37-945A-8DBF71B7998F}" sibTransId="{BF966C4A-1361-4ABE-BC98-1807291C51B0}"/>
    <dgm:cxn modelId="{077477B3-8E13-4BCA-B845-54289472C7F0}" srcId="{0E236E87-6AB6-4431-B799-E22D228C498F}" destId="{FBE78AB5-BD6B-4458-8A36-4919E2BB7695}" srcOrd="1" destOrd="0" parTransId="{8D3675E8-B1EF-4C0E-A40F-1DD64E278449}" sibTransId="{FD8183D2-3321-4E0E-8FEF-6A1D148C157A}"/>
    <dgm:cxn modelId="{FD3B0FD2-4DFC-4F9D-9ABD-3BE77DB26A99}" type="presOf" srcId="{27E3AD8C-D814-4B7A-B6E3-4DBEFE11BBD5}" destId="{7718AC3C-27AE-4F72-8CB3-4FB64382E7D6}" srcOrd="0" destOrd="0" presId="urn:microsoft.com/office/officeart/2005/8/layout/radial3"/>
    <dgm:cxn modelId="{D99FB495-0636-458D-BC6D-B678629485FA}" type="presOf" srcId="{FBE78AB5-BD6B-4458-8A36-4919E2BB7695}" destId="{8990D0B3-4C34-4DB2-8889-A7C8AEEB2458}" srcOrd="0" destOrd="0" presId="urn:microsoft.com/office/officeart/2005/8/layout/radial3"/>
    <dgm:cxn modelId="{A87F22C8-C176-44EE-8CC9-C2BBE89F9E39}" type="presOf" srcId="{0E236E87-6AB6-4431-B799-E22D228C498F}" destId="{BE93D84A-355C-4413-A58F-EAE419EBBF2F}" srcOrd="0" destOrd="0" presId="urn:microsoft.com/office/officeart/2005/8/layout/radial3"/>
    <dgm:cxn modelId="{D054A4B0-7528-40E0-9158-1E3AC0D417E6}" type="presParOf" srcId="{29D306B0-16F6-41D7-BBA9-93E98D6A4FF8}" destId="{8B7A41D0-EE24-481F-8671-3913A81CB9A1}" srcOrd="0" destOrd="0" presId="urn:microsoft.com/office/officeart/2005/8/layout/radial3"/>
    <dgm:cxn modelId="{0A02FA9B-EFAB-4251-979A-8ABAC76C2C3C}" type="presParOf" srcId="{8B7A41D0-EE24-481F-8671-3913A81CB9A1}" destId="{BE93D84A-355C-4413-A58F-EAE419EBBF2F}" srcOrd="0" destOrd="0" presId="urn:microsoft.com/office/officeart/2005/8/layout/radial3"/>
    <dgm:cxn modelId="{5A2CA88B-C561-45F5-BAAA-E6CBDA4BC3A9}" type="presParOf" srcId="{8B7A41D0-EE24-481F-8671-3913A81CB9A1}" destId="{4381B5C5-3A02-4AC6-A436-3AE34D4D1A09}" srcOrd="1" destOrd="0" presId="urn:microsoft.com/office/officeart/2005/8/layout/radial3"/>
    <dgm:cxn modelId="{53EC5925-6178-48C8-84B7-E0D25380C7BE}" type="presParOf" srcId="{8B7A41D0-EE24-481F-8671-3913A81CB9A1}" destId="{8990D0B3-4C34-4DB2-8889-A7C8AEEB2458}" srcOrd="2" destOrd="0" presId="urn:microsoft.com/office/officeart/2005/8/layout/radial3"/>
    <dgm:cxn modelId="{065B11DA-6EF4-4192-8F8C-56E87D336326}" type="presParOf" srcId="{8B7A41D0-EE24-481F-8671-3913A81CB9A1}" destId="{7718AC3C-27AE-4F72-8CB3-4FB64382E7D6}" srcOrd="3" destOrd="0" presId="urn:microsoft.com/office/officeart/2005/8/layout/radial3"/>
    <dgm:cxn modelId="{87EF2A69-51D1-413C-8F25-68A9A0624E21}" type="presParOf" srcId="{8B7A41D0-EE24-481F-8671-3913A81CB9A1}" destId="{BF7A61C7-938C-487A-A3A7-E7393DEACDD4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6A47E3-24A6-4304-A5A3-0EB3350009C5}" type="doc">
      <dgm:prSet loTypeId="urn:microsoft.com/office/officeart/2005/8/layout/list1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270623A3-7E65-4C2C-8014-808A98B9B45F}">
      <dgm:prSet phldrT="[Текст]"/>
      <dgm:spPr/>
      <dgm:t>
        <a:bodyPr/>
        <a:lstStyle/>
        <a:p>
          <a:r>
            <a:rPr lang="en-US" b="1" i="0" dirty="0" smtClean="0"/>
            <a:t>One Web Server, One Database</a:t>
          </a:r>
          <a:r>
            <a:rPr lang="ru-RU" b="1" i="0" dirty="0" smtClean="0"/>
            <a:t> </a:t>
          </a:r>
          <a:endParaRPr lang="ru-RU" dirty="0"/>
        </a:p>
      </dgm:t>
    </dgm:pt>
    <dgm:pt modelId="{8658B573-0210-4D5F-AF06-3E0744626D62}" type="parTrans" cxnId="{767A055C-36B8-4B95-89CF-575558312738}">
      <dgm:prSet/>
      <dgm:spPr/>
      <dgm:t>
        <a:bodyPr/>
        <a:lstStyle/>
        <a:p>
          <a:endParaRPr lang="ru-RU"/>
        </a:p>
      </dgm:t>
    </dgm:pt>
    <dgm:pt modelId="{92C67A21-79EB-429C-B7FF-657DCDF28D5B}" type="sibTrans" cxnId="{767A055C-36B8-4B95-89CF-575558312738}">
      <dgm:prSet/>
      <dgm:spPr/>
      <dgm:t>
        <a:bodyPr/>
        <a:lstStyle/>
        <a:p>
          <a:endParaRPr lang="ru-RU"/>
        </a:p>
      </dgm:t>
    </dgm:pt>
    <dgm:pt modelId="{E9176F35-95FB-4894-8F1E-E3E86FF5D4A6}">
      <dgm:prSet phldrT="[Текст]"/>
      <dgm:spPr/>
      <dgm:t>
        <a:bodyPr/>
        <a:lstStyle/>
        <a:p>
          <a:r>
            <a:rPr lang="en-US" b="1" i="0" dirty="0" smtClean="0"/>
            <a:t>Multiple Web Servers, One Database </a:t>
          </a:r>
          <a:endParaRPr lang="ru-RU" dirty="0"/>
        </a:p>
      </dgm:t>
    </dgm:pt>
    <dgm:pt modelId="{83751DC6-E19F-4E3C-B856-B2086F48E4EE}" type="parTrans" cxnId="{BD51BF4F-D8D8-4A7D-8AFA-A8D7A5E2432B}">
      <dgm:prSet/>
      <dgm:spPr/>
      <dgm:t>
        <a:bodyPr/>
        <a:lstStyle/>
        <a:p>
          <a:endParaRPr lang="ru-RU"/>
        </a:p>
      </dgm:t>
    </dgm:pt>
    <dgm:pt modelId="{080D4C47-BA60-4C9A-A4A4-84F0B46C7F38}" type="sibTrans" cxnId="{BD51BF4F-D8D8-4A7D-8AFA-A8D7A5E2432B}">
      <dgm:prSet/>
      <dgm:spPr/>
      <dgm:t>
        <a:bodyPr/>
        <a:lstStyle/>
        <a:p>
          <a:endParaRPr lang="ru-RU"/>
        </a:p>
      </dgm:t>
    </dgm:pt>
    <dgm:pt modelId="{B2CA46C9-5E37-44C6-B522-07529645B19B}">
      <dgm:prSet phldrT="[Текст]"/>
      <dgm:spPr/>
      <dgm:t>
        <a:bodyPr/>
        <a:lstStyle/>
        <a:p>
          <a:r>
            <a:rPr lang="en-US" b="1" i="0" dirty="0" smtClean="0"/>
            <a:t>Multiple Web Server, Multiple Databases</a:t>
          </a:r>
          <a:endParaRPr lang="ru-RU" dirty="0"/>
        </a:p>
      </dgm:t>
    </dgm:pt>
    <dgm:pt modelId="{C1B646D4-E60A-4ABA-AC38-7AD6BD1BE43B}" type="parTrans" cxnId="{DD377505-24B8-49E6-9F8A-605DB8DF1D46}">
      <dgm:prSet/>
      <dgm:spPr/>
      <dgm:t>
        <a:bodyPr/>
        <a:lstStyle/>
        <a:p>
          <a:endParaRPr lang="ru-RU"/>
        </a:p>
      </dgm:t>
    </dgm:pt>
    <dgm:pt modelId="{A9A081D6-2029-406B-85B6-FF75E5EA3296}" type="sibTrans" cxnId="{DD377505-24B8-49E6-9F8A-605DB8DF1D46}">
      <dgm:prSet/>
      <dgm:spPr/>
      <dgm:t>
        <a:bodyPr/>
        <a:lstStyle/>
        <a:p>
          <a:endParaRPr lang="ru-RU"/>
        </a:p>
      </dgm:t>
    </dgm:pt>
    <dgm:pt modelId="{49B57CED-A834-4A78-AC95-F345DAEBB8AD}" type="pres">
      <dgm:prSet presAssocID="{F86A47E3-24A6-4304-A5A3-0EB3350009C5}" presName="linear" presStyleCnt="0">
        <dgm:presLayoutVars>
          <dgm:dir/>
          <dgm:animLvl val="lvl"/>
          <dgm:resizeHandles val="exact"/>
        </dgm:presLayoutVars>
      </dgm:prSet>
      <dgm:spPr/>
    </dgm:pt>
    <dgm:pt modelId="{433E21DB-5955-4636-B070-4651B80BB570}" type="pres">
      <dgm:prSet presAssocID="{270623A3-7E65-4C2C-8014-808A98B9B45F}" presName="parentLin" presStyleCnt="0"/>
      <dgm:spPr/>
    </dgm:pt>
    <dgm:pt modelId="{8D776FD4-BD13-4D25-9BF2-72285B4E3E77}" type="pres">
      <dgm:prSet presAssocID="{270623A3-7E65-4C2C-8014-808A98B9B45F}" presName="parentLeftMargin" presStyleLbl="node1" presStyleIdx="0" presStyleCnt="3"/>
      <dgm:spPr/>
    </dgm:pt>
    <dgm:pt modelId="{3BAD1CA7-A276-4D2B-9122-222F941CCAC4}" type="pres">
      <dgm:prSet presAssocID="{270623A3-7E65-4C2C-8014-808A98B9B45F}" presName="parentText" presStyleLbl="node1" presStyleIdx="0" presStyleCnt="3" custLinFactNeighborX="-24070" custLinFactNeighborY="949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9B8615-BA8F-4C92-A369-983AA8935118}" type="pres">
      <dgm:prSet presAssocID="{270623A3-7E65-4C2C-8014-808A98B9B45F}" presName="negativeSpace" presStyleCnt="0"/>
      <dgm:spPr/>
    </dgm:pt>
    <dgm:pt modelId="{D81B2443-FEFF-4FBF-9558-B617666F2172}" type="pres">
      <dgm:prSet presAssocID="{270623A3-7E65-4C2C-8014-808A98B9B45F}" presName="childText" presStyleLbl="conFgAcc1" presStyleIdx="0" presStyleCnt="3">
        <dgm:presLayoutVars>
          <dgm:bulletEnabled val="1"/>
        </dgm:presLayoutVars>
      </dgm:prSet>
      <dgm:spPr/>
    </dgm:pt>
    <dgm:pt modelId="{40DF5955-D14E-40C9-943F-A08710970408}" type="pres">
      <dgm:prSet presAssocID="{92C67A21-79EB-429C-B7FF-657DCDF28D5B}" presName="spaceBetweenRectangles" presStyleCnt="0"/>
      <dgm:spPr/>
    </dgm:pt>
    <dgm:pt modelId="{48FEDDFC-A265-4A3C-AD47-B45D2C645E77}" type="pres">
      <dgm:prSet presAssocID="{E9176F35-95FB-4894-8F1E-E3E86FF5D4A6}" presName="parentLin" presStyleCnt="0"/>
      <dgm:spPr/>
    </dgm:pt>
    <dgm:pt modelId="{DC31A549-5711-4655-B458-A23F1DB529ED}" type="pres">
      <dgm:prSet presAssocID="{E9176F35-95FB-4894-8F1E-E3E86FF5D4A6}" presName="parentLeftMargin" presStyleLbl="node1" presStyleIdx="0" presStyleCnt="3"/>
      <dgm:spPr/>
    </dgm:pt>
    <dgm:pt modelId="{E9216207-B8E8-4471-B104-D10D70038C5F}" type="pres">
      <dgm:prSet presAssocID="{E9176F35-95FB-4894-8F1E-E3E86FF5D4A6}" presName="parentText" presStyleLbl="node1" presStyleIdx="1" presStyleCnt="3" custLinFactNeighborX="-12033" custLinFactNeighborY="853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F9BB75-E087-4C05-AC39-2B2EBC3396D1}" type="pres">
      <dgm:prSet presAssocID="{E9176F35-95FB-4894-8F1E-E3E86FF5D4A6}" presName="negativeSpace" presStyleCnt="0"/>
      <dgm:spPr/>
    </dgm:pt>
    <dgm:pt modelId="{2F867BAB-F57B-4826-B710-D6E60980207C}" type="pres">
      <dgm:prSet presAssocID="{E9176F35-95FB-4894-8F1E-E3E86FF5D4A6}" presName="childText" presStyleLbl="conFgAcc1" presStyleIdx="1" presStyleCnt="3">
        <dgm:presLayoutVars>
          <dgm:bulletEnabled val="1"/>
        </dgm:presLayoutVars>
      </dgm:prSet>
      <dgm:spPr/>
    </dgm:pt>
    <dgm:pt modelId="{F01C3908-8931-420B-8F21-5D655E5817B5}" type="pres">
      <dgm:prSet presAssocID="{080D4C47-BA60-4C9A-A4A4-84F0B46C7F38}" presName="spaceBetweenRectangles" presStyleCnt="0"/>
      <dgm:spPr/>
    </dgm:pt>
    <dgm:pt modelId="{701BDEB4-9E65-45F9-B8F1-1F6BD24F5FC1}" type="pres">
      <dgm:prSet presAssocID="{B2CA46C9-5E37-44C6-B522-07529645B19B}" presName="parentLin" presStyleCnt="0"/>
      <dgm:spPr/>
    </dgm:pt>
    <dgm:pt modelId="{9FC67290-37F5-48B7-8F71-9F3F7F41B027}" type="pres">
      <dgm:prSet presAssocID="{B2CA46C9-5E37-44C6-B522-07529645B19B}" presName="parentLeftMargin" presStyleLbl="node1" presStyleIdx="1" presStyleCnt="3"/>
      <dgm:spPr/>
    </dgm:pt>
    <dgm:pt modelId="{97A547F3-6BE5-442A-BBB5-6B7D49EBF0FB}" type="pres">
      <dgm:prSet presAssocID="{B2CA46C9-5E37-44C6-B522-07529645B1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AA3E929-F11E-41A1-8C3A-C252372AF373}" type="pres">
      <dgm:prSet presAssocID="{B2CA46C9-5E37-44C6-B522-07529645B19B}" presName="negativeSpace" presStyleCnt="0"/>
      <dgm:spPr/>
    </dgm:pt>
    <dgm:pt modelId="{B4E79AAF-2752-4227-A41F-A01F8CA34F37}" type="pres">
      <dgm:prSet presAssocID="{B2CA46C9-5E37-44C6-B522-07529645B1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D51BF4F-D8D8-4A7D-8AFA-A8D7A5E2432B}" srcId="{F86A47E3-24A6-4304-A5A3-0EB3350009C5}" destId="{E9176F35-95FB-4894-8F1E-E3E86FF5D4A6}" srcOrd="1" destOrd="0" parTransId="{83751DC6-E19F-4E3C-B856-B2086F48E4EE}" sibTransId="{080D4C47-BA60-4C9A-A4A4-84F0B46C7F38}"/>
    <dgm:cxn modelId="{767A055C-36B8-4B95-89CF-575558312738}" srcId="{F86A47E3-24A6-4304-A5A3-0EB3350009C5}" destId="{270623A3-7E65-4C2C-8014-808A98B9B45F}" srcOrd="0" destOrd="0" parTransId="{8658B573-0210-4D5F-AF06-3E0744626D62}" sibTransId="{92C67A21-79EB-429C-B7FF-657DCDF28D5B}"/>
    <dgm:cxn modelId="{DD377505-24B8-49E6-9F8A-605DB8DF1D46}" srcId="{F86A47E3-24A6-4304-A5A3-0EB3350009C5}" destId="{B2CA46C9-5E37-44C6-B522-07529645B19B}" srcOrd="2" destOrd="0" parTransId="{C1B646D4-E60A-4ABA-AC38-7AD6BD1BE43B}" sibTransId="{A9A081D6-2029-406B-85B6-FF75E5EA3296}"/>
    <dgm:cxn modelId="{6A336743-D354-4981-870B-154DC3D738B5}" type="presOf" srcId="{E9176F35-95FB-4894-8F1E-E3E86FF5D4A6}" destId="{E9216207-B8E8-4471-B104-D10D70038C5F}" srcOrd="1" destOrd="0" presId="urn:microsoft.com/office/officeart/2005/8/layout/list1"/>
    <dgm:cxn modelId="{2F5CC4D4-5D9E-4E36-943C-ADBFD827584C}" type="presOf" srcId="{270623A3-7E65-4C2C-8014-808A98B9B45F}" destId="{8D776FD4-BD13-4D25-9BF2-72285B4E3E77}" srcOrd="0" destOrd="0" presId="urn:microsoft.com/office/officeart/2005/8/layout/list1"/>
    <dgm:cxn modelId="{A2331BAC-2EE5-406F-B65E-B9C2F53E1F18}" type="presOf" srcId="{270623A3-7E65-4C2C-8014-808A98B9B45F}" destId="{3BAD1CA7-A276-4D2B-9122-222F941CCAC4}" srcOrd="1" destOrd="0" presId="urn:microsoft.com/office/officeart/2005/8/layout/list1"/>
    <dgm:cxn modelId="{7194782E-3B38-4577-83C4-44F9BE7577E4}" type="presOf" srcId="{B2CA46C9-5E37-44C6-B522-07529645B19B}" destId="{9FC67290-37F5-48B7-8F71-9F3F7F41B027}" srcOrd="0" destOrd="0" presId="urn:microsoft.com/office/officeart/2005/8/layout/list1"/>
    <dgm:cxn modelId="{CD89B152-8F29-4344-9AA5-6613448CFB50}" type="presOf" srcId="{F86A47E3-24A6-4304-A5A3-0EB3350009C5}" destId="{49B57CED-A834-4A78-AC95-F345DAEBB8AD}" srcOrd="0" destOrd="0" presId="urn:microsoft.com/office/officeart/2005/8/layout/list1"/>
    <dgm:cxn modelId="{C4CEBE71-18B4-4631-BC47-CEB8250EA1F7}" type="presOf" srcId="{B2CA46C9-5E37-44C6-B522-07529645B19B}" destId="{97A547F3-6BE5-442A-BBB5-6B7D49EBF0FB}" srcOrd="1" destOrd="0" presId="urn:microsoft.com/office/officeart/2005/8/layout/list1"/>
    <dgm:cxn modelId="{9F40F09A-883F-4B6E-8279-41EA9F7E975B}" type="presOf" srcId="{E9176F35-95FB-4894-8F1E-E3E86FF5D4A6}" destId="{DC31A549-5711-4655-B458-A23F1DB529ED}" srcOrd="0" destOrd="0" presId="urn:microsoft.com/office/officeart/2005/8/layout/list1"/>
    <dgm:cxn modelId="{668C1B50-E055-4EB2-AFDE-038BF4F28001}" type="presParOf" srcId="{49B57CED-A834-4A78-AC95-F345DAEBB8AD}" destId="{433E21DB-5955-4636-B070-4651B80BB570}" srcOrd="0" destOrd="0" presId="urn:microsoft.com/office/officeart/2005/8/layout/list1"/>
    <dgm:cxn modelId="{20F3E702-1636-4B7F-B2D7-EE2770398C88}" type="presParOf" srcId="{433E21DB-5955-4636-B070-4651B80BB570}" destId="{8D776FD4-BD13-4D25-9BF2-72285B4E3E77}" srcOrd="0" destOrd="0" presId="urn:microsoft.com/office/officeart/2005/8/layout/list1"/>
    <dgm:cxn modelId="{89F2B481-F2A3-4A4C-9964-2EBC28BFC7E6}" type="presParOf" srcId="{433E21DB-5955-4636-B070-4651B80BB570}" destId="{3BAD1CA7-A276-4D2B-9122-222F941CCAC4}" srcOrd="1" destOrd="0" presId="urn:microsoft.com/office/officeart/2005/8/layout/list1"/>
    <dgm:cxn modelId="{F8A67D84-20DA-4BA0-B412-A1E986FCC7EC}" type="presParOf" srcId="{49B57CED-A834-4A78-AC95-F345DAEBB8AD}" destId="{9D9B8615-BA8F-4C92-A369-983AA8935118}" srcOrd="1" destOrd="0" presId="urn:microsoft.com/office/officeart/2005/8/layout/list1"/>
    <dgm:cxn modelId="{7078E86E-1F6F-4094-A32E-F181B0AC90C8}" type="presParOf" srcId="{49B57CED-A834-4A78-AC95-F345DAEBB8AD}" destId="{D81B2443-FEFF-4FBF-9558-B617666F2172}" srcOrd="2" destOrd="0" presId="urn:microsoft.com/office/officeart/2005/8/layout/list1"/>
    <dgm:cxn modelId="{24DAE3A3-F462-4DCE-B9F9-D6E8DD715584}" type="presParOf" srcId="{49B57CED-A834-4A78-AC95-F345DAEBB8AD}" destId="{40DF5955-D14E-40C9-943F-A08710970408}" srcOrd="3" destOrd="0" presId="urn:microsoft.com/office/officeart/2005/8/layout/list1"/>
    <dgm:cxn modelId="{2A9BE9A9-6229-44D4-89EE-222B44345E07}" type="presParOf" srcId="{49B57CED-A834-4A78-AC95-F345DAEBB8AD}" destId="{48FEDDFC-A265-4A3C-AD47-B45D2C645E77}" srcOrd="4" destOrd="0" presId="urn:microsoft.com/office/officeart/2005/8/layout/list1"/>
    <dgm:cxn modelId="{5A1FB9B7-FC77-4175-9AB1-B6ADE663004D}" type="presParOf" srcId="{48FEDDFC-A265-4A3C-AD47-B45D2C645E77}" destId="{DC31A549-5711-4655-B458-A23F1DB529ED}" srcOrd="0" destOrd="0" presId="urn:microsoft.com/office/officeart/2005/8/layout/list1"/>
    <dgm:cxn modelId="{640FD1D7-3623-481E-9BE3-CA4D6951E69B}" type="presParOf" srcId="{48FEDDFC-A265-4A3C-AD47-B45D2C645E77}" destId="{E9216207-B8E8-4471-B104-D10D70038C5F}" srcOrd="1" destOrd="0" presId="urn:microsoft.com/office/officeart/2005/8/layout/list1"/>
    <dgm:cxn modelId="{7166FDE4-A7AB-43BB-93D9-1FAD94B94934}" type="presParOf" srcId="{49B57CED-A834-4A78-AC95-F345DAEBB8AD}" destId="{01F9BB75-E087-4C05-AC39-2B2EBC3396D1}" srcOrd="5" destOrd="0" presId="urn:microsoft.com/office/officeart/2005/8/layout/list1"/>
    <dgm:cxn modelId="{FE34F646-FD7F-4065-AE6A-3F87DF21C46A}" type="presParOf" srcId="{49B57CED-A834-4A78-AC95-F345DAEBB8AD}" destId="{2F867BAB-F57B-4826-B710-D6E60980207C}" srcOrd="6" destOrd="0" presId="urn:microsoft.com/office/officeart/2005/8/layout/list1"/>
    <dgm:cxn modelId="{654A0F62-C369-4280-A65A-3AA82F593DC5}" type="presParOf" srcId="{49B57CED-A834-4A78-AC95-F345DAEBB8AD}" destId="{F01C3908-8931-420B-8F21-5D655E5817B5}" srcOrd="7" destOrd="0" presId="urn:microsoft.com/office/officeart/2005/8/layout/list1"/>
    <dgm:cxn modelId="{EE588B72-528D-4DA1-BF01-D29B7B94887D}" type="presParOf" srcId="{49B57CED-A834-4A78-AC95-F345DAEBB8AD}" destId="{701BDEB4-9E65-45F9-B8F1-1F6BD24F5FC1}" srcOrd="8" destOrd="0" presId="urn:microsoft.com/office/officeart/2005/8/layout/list1"/>
    <dgm:cxn modelId="{4B93D88C-D642-4FBE-A14F-83A52DC69491}" type="presParOf" srcId="{701BDEB4-9E65-45F9-B8F1-1F6BD24F5FC1}" destId="{9FC67290-37F5-48B7-8F71-9F3F7F41B027}" srcOrd="0" destOrd="0" presId="urn:microsoft.com/office/officeart/2005/8/layout/list1"/>
    <dgm:cxn modelId="{9A0F253C-58A4-4E10-94D8-0F3C299EAD8F}" type="presParOf" srcId="{701BDEB4-9E65-45F9-B8F1-1F6BD24F5FC1}" destId="{97A547F3-6BE5-442A-BBB5-6B7D49EBF0FB}" srcOrd="1" destOrd="0" presId="urn:microsoft.com/office/officeart/2005/8/layout/list1"/>
    <dgm:cxn modelId="{3A133CF1-9651-45F0-AD39-AEDB1F5B536D}" type="presParOf" srcId="{49B57CED-A834-4A78-AC95-F345DAEBB8AD}" destId="{3AA3E929-F11E-41A1-8C3A-C252372AF373}" srcOrd="9" destOrd="0" presId="urn:microsoft.com/office/officeart/2005/8/layout/list1"/>
    <dgm:cxn modelId="{7DEDF485-CD11-48D1-9A8B-C6FB5020927A}" type="presParOf" srcId="{49B57CED-A834-4A78-AC95-F345DAEBB8AD}" destId="{B4E79AAF-2752-4227-A41F-A01F8CA34F3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3D84A-355C-4413-A58F-EAE419EBBF2F}">
      <dsp:nvSpPr>
        <dsp:cNvPr id="0" name=""/>
        <dsp:cNvSpPr/>
      </dsp:nvSpPr>
      <dsp:spPr>
        <a:xfrm>
          <a:off x="3608524" y="1526976"/>
          <a:ext cx="3804046" cy="380404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i="0" kern="1200" dirty="0" smtClean="0"/>
            <a:t>Web Application Components</a:t>
          </a:r>
          <a:endParaRPr lang="ru-RU" sz="3200" kern="1200" dirty="0"/>
        </a:p>
      </dsp:txBody>
      <dsp:txXfrm>
        <a:off x="4165614" y="2084066"/>
        <a:ext cx="2689866" cy="2689866"/>
      </dsp:txXfrm>
    </dsp:sp>
    <dsp:sp modelId="{4381B5C5-3A02-4AC6-A436-3AE34D4D1A09}">
      <dsp:nvSpPr>
        <dsp:cNvPr id="0" name=""/>
        <dsp:cNvSpPr/>
      </dsp:nvSpPr>
      <dsp:spPr>
        <a:xfrm>
          <a:off x="4559536" y="679"/>
          <a:ext cx="1902023" cy="1902023"/>
        </a:xfrm>
        <a:prstGeom prst="ellipse">
          <a:avLst/>
        </a:prstGeom>
        <a:solidFill>
          <a:schemeClr val="accent5">
            <a:alpha val="50000"/>
            <a:hueOff val="-2204165"/>
            <a:satOff val="5648"/>
            <a:lumOff val="-161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UI/UX Web Application Components </a:t>
          </a:r>
          <a:endParaRPr lang="ru-RU" sz="1500" kern="1200" dirty="0"/>
        </a:p>
      </dsp:txBody>
      <dsp:txXfrm>
        <a:off x="4838081" y="279224"/>
        <a:ext cx="1344933" cy="1344933"/>
      </dsp:txXfrm>
    </dsp:sp>
    <dsp:sp modelId="{8990D0B3-4C34-4DB2-8889-A7C8AEEB2458}">
      <dsp:nvSpPr>
        <dsp:cNvPr id="0" name=""/>
        <dsp:cNvSpPr/>
      </dsp:nvSpPr>
      <dsp:spPr>
        <a:xfrm>
          <a:off x="7036845" y="2477988"/>
          <a:ext cx="1902023" cy="1902023"/>
        </a:xfrm>
        <a:prstGeom prst="ellipse">
          <a:avLst/>
        </a:prstGeom>
        <a:solidFill>
          <a:schemeClr val="accent5">
            <a:alpha val="50000"/>
            <a:hueOff val="-4408329"/>
            <a:satOff val="11297"/>
            <a:lumOff val="-323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Structural Components</a:t>
          </a:r>
          <a:endParaRPr lang="ru-RU" sz="1500" kern="1200" dirty="0"/>
        </a:p>
      </dsp:txBody>
      <dsp:txXfrm>
        <a:off x="7315390" y="2756533"/>
        <a:ext cx="1344933" cy="1344933"/>
      </dsp:txXfrm>
    </dsp:sp>
    <dsp:sp modelId="{7718AC3C-27AE-4F72-8CB3-4FB64382E7D6}">
      <dsp:nvSpPr>
        <dsp:cNvPr id="0" name=""/>
        <dsp:cNvSpPr/>
      </dsp:nvSpPr>
      <dsp:spPr>
        <a:xfrm>
          <a:off x="4559536" y="4955297"/>
          <a:ext cx="1902023" cy="1902023"/>
        </a:xfrm>
        <a:prstGeom prst="ellipse">
          <a:avLst/>
        </a:prstGeom>
        <a:solidFill>
          <a:schemeClr val="accent5">
            <a:alpha val="50000"/>
            <a:hueOff val="-6612494"/>
            <a:satOff val="16945"/>
            <a:lumOff val="-48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Client Component </a:t>
          </a:r>
          <a:endParaRPr lang="ru-RU" sz="1500" kern="1200" dirty="0"/>
        </a:p>
      </dsp:txBody>
      <dsp:txXfrm>
        <a:off x="4838081" y="5233842"/>
        <a:ext cx="1344933" cy="1344933"/>
      </dsp:txXfrm>
    </dsp:sp>
    <dsp:sp modelId="{BF7A61C7-938C-487A-A3A7-E7393DEACDD4}">
      <dsp:nvSpPr>
        <dsp:cNvPr id="0" name=""/>
        <dsp:cNvSpPr/>
      </dsp:nvSpPr>
      <dsp:spPr>
        <a:xfrm>
          <a:off x="2082227" y="2477988"/>
          <a:ext cx="1902023" cy="1902023"/>
        </a:xfrm>
        <a:prstGeom prst="ellipse">
          <a:avLst/>
        </a:prstGeom>
        <a:solidFill>
          <a:schemeClr val="accent5">
            <a:alpha val="50000"/>
            <a:hueOff val="-8816658"/>
            <a:satOff val="22594"/>
            <a:lumOff val="-647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Server Component </a:t>
          </a:r>
          <a:endParaRPr lang="ru-RU" sz="1500" kern="1200" dirty="0"/>
        </a:p>
      </dsp:txBody>
      <dsp:txXfrm>
        <a:off x="2360772" y="2756533"/>
        <a:ext cx="1344933" cy="1344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B2443-FEFF-4FBF-9558-B617666F2172}">
      <dsp:nvSpPr>
        <dsp:cNvPr id="0" name=""/>
        <dsp:cNvSpPr/>
      </dsp:nvSpPr>
      <dsp:spPr>
        <a:xfrm>
          <a:off x="0" y="1695356"/>
          <a:ext cx="10702344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AD1CA7-A276-4D2B-9122-222F941CCAC4}">
      <dsp:nvSpPr>
        <dsp:cNvPr id="0" name=""/>
        <dsp:cNvSpPr/>
      </dsp:nvSpPr>
      <dsp:spPr>
        <a:xfrm>
          <a:off x="406314" y="1384480"/>
          <a:ext cx="7491640" cy="767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3166" tIns="0" rIns="283166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i="0" kern="1200" dirty="0" smtClean="0"/>
            <a:t>One Web Server, One Database</a:t>
          </a:r>
          <a:r>
            <a:rPr lang="ru-RU" sz="2600" b="1" i="0" kern="1200" dirty="0" smtClean="0"/>
            <a:t> </a:t>
          </a:r>
          <a:endParaRPr lang="ru-RU" sz="2600" kern="1200" dirty="0"/>
        </a:p>
      </dsp:txBody>
      <dsp:txXfrm>
        <a:off x="443781" y="1421947"/>
        <a:ext cx="7416706" cy="692586"/>
      </dsp:txXfrm>
    </dsp:sp>
    <dsp:sp modelId="{2F867BAB-F57B-4826-B710-D6E60980207C}">
      <dsp:nvSpPr>
        <dsp:cNvPr id="0" name=""/>
        <dsp:cNvSpPr/>
      </dsp:nvSpPr>
      <dsp:spPr>
        <a:xfrm>
          <a:off x="0" y="2874716"/>
          <a:ext cx="10702344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4408329"/>
              <a:satOff val="11297"/>
              <a:lumOff val="-323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9216207-B8E8-4471-B104-D10D70038C5F}">
      <dsp:nvSpPr>
        <dsp:cNvPr id="0" name=""/>
        <dsp:cNvSpPr/>
      </dsp:nvSpPr>
      <dsp:spPr>
        <a:xfrm>
          <a:off x="470726" y="2556464"/>
          <a:ext cx="7491640" cy="767520"/>
        </a:xfrm>
        <a:prstGeom prst="roundRect">
          <a:avLst/>
        </a:prstGeom>
        <a:gradFill rotWithShape="0">
          <a:gsLst>
            <a:gs pos="0">
              <a:schemeClr val="accent5">
                <a:hueOff val="-4408329"/>
                <a:satOff val="11297"/>
                <a:lumOff val="-32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408329"/>
                <a:satOff val="11297"/>
                <a:lumOff val="-32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408329"/>
                <a:satOff val="11297"/>
                <a:lumOff val="-32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3166" tIns="0" rIns="283166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i="0" kern="1200" dirty="0" smtClean="0"/>
            <a:t>Multiple Web Servers, One Database </a:t>
          </a:r>
          <a:endParaRPr lang="ru-RU" sz="2600" kern="1200" dirty="0"/>
        </a:p>
      </dsp:txBody>
      <dsp:txXfrm>
        <a:off x="508193" y="2593931"/>
        <a:ext cx="7416706" cy="692586"/>
      </dsp:txXfrm>
    </dsp:sp>
    <dsp:sp modelId="{B4E79AAF-2752-4227-A41F-A01F8CA34F37}">
      <dsp:nvSpPr>
        <dsp:cNvPr id="0" name=""/>
        <dsp:cNvSpPr/>
      </dsp:nvSpPr>
      <dsp:spPr>
        <a:xfrm>
          <a:off x="0" y="4054076"/>
          <a:ext cx="10702344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8816658"/>
              <a:satOff val="22594"/>
              <a:lumOff val="-647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A547F3-6BE5-442A-BBB5-6B7D49EBF0FB}">
      <dsp:nvSpPr>
        <dsp:cNvPr id="0" name=""/>
        <dsp:cNvSpPr/>
      </dsp:nvSpPr>
      <dsp:spPr>
        <a:xfrm>
          <a:off x="535117" y="3670316"/>
          <a:ext cx="7491640" cy="767520"/>
        </a:xfrm>
        <a:prstGeom prst="roundRect">
          <a:avLst/>
        </a:prstGeom>
        <a:gradFill rotWithShape="0">
          <a:gsLst>
            <a:gs pos="0">
              <a:schemeClr val="accent5">
                <a:hueOff val="-8816658"/>
                <a:satOff val="22594"/>
                <a:lumOff val="-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816658"/>
                <a:satOff val="22594"/>
                <a:lumOff val="-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816658"/>
                <a:satOff val="22594"/>
                <a:lumOff val="-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3166" tIns="0" rIns="283166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i="0" kern="1200" dirty="0" smtClean="0"/>
            <a:t>Multiple Web Server, Multiple Databases</a:t>
          </a:r>
          <a:endParaRPr lang="ru-RU" sz="2600" kern="1200" dirty="0"/>
        </a:p>
      </dsp:txBody>
      <dsp:txXfrm>
        <a:off x="572584" y="3707783"/>
        <a:ext cx="7416706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6818D-8EB4-40E0-B412-1AB8722040CC}" type="datetimeFigureOut">
              <a:rPr lang="en-GB"/>
              <a:pPr>
                <a:defRPr/>
              </a:pPr>
              <a:t>14/08/2020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524555-7A4A-402C-AA8C-9E148724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591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524555-7A4A-402C-AA8C-9E148724DB57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04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816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CC0A6A9-FB31-4A19-A170-D23A18C93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30000">
                <a:schemeClr val="accent6"/>
              </a:gs>
              <a:gs pos="100000">
                <a:schemeClr val="accent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5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04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7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4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17994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923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2905492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0" i="0">
                <a:solidFill>
                  <a:prstClr val="black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867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 flip="none" rotWithShape="1">
          <a:gsLst>
            <a:gs pos="0">
              <a:srgbClr val="8F2585"/>
            </a:gs>
            <a:gs pos="100000">
              <a:srgbClr val="F26D26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="" xmlns:a16="http://schemas.microsoft.com/office/drawing/2014/main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419988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4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04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27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7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371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238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296732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8236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3666243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DARK-1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545975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0500"/>
              </a:lnSpc>
              <a:defRPr sz="150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54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-ONE-COLUMN-DARK">
    <p:bg>
      <p:bgPr>
        <a:gradFill flip="none" rotWithShape="1">
          <a:gsLst>
            <a:gs pos="0">
              <a:schemeClr val="accent6"/>
            </a:gs>
            <a:gs pos="30000">
              <a:schemeClr val="accent6"/>
            </a:gs>
            <a:gs pos="100000">
              <a:srgbClr val="7030A0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="" xmlns:a16="http://schemas.microsoft.com/office/drawing/2014/main" id="{6DDF5AB6-195E-47F9-91E3-98E599C01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953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20D1B1E-8401-8049-8729-0C74A6C19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0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720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31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WO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121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HREE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83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DESCRIPTION-SIDETEXT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2520885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575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  <a:noFill/>
          <a:ln>
            <a:noFill/>
          </a:ln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D2C70A87-6824-3248-B448-307E7C5BC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2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78" r:id="rId1"/>
    <p:sldLayoutId id="2147484779" r:id="rId2"/>
    <p:sldLayoutId id="2147484780" r:id="rId3"/>
    <p:sldLayoutId id="2147484802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  <p:sldLayoutId id="21474847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803" r:id="rId5"/>
    <p:sldLayoutId id="2147484794" r:id="rId6"/>
    <p:sldLayoutId id="2147484795" r:id="rId7"/>
    <p:sldLayoutId id="2147484796" r:id="rId8"/>
    <p:sldLayoutId id="2147484797" r:id="rId9"/>
    <p:sldLayoutId id="2147484798" r:id="rId10"/>
    <p:sldLayoutId id="21474847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7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44" r:id="rId1"/>
    <p:sldLayoutId id="2147484845" r:id="rId2"/>
    <p:sldLayoutId id="2147484850" r:id="rId3"/>
    <p:sldLayoutId id="2147484849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BFCD7C-0C79-467A-9369-0675D4B54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Yuliia</a:t>
            </a:r>
            <a:r>
              <a:rPr lang="en-US" dirty="0" smtClean="0"/>
              <a:t> </a:t>
            </a:r>
            <a:r>
              <a:rPr lang="en-US" dirty="0" err="1" smtClean="0"/>
              <a:t>Tsurkan</a:t>
            </a:r>
            <a:endParaRPr lang="uk-UA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314A52-F715-4894-9739-384FC308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0126" y="-302744"/>
            <a:ext cx="12182475" cy="51340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10000" dirty="0"/>
              <a:t>Web Application Architecture, HTTP protocol, REST</a:t>
            </a:r>
          </a:p>
        </p:txBody>
      </p:sp>
    </p:spTree>
    <p:extLst>
      <p:ext uri="{BB962C8B-B14F-4D97-AF65-F5344CB8AC3E}">
        <p14:creationId xmlns:p14="http://schemas.microsoft.com/office/powerpoint/2010/main" val="40011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80" y="432783"/>
            <a:ext cx="10238704" cy="586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6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227014492"/>
              </p:ext>
            </p:extLst>
          </p:nvPr>
        </p:nvGraphicFramePr>
        <p:xfrm>
          <a:off x="299434" y="0"/>
          <a:ext cx="1102109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053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543031618"/>
              </p:ext>
            </p:extLst>
          </p:nvPr>
        </p:nvGraphicFramePr>
        <p:xfrm>
          <a:off x="1017431" y="837126"/>
          <a:ext cx="10702344" cy="6020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b="1" dirty="0"/>
              <a:t>Models of Web Application Components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84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59" y="2045729"/>
            <a:ext cx="9471090" cy="42862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166859" y="291403"/>
            <a:ext cx="9471090" cy="17543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Types of Web Application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8891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600" y="264464"/>
            <a:ext cx="6045200" cy="32639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75763" y="264464"/>
            <a:ext cx="4940837" cy="3263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HTT</a:t>
            </a:r>
            <a:endParaRPr lang="ru-RU" sz="19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8343" y="3786389"/>
            <a:ext cx="89894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Hypertext Transport Protoco</a:t>
            </a:r>
            <a:r>
              <a:rPr lang="en-US" sz="4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 (HTTP) is a protocol that ensures transport of pages to </a:t>
            </a:r>
            <a:r>
              <a:rPr lang="en-US" sz="40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clients.</a:t>
            </a:r>
            <a:endParaRPr lang="en-US" sz="4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uk-UA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9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58" y="216757"/>
            <a:ext cx="7868990" cy="62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3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95" y="733861"/>
            <a:ext cx="11835124" cy="484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0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00" y="427857"/>
            <a:ext cx="10084558" cy="542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7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903" y="1524142"/>
            <a:ext cx="2857500" cy="360997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47641" cy="33181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666" y="3493827"/>
            <a:ext cx="4972334" cy="33334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8113"/>
            <a:ext cx="4147641" cy="35501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666" y="0"/>
            <a:ext cx="4972334" cy="34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54" y="1581000"/>
            <a:ext cx="8071917" cy="4532692"/>
          </a:xfrm>
          <a:prstGeom prst="rect">
            <a:avLst/>
          </a:prstGeom>
        </p:spPr>
      </p:pic>
      <p:sp>
        <p:nvSpPr>
          <p:cNvPr id="8" name="Выноска-облако 7"/>
          <p:cNvSpPr/>
          <p:nvPr/>
        </p:nvSpPr>
        <p:spPr>
          <a:xfrm>
            <a:off x="4083757" y="92576"/>
            <a:ext cx="6687403" cy="2976847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WHAT IS </a:t>
            </a:r>
            <a:r>
              <a:rPr lang="en-US" sz="4000" dirty="0" smtClean="0"/>
              <a:t>REST API???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95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192" y="538565"/>
            <a:ext cx="9092483" cy="514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5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51" y="552718"/>
            <a:ext cx="10857024" cy="530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7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649" y="1006765"/>
            <a:ext cx="8011598" cy="443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7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5758878"/>
      </p:ext>
    </p:extLst>
  </p:cSld>
  <p:clrMapOvr>
    <a:masterClrMapping/>
  </p:clrMapOvr>
</p:sld>
</file>

<file path=ppt/theme/theme1.xml><?xml version="1.0" encoding="utf-8"?>
<a:theme xmlns:a="http://schemas.openxmlformats.org/drawingml/2006/main" name="1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2.xml><?xml version="1.0" encoding="utf-8"?>
<a:theme xmlns:a="http://schemas.openxmlformats.org/drawingml/2006/main" name="2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3.xml><?xml version="1.0" encoding="utf-8"?>
<a:theme xmlns:a="http://schemas.openxmlformats.org/drawingml/2006/main" name="2_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95FC54A15F344D83577B1CDDD67A5D" ma:contentTypeVersion="13" ma:contentTypeDescription="Create a new document." ma:contentTypeScope="" ma:versionID="30ded57c9b2156718eb8cc7b0e4246dc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a0d1831635397921c92a19e568dfc949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CFD5A9-9FF3-42E0-89D7-BF5BFC61DD60}">
  <ds:schemaRefs>
    <ds:schemaRef ds:uri="341e6018-ac0a-4dfb-8409-db9e0d25502e"/>
    <ds:schemaRef ds:uri="835f28f2-30f1-4728-84d2-86d96e1434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033E08-7FE9-4F6D-B155-A8777B4A5A57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835f28f2-30f1-4728-84d2-86d96e143488"/>
    <ds:schemaRef ds:uri="341e6018-ac0a-4dfb-8409-db9e0d25502e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</TotalTime>
  <Words>76</Words>
  <Application>Microsoft Office PowerPoint</Application>
  <PresentationFormat>Широкоэкранный</PresentationFormat>
  <Paragraphs>16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Calibri</vt:lpstr>
      <vt:lpstr>Open Sans</vt:lpstr>
      <vt:lpstr>Open Sans Regular</vt:lpstr>
      <vt:lpstr>Proxima Nova Black</vt:lpstr>
      <vt:lpstr>Segoe UI</vt:lpstr>
      <vt:lpstr>1_GRADIENT THEME</vt:lpstr>
      <vt:lpstr>2_GRADIENT THEME</vt:lpstr>
      <vt:lpstr>2_DARK THEME</vt:lpstr>
      <vt:lpstr>Web Application Architecture, HTTP protocol, REST</vt:lpstr>
      <vt:lpstr>Презентация PowerPoint</vt:lpstr>
      <vt:lpstr>Презентация PowerPoint</vt:lpstr>
      <vt:lpstr>Models of Web Application Components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Verint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508/WCAG SERVICE</dc:title>
  <dc:creator>Strutynska, Viktoriya</dc:creator>
  <cp:lastModifiedBy>Юлія Цуркан</cp:lastModifiedBy>
  <cp:revision>25</cp:revision>
  <dcterms:created xsi:type="dcterms:W3CDTF">2018-11-02T13:55:27Z</dcterms:created>
  <dcterms:modified xsi:type="dcterms:W3CDTF">2020-08-15T12:48:50Z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