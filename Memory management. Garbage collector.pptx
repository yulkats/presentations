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777" r:id="rId4"/>
    <p:sldMasterId id="2147484789" r:id="rId5"/>
    <p:sldMasterId id="2147484842" r:id="rId6"/>
  </p:sldMasterIdLst>
  <p:notesMasterIdLst>
    <p:notesMasterId r:id="rId18"/>
  </p:notesMasterIdLst>
  <p:sldIdLst>
    <p:sldId id="1224" r:id="rId7"/>
    <p:sldId id="1238" r:id="rId8"/>
    <p:sldId id="1244" r:id="rId9"/>
    <p:sldId id="1245" r:id="rId10"/>
    <p:sldId id="1237" r:id="rId11"/>
    <p:sldId id="1248" r:id="rId12"/>
    <p:sldId id="1240" r:id="rId13"/>
    <p:sldId id="1241" r:id="rId14"/>
    <p:sldId id="1250" r:id="rId15"/>
    <p:sldId id="1242" r:id="rId16"/>
    <p:sldId id="1206" r:id="rId17"/>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1pPr>
    <a:lvl2pPr marL="4572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2pPr>
    <a:lvl3pPr marL="9144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3pPr>
    <a:lvl4pPr marL="13716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4pPr>
    <a:lvl5pPr marL="18288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5pPr>
    <a:lvl6pPr marL="2286000" algn="l" defTabSz="914400" rtl="0" eaLnBrk="1" latinLnBrk="0" hangingPunct="1">
      <a:defRPr kern="1200">
        <a:solidFill>
          <a:schemeClr val="tx1"/>
        </a:solidFill>
        <a:latin typeface="Open Sans" panose="020B0606030504020204" pitchFamily="34" charset="0"/>
        <a:ea typeface="+mn-ea"/>
        <a:cs typeface="+mn-cs"/>
      </a:defRPr>
    </a:lvl6pPr>
    <a:lvl7pPr marL="2743200" algn="l" defTabSz="914400" rtl="0" eaLnBrk="1" latinLnBrk="0" hangingPunct="1">
      <a:defRPr kern="1200">
        <a:solidFill>
          <a:schemeClr val="tx1"/>
        </a:solidFill>
        <a:latin typeface="Open Sans" panose="020B0606030504020204" pitchFamily="34" charset="0"/>
        <a:ea typeface="+mn-ea"/>
        <a:cs typeface="+mn-cs"/>
      </a:defRPr>
    </a:lvl7pPr>
    <a:lvl8pPr marL="3200400" algn="l" defTabSz="914400" rtl="0" eaLnBrk="1" latinLnBrk="0" hangingPunct="1">
      <a:defRPr kern="1200">
        <a:solidFill>
          <a:schemeClr val="tx1"/>
        </a:solidFill>
        <a:latin typeface="Open Sans" panose="020B0606030504020204" pitchFamily="34" charset="0"/>
        <a:ea typeface="+mn-ea"/>
        <a:cs typeface="+mn-cs"/>
      </a:defRPr>
    </a:lvl8pPr>
    <a:lvl9pPr marL="3657600" algn="l" defTabSz="914400" rtl="0" eaLnBrk="1" latinLnBrk="0" hangingPunct="1">
      <a:defRPr kern="1200">
        <a:solidFill>
          <a:schemeClr val="tx1"/>
        </a:solidFill>
        <a:latin typeface="Open Sans" panose="020B0606030504020204" pitchFamily="34" charset="0"/>
        <a:ea typeface="+mn-ea"/>
        <a:cs typeface="+mn-cs"/>
      </a:defRPr>
    </a:lvl9pPr>
  </p:defaultTextStyle>
  <p:extLst>
    <p:ext uri="{521415D9-36F7-43E2-AB2F-B90AF26B5E84}">
      <p14:sectionLst xmlns:p14="http://schemas.microsoft.com/office/powerpoint/2010/main">
        <p14:section name="Default Section" id="{5993470C-4786-4D38-90BE-AF14FB3A0120}">
          <p14:sldIdLst>
            <p14:sldId id="1224"/>
            <p14:sldId id="1238"/>
            <p14:sldId id="1244"/>
            <p14:sldId id="1245"/>
            <p14:sldId id="1237"/>
            <p14:sldId id="1248"/>
            <p14:sldId id="1240"/>
            <p14:sldId id="1241"/>
            <p14:sldId id="1250"/>
            <p14:sldId id="1242"/>
            <p14:sldId id="1206"/>
          </p14:sldIdLst>
        </p14:section>
      </p14:sectionLst>
    </p:ext>
    <p:ext uri="{EFAFB233-063F-42B5-8137-9DF3F51BA10A}">
      <p15:sldGuideLst xmlns:p15="http://schemas.microsoft.com/office/powerpoint/2012/main">
        <p15:guide id="1" orient="horz" pos="1979" userDrawn="1">
          <p15:clr>
            <a:srgbClr val="A4A3A4"/>
          </p15:clr>
        </p15:guide>
        <p15:guide id="2" pos="688" userDrawn="1">
          <p15:clr>
            <a:srgbClr val="A4A3A4"/>
          </p15:clr>
        </p15:guide>
        <p15:guide id="3" orient="horz" pos="1729" userDrawn="1">
          <p15:clr>
            <a:srgbClr val="A4A3A4"/>
          </p15:clr>
        </p15:guide>
        <p15:guide id="4" pos="7242" userDrawn="1">
          <p15:clr>
            <a:srgbClr val="A4A3A4"/>
          </p15:clr>
        </p15:guide>
        <p15:guide id="5" orient="horz" pos="129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ktoriya Shyryayeva" initials="" lastIdx="3" clrIdx="0"/>
  <p:cmAuthor id="2" name="Alona Golopuz" initials="AG" lastIdx="3" clrIdx="1"/>
  <p:cmAuthor id="3" name="Tania Kuz" initials="TK" lastIdx="7" clrIdx="2"/>
  <p:cmAuthor id="4" name="Viktoriya Shyryayeva" initials="VS" lastIdx="29" clrIdx="3"/>
  <p:cmAuthor id="5" name="Shaun Greene" initials="SG" lastIdx="1" clrIdx="4">
    <p:extLst>
      <p:ext uri="{19B8F6BF-5375-455C-9EA6-DF929625EA0E}">
        <p15:presenceInfo xmlns:p15="http://schemas.microsoft.com/office/powerpoint/2012/main" userId="S::sgree@softserveinc.com::aada7fc0-4079-4dff-b590-112c10cd224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2585"/>
    <a:srgbClr val="F26D26"/>
    <a:srgbClr val="BA124A"/>
    <a:srgbClr val="E93BDD"/>
    <a:srgbClr val="F49EEE"/>
    <a:srgbClr val="42D109"/>
    <a:srgbClr val="159B3B"/>
    <a:srgbClr val="0F45B1"/>
    <a:srgbClr val="E3602B"/>
    <a:srgbClr val="F4AB0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0A7EBB-A71E-E244-9638-CA7B1C0FB579}" v="4" dt="2020-02-11T15:37:01.6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9" autoAdjust="0"/>
    <p:restoredTop sz="94660"/>
  </p:normalViewPr>
  <p:slideViewPr>
    <p:cSldViewPr snapToGrid="0">
      <p:cViewPr varScale="1">
        <p:scale>
          <a:sx n="74" d="100"/>
          <a:sy n="74" d="100"/>
        </p:scale>
        <p:origin x="534" y="72"/>
      </p:cViewPr>
      <p:guideLst>
        <p:guide orient="horz" pos="1979"/>
        <p:guide pos="688"/>
        <p:guide orient="horz" pos="1729"/>
        <p:guide pos="7242"/>
        <p:guide orient="horz" pos="129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commentAuthors" Target="commentAuthors.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heme" Target="theme/theme1.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ras Lopushanskyi" userId="7b479547-1ac6-4c3e-bfc7-6a03fe16e469" providerId="ADAL" clId="{A68BF3D1-7A73-6B4B-B776-FB4227A94BC4}"/>
    <pc:docChg chg="addSld modSld sldOrd modMainMaster">
      <pc:chgData name="Taras Lopushanskyi" userId="7b479547-1ac6-4c3e-bfc7-6a03fe16e469" providerId="ADAL" clId="{A68BF3D1-7A73-6B4B-B776-FB4227A94BC4}" dt="2019-10-31T13:17:38.316" v="6"/>
      <pc:docMkLst>
        <pc:docMk/>
      </pc:docMkLst>
      <pc:sldChg chg="ord">
        <pc:chgData name="Taras Lopushanskyi" userId="7b479547-1ac6-4c3e-bfc7-6a03fe16e469" providerId="ADAL" clId="{A68BF3D1-7A73-6B4B-B776-FB4227A94BC4}" dt="2019-10-31T13:16:23.350" v="4"/>
        <pc:sldMkLst>
          <pc:docMk/>
          <pc:sldMk cId="1735758878" sldId="1206"/>
        </pc:sldMkLst>
      </pc:sldChg>
      <pc:sldChg chg="addSp delSp modSp add">
        <pc:chgData name="Taras Lopushanskyi" userId="7b479547-1ac6-4c3e-bfc7-6a03fe16e469" providerId="ADAL" clId="{A68BF3D1-7A73-6B4B-B776-FB4227A94BC4}" dt="2019-10-31T13:16:12.015" v="1"/>
        <pc:sldMkLst>
          <pc:docMk/>
          <pc:sldMk cId="1639771642" sldId="1225"/>
        </pc:sldMkLst>
        <pc:spChg chg="del">
          <ac:chgData name="Taras Lopushanskyi" userId="7b479547-1ac6-4c3e-bfc7-6a03fe16e469" providerId="ADAL" clId="{A68BF3D1-7A73-6B4B-B776-FB4227A94BC4}" dt="2019-10-31T13:16:12.015" v="1"/>
          <ac:spMkLst>
            <pc:docMk/>
            <pc:sldMk cId="1639771642" sldId="1225"/>
            <ac:spMk id="2" creationId="{8076658C-F2A3-8D4A-86D8-FEBF3263A091}"/>
          </ac:spMkLst>
        </pc:spChg>
        <pc:spChg chg="del">
          <ac:chgData name="Taras Lopushanskyi" userId="7b479547-1ac6-4c3e-bfc7-6a03fe16e469" providerId="ADAL" clId="{A68BF3D1-7A73-6B4B-B776-FB4227A94BC4}" dt="2019-10-31T13:16:12.015" v="1"/>
          <ac:spMkLst>
            <pc:docMk/>
            <pc:sldMk cId="1639771642" sldId="1225"/>
            <ac:spMk id="3" creationId="{56A54168-4AEC-104E-9045-AB55EC5D9176}"/>
          </ac:spMkLst>
        </pc:spChg>
        <pc:spChg chg="add mod">
          <ac:chgData name="Taras Lopushanskyi" userId="7b479547-1ac6-4c3e-bfc7-6a03fe16e469" providerId="ADAL" clId="{A68BF3D1-7A73-6B4B-B776-FB4227A94BC4}" dt="2019-10-31T13:16:12.015" v="1"/>
          <ac:spMkLst>
            <pc:docMk/>
            <pc:sldMk cId="1639771642" sldId="1225"/>
            <ac:spMk id="4" creationId="{C6AC858A-ED29-5C41-BD32-8ECE7DBAE66B}"/>
          </ac:spMkLst>
        </pc:spChg>
        <pc:spChg chg="add mod">
          <ac:chgData name="Taras Lopushanskyi" userId="7b479547-1ac6-4c3e-bfc7-6a03fe16e469" providerId="ADAL" clId="{A68BF3D1-7A73-6B4B-B776-FB4227A94BC4}" dt="2019-10-31T13:16:12.015" v="1"/>
          <ac:spMkLst>
            <pc:docMk/>
            <pc:sldMk cId="1639771642" sldId="1225"/>
            <ac:spMk id="5" creationId="{19780850-A300-724E-8E7E-7AB9F732A244}"/>
          </ac:spMkLst>
        </pc:spChg>
      </pc:sldChg>
      <pc:sldChg chg="addSp delSp modSp add">
        <pc:chgData name="Taras Lopushanskyi" userId="7b479547-1ac6-4c3e-bfc7-6a03fe16e469" providerId="ADAL" clId="{A68BF3D1-7A73-6B4B-B776-FB4227A94BC4}" dt="2019-10-31T13:17:38.316" v="6"/>
        <pc:sldMkLst>
          <pc:docMk/>
          <pc:sldMk cId="671565239" sldId="1226"/>
        </pc:sldMkLst>
        <pc:spChg chg="del">
          <ac:chgData name="Taras Lopushanskyi" userId="7b479547-1ac6-4c3e-bfc7-6a03fe16e469" providerId="ADAL" clId="{A68BF3D1-7A73-6B4B-B776-FB4227A94BC4}" dt="2019-10-31T13:16:19.054" v="3"/>
          <ac:spMkLst>
            <pc:docMk/>
            <pc:sldMk cId="671565239" sldId="1226"/>
            <ac:spMk id="2" creationId="{73C71268-C3B4-B347-BA8C-4F1ECD4E1265}"/>
          </ac:spMkLst>
        </pc:spChg>
        <pc:spChg chg="del">
          <ac:chgData name="Taras Lopushanskyi" userId="7b479547-1ac6-4c3e-bfc7-6a03fe16e469" providerId="ADAL" clId="{A68BF3D1-7A73-6B4B-B776-FB4227A94BC4}" dt="2019-10-31T13:16:19.054" v="3"/>
          <ac:spMkLst>
            <pc:docMk/>
            <pc:sldMk cId="671565239" sldId="1226"/>
            <ac:spMk id="3" creationId="{B2456797-FD03-3A46-87F7-7B63AF16E6B2}"/>
          </ac:spMkLst>
        </pc:spChg>
        <pc:spChg chg="add del mod">
          <ac:chgData name="Taras Lopushanskyi" userId="7b479547-1ac6-4c3e-bfc7-6a03fe16e469" providerId="ADAL" clId="{A68BF3D1-7A73-6B4B-B776-FB4227A94BC4}" dt="2019-10-31T13:17:38.316" v="6"/>
          <ac:spMkLst>
            <pc:docMk/>
            <pc:sldMk cId="671565239" sldId="1226"/>
            <ac:spMk id="4" creationId="{71432E24-899F-EA4A-ABC5-5AB32C618634}"/>
          </ac:spMkLst>
        </pc:spChg>
        <pc:spChg chg="add del mod">
          <ac:chgData name="Taras Lopushanskyi" userId="7b479547-1ac6-4c3e-bfc7-6a03fe16e469" providerId="ADAL" clId="{A68BF3D1-7A73-6B4B-B776-FB4227A94BC4}" dt="2019-10-31T13:17:38.316" v="6"/>
          <ac:spMkLst>
            <pc:docMk/>
            <pc:sldMk cId="671565239" sldId="1226"/>
            <ac:spMk id="5" creationId="{751E9ABB-000C-C54F-A157-7FFE41A08932}"/>
          </ac:spMkLst>
        </pc:spChg>
        <pc:spChg chg="add mod">
          <ac:chgData name="Taras Lopushanskyi" userId="7b479547-1ac6-4c3e-bfc7-6a03fe16e469" providerId="ADAL" clId="{A68BF3D1-7A73-6B4B-B776-FB4227A94BC4}" dt="2019-10-31T13:17:38.316" v="6"/>
          <ac:spMkLst>
            <pc:docMk/>
            <pc:sldMk cId="671565239" sldId="1226"/>
            <ac:spMk id="6" creationId="{AC9F75E4-15BC-FC4F-9F29-F0D3A14A0B0C}"/>
          </ac:spMkLst>
        </pc:spChg>
        <pc:spChg chg="add mod">
          <ac:chgData name="Taras Lopushanskyi" userId="7b479547-1ac6-4c3e-bfc7-6a03fe16e469" providerId="ADAL" clId="{A68BF3D1-7A73-6B4B-B776-FB4227A94BC4}" dt="2019-10-31T13:17:38.316" v="6"/>
          <ac:spMkLst>
            <pc:docMk/>
            <pc:sldMk cId="671565239" sldId="1226"/>
            <ac:spMk id="7" creationId="{1A16E419-1C84-E041-B29C-349214FCE0D2}"/>
          </ac:spMkLst>
        </pc:spChg>
      </pc:sldChg>
      <pc:sldMasterChg chg="modSldLayout">
        <pc:chgData name="Taras Lopushanskyi" userId="7b479547-1ac6-4c3e-bfc7-6a03fe16e469" providerId="ADAL" clId="{A68BF3D1-7A73-6B4B-B776-FB4227A94BC4}" dt="2019-10-31T13:17:22.654" v="5" actId="207"/>
        <pc:sldMasterMkLst>
          <pc:docMk/>
          <pc:sldMasterMk cId="3674229508" sldId="2147484777"/>
        </pc:sldMasterMkLst>
        <pc:sldLayoutChg chg="modSp">
          <pc:chgData name="Taras Lopushanskyi" userId="7b479547-1ac6-4c3e-bfc7-6a03fe16e469" providerId="ADAL" clId="{A68BF3D1-7A73-6B4B-B776-FB4227A94BC4}" dt="2019-10-31T13:17:22.654" v="5" actId="207"/>
          <pc:sldLayoutMkLst>
            <pc:docMk/>
            <pc:sldMasterMk cId="3674229508" sldId="2147484777"/>
            <pc:sldLayoutMk cId="103784457" sldId="2147484780"/>
          </pc:sldLayoutMkLst>
          <pc:spChg chg="mod">
            <ac:chgData name="Taras Lopushanskyi" userId="7b479547-1ac6-4c3e-bfc7-6a03fe16e469" providerId="ADAL" clId="{A68BF3D1-7A73-6B4B-B776-FB4227A94BC4}" dt="2019-10-31T13:17:22.654" v="5" actId="207"/>
            <ac:spMkLst>
              <pc:docMk/>
              <pc:sldMasterMk cId="3674229508" sldId="2147484777"/>
              <pc:sldLayoutMk cId="103784457" sldId="2147484780"/>
              <ac:spMk id="7" creationId="{00000000-0000-0000-0000-000000000000}"/>
            </ac:spMkLst>
          </pc:spChg>
        </pc:sldLayoutChg>
      </pc:sldMasterChg>
    </pc:docChg>
  </pc:docChgLst>
  <pc:docChgLst>
    <pc:chgData name="Olha Kuklieva" userId="8058d566-3e94-4190-bb8d-b787b7329c88" providerId="ADAL" clId="{82B65C56-0DDA-4F6B-BC61-117E65D91B3A}"/>
    <pc:docChg chg="undo custSel addSld delSld modSld sldOrd modMainMaster modSection">
      <pc:chgData name="Olha Kuklieva" userId="8058d566-3e94-4190-bb8d-b787b7329c88" providerId="ADAL" clId="{82B65C56-0DDA-4F6B-BC61-117E65D91B3A}" dt="2019-10-31T13:25:54.541" v="67" actId="2696"/>
      <pc:docMkLst>
        <pc:docMk/>
      </pc:docMkLst>
      <pc:sldChg chg="modSp">
        <pc:chgData name="Olha Kuklieva" userId="8058d566-3e94-4190-bb8d-b787b7329c88" providerId="ADAL" clId="{82B65C56-0DDA-4F6B-BC61-117E65D91B3A}" dt="2019-10-31T13:19:23.257" v="10" actId="20577"/>
        <pc:sldMkLst>
          <pc:docMk/>
          <pc:sldMk cId="4001193277" sldId="1224"/>
        </pc:sldMkLst>
        <pc:spChg chg="mod">
          <ac:chgData name="Olha Kuklieva" userId="8058d566-3e94-4190-bb8d-b787b7329c88" providerId="ADAL" clId="{82B65C56-0DDA-4F6B-BC61-117E65D91B3A}" dt="2019-10-31T13:19:23.257" v="10" actId="20577"/>
          <ac:spMkLst>
            <pc:docMk/>
            <pc:sldMk cId="4001193277" sldId="1224"/>
            <ac:spMk id="4" creationId="{C6BFCD7C-0C79-467A-9369-0675D4B541D4}"/>
          </ac:spMkLst>
        </pc:spChg>
      </pc:sldChg>
      <pc:sldChg chg="addSp delSp modSp add">
        <pc:chgData name="Olha Kuklieva" userId="8058d566-3e94-4190-bb8d-b787b7329c88" providerId="ADAL" clId="{82B65C56-0DDA-4F6B-BC61-117E65D91B3A}" dt="2019-10-31T13:20:31.922" v="33"/>
        <pc:sldMkLst>
          <pc:docMk/>
          <pc:sldMk cId="759534034" sldId="1225"/>
        </pc:sldMkLst>
        <pc:spChg chg="add del">
          <ac:chgData name="Olha Kuklieva" userId="8058d566-3e94-4190-bb8d-b787b7329c88" providerId="ADAL" clId="{82B65C56-0DDA-4F6B-BC61-117E65D91B3A}" dt="2019-10-31T13:20:31.922" v="33"/>
          <ac:spMkLst>
            <pc:docMk/>
            <pc:sldMk cId="759534034" sldId="1225"/>
            <ac:spMk id="2" creationId="{595464EC-D1C5-456B-B9F8-1F6E06556084}"/>
          </ac:spMkLst>
        </pc:spChg>
        <pc:spChg chg="add del">
          <ac:chgData name="Olha Kuklieva" userId="8058d566-3e94-4190-bb8d-b787b7329c88" providerId="ADAL" clId="{82B65C56-0DDA-4F6B-BC61-117E65D91B3A}" dt="2019-10-31T13:20:31.922" v="33"/>
          <ac:spMkLst>
            <pc:docMk/>
            <pc:sldMk cId="759534034" sldId="1225"/>
            <ac:spMk id="3" creationId="{03225F8D-77CD-4007-8F3A-710F10C8E7DD}"/>
          </ac:spMkLst>
        </pc:spChg>
        <pc:spChg chg="add del mod">
          <ac:chgData name="Olha Kuklieva" userId="8058d566-3e94-4190-bb8d-b787b7329c88" providerId="ADAL" clId="{82B65C56-0DDA-4F6B-BC61-117E65D91B3A}" dt="2019-10-31T13:19:32.530" v="18"/>
          <ac:spMkLst>
            <pc:docMk/>
            <pc:sldMk cId="759534034" sldId="1225"/>
            <ac:spMk id="4" creationId="{BCA96069-B365-4100-9F96-5D807972B8B9}"/>
          </ac:spMkLst>
        </pc:spChg>
        <pc:spChg chg="add del mod">
          <ac:chgData name="Olha Kuklieva" userId="8058d566-3e94-4190-bb8d-b787b7329c88" providerId="ADAL" clId="{82B65C56-0DDA-4F6B-BC61-117E65D91B3A}" dt="2019-10-31T13:19:32.530" v="18"/>
          <ac:spMkLst>
            <pc:docMk/>
            <pc:sldMk cId="759534034" sldId="1225"/>
            <ac:spMk id="5" creationId="{C6A279E8-94D6-4886-8FF6-8A8EC28F6554}"/>
          </ac:spMkLst>
        </pc:spChg>
        <pc:spChg chg="add mod">
          <ac:chgData name="Olha Kuklieva" userId="8058d566-3e94-4190-bb8d-b787b7329c88" providerId="ADAL" clId="{82B65C56-0DDA-4F6B-BC61-117E65D91B3A}" dt="2019-10-31T13:20:31.922" v="33"/>
          <ac:spMkLst>
            <pc:docMk/>
            <pc:sldMk cId="759534034" sldId="1225"/>
            <ac:spMk id="6" creationId="{C26BA086-93B2-44A2-8B1B-22E693D2ABB6}"/>
          </ac:spMkLst>
        </pc:spChg>
        <pc:spChg chg="add mod">
          <ac:chgData name="Olha Kuklieva" userId="8058d566-3e94-4190-bb8d-b787b7329c88" providerId="ADAL" clId="{82B65C56-0DDA-4F6B-BC61-117E65D91B3A}" dt="2019-10-31T13:20:31.922" v="33"/>
          <ac:spMkLst>
            <pc:docMk/>
            <pc:sldMk cId="759534034" sldId="1225"/>
            <ac:spMk id="7" creationId="{B3EDC24C-EE02-4845-99B9-F77A9B3BC1BB}"/>
          </ac:spMkLst>
        </pc:spChg>
      </pc:sldChg>
      <pc:sldChg chg="add del">
        <pc:chgData name="Olha Kuklieva" userId="8058d566-3e94-4190-bb8d-b787b7329c88" providerId="ADAL" clId="{82B65C56-0DDA-4F6B-BC61-117E65D91B3A}" dt="2019-10-31T13:19:19.956" v="6"/>
        <pc:sldMkLst>
          <pc:docMk/>
          <pc:sldMk cId="2522737897" sldId="1225"/>
        </pc:sldMkLst>
      </pc:sldChg>
      <pc:sldChg chg="addSp delSp modSp add">
        <pc:chgData name="Olha Kuklieva" userId="8058d566-3e94-4190-bb8d-b787b7329c88" providerId="ADAL" clId="{82B65C56-0DDA-4F6B-BC61-117E65D91B3A}" dt="2019-10-31T13:20:37.163" v="35"/>
        <pc:sldMkLst>
          <pc:docMk/>
          <pc:sldMk cId="2736104985" sldId="1226"/>
        </pc:sldMkLst>
        <pc:spChg chg="del">
          <ac:chgData name="Olha Kuklieva" userId="8058d566-3e94-4190-bb8d-b787b7329c88" providerId="ADAL" clId="{82B65C56-0DDA-4F6B-BC61-117E65D91B3A}" dt="2019-10-31T13:20:37.163" v="35"/>
          <ac:spMkLst>
            <pc:docMk/>
            <pc:sldMk cId="2736104985" sldId="1226"/>
            <ac:spMk id="2" creationId="{5AF2CF7F-B1CA-40D9-B487-7FC1D9DEF6F7}"/>
          </ac:spMkLst>
        </pc:spChg>
        <pc:spChg chg="del">
          <ac:chgData name="Olha Kuklieva" userId="8058d566-3e94-4190-bb8d-b787b7329c88" providerId="ADAL" clId="{82B65C56-0DDA-4F6B-BC61-117E65D91B3A}" dt="2019-10-31T13:20:37.163" v="35"/>
          <ac:spMkLst>
            <pc:docMk/>
            <pc:sldMk cId="2736104985" sldId="1226"/>
            <ac:spMk id="3" creationId="{61A4F8C9-BE4C-4212-A593-B334DC08425C}"/>
          </ac:spMkLst>
        </pc:spChg>
        <pc:spChg chg="add mod">
          <ac:chgData name="Olha Kuklieva" userId="8058d566-3e94-4190-bb8d-b787b7329c88" providerId="ADAL" clId="{82B65C56-0DDA-4F6B-BC61-117E65D91B3A}" dt="2019-10-31T13:20:37.163" v="35"/>
          <ac:spMkLst>
            <pc:docMk/>
            <pc:sldMk cId="2736104985" sldId="1226"/>
            <ac:spMk id="4" creationId="{99B3B0FC-3F87-4318-A857-A0F462CAFFEA}"/>
          </ac:spMkLst>
        </pc:spChg>
        <pc:spChg chg="add mod">
          <ac:chgData name="Olha Kuklieva" userId="8058d566-3e94-4190-bb8d-b787b7329c88" providerId="ADAL" clId="{82B65C56-0DDA-4F6B-BC61-117E65D91B3A}" dt="2019-10-31T13:20:37.163" v="35"/>
          <ac:spMkLst>
            <pc:docMk/>
            <pc:sldMk cId="2736104985" sldId="1226"/>
            <ac:spMk id="5" creationId="{3A9FB3B7-57FB-42BB-B446-0677226703DE}"/>
          </ac:spMkLst>
        </pc:spChg>
        <pc:spChg chg="add mod">
          <ac:chgData name="Olha Kuklieva" userId="8058d566-3e94-4190-bb8d-b787b7329c88" providerId="ADAL" clId="{82B65C56-0DDA-4F6B-BC61-117E65D91B3A}" dt="2019-10-31T13:20:37.163" v="35"/>
          <ac:spMkLst>
            <pc:docMk/>
            <pc:sldMk cId="2736104985" sldId="1226"/>
            <ac:spMk id="6" creationId="{86CCEA01-F57D-41CB-89BB-D59127C3A278}"/>
          </ac:spMkLst>
        </pc:spChg>
        <pc:spChg chg="add mod">
          <ac:chgData name="Olha Kuklieva" userId="8058d566-3e94-4190-bb8d-b787b7329c88" providerId="ADAL" clId="{82B65C56-0DDA-4F6B-BC61-117E65D91B3A}" dt="2019-10-31T13:20:37.163" v="35"/>
          <ac:spMkLst>
            <pc:docMk/>
            <pc:sldMk cId="2736104985" sldId="1226"/>
            <ac:spMk id="7" creationId="{899447FB-C7CD-42DA-AEBC-3440527073AC}"/>
          </ac:spMkLst>
        </pc:spChg>
      </pc:sldChg>
      <pc:sldChg chg="addSp delSp modSp add">
        <pc:chgData name="Olha Kuklieva" userId="8058d566-3e94-4190-bb8d-b787b7329c88" providerId="ADAL" clId="{82B65C56-0DDA-4F6B-BC61-117E65D91B3A}" dt="2019-10-31T13:22:27.303" v="63"/>
        <pc:sldMkLst>
          <pc:docMk/>
          <pc:sldMk cId="175485925" sldId="1227"/>
        </pc:sldMkLst>
        <pc:spChg chg="del">
          <ac:chgData name="Olha Kuklieva" userId="8058d566-3e94-4190-bb8d-b787b7329c88" providerId="ADAL" clId="{82B65C56-0DDA-4F6B-BC61-117E65D91B3A}" dt="2019-10-31T13:20:47.224" v="37"/>
          <ac:spMkLst>
            <pc:docMk/>
            <pc:sldMk cId="175485925" sldId="1227"/>
            <ac:spMk id="2" creationId="{327513D4-3B83-4300-B69B-4AC85EEDC8D9}"/>
          </ac:spMkLst>
        </pc:spChg>
        <pc:spChg chg="del">
          <ac:chgData name="Olha Kuklieva" userId="8058d566-3e94-4190-bb8d-b787b7329c88" providerId="ADAL" clId="{82B65C56-0DDA-4F6B-BC61-117E65D91B3A}" dt="2019-10-31T13:20:47.224" v="37"/>
          <ac:spMkLst>
            <pc:docMk/>
            <pc:sldMk cId="175485925" sldId="1227"/>
            <ac:spMk id="3" creationId="{C55CDE06-A103-4615-A5CF-0D391BC50FC5}"/>
          </ac:spMkLst>
        </pc:spChg>
        <pc:spChg chg="del">
          <ac:chgData name="Olha Kuklieva" userId="8058d566-3e94-4190-bb8d-b787b7329c88" providerId="ADAL" clId="{82B65C56-0DDA-4F6B-BC61-117E65D91B3A}" dt="2019-10-31T13:20:47.224" v="37"/>
          <ac:spMkLst>
            <pc:docMk/>
            <pc:sldMk cId="175485925" sldId="1227"/>
            <ac:spMk id="4" creationId="{0512DBA5-833F-4171-ABFB-4276D6BF0A4C}"/>
          </ac:spMkLst>
        </pc:spChg>
        <pc:spChg chg="del">
          <ac:chgData name="Olha Kuklieva" userId="8058d566-3e94-4190-bb8d-b787b7329c88" providerId="ADAL" clId="{82B65C56-0DDA-4F6B-BC61-117E65D91B3A}" dt="2019-10-31T13:20:47.224" v="37"/>
          <ac:spMkLst>
            <pc:docMk/>
            <pc:sldMk cId="175485925" sldId="1227"/>
            <ac:spMk id="5" creationId="{6D0FE103-98B7-4675-A27D-E67C87E88899}"/>
          </ac:spMkLst>
        </pc:spChg>
        <pc:spChg chg="add del mod">
          <ac:chgData name="Olha Kuklieva" userId="8058d566-3e94-4190-bb8d-b787b7329c88" providerId="ADAL" clId="{82B65C56-0DDA-4F6B-BC61-117E65D91B3A}" dt="2019-10-31T13:22:27.303" v="63"/>
          <ac:spMkLst>
            <pc:docMk/>
            <pc:sldMk cId="175485925" sldId="1227"/>
            <ac:spMk id="6" creationId="{FBDCDD2A-4E15-469D-BEA3-61049F5145CD}"/>
          </ac:spMkLst>
        </pc:spChg>
        <pc:spChg chg="add del mod">
          <ac:chgData name="Olha Kuklieva" userId="8058d566-3e94-4190-bb8d-b787b7329c88" providerId="ADAL" clId="{82B65C56-0DDA-4F6B-BC61-117E65D91B3A}" dt="2019-10-31T13:22:27.303" v="63"/>
          <ac:spMkLst>
            <pc:docMk/>
            <pc:sldMk cId="175485925" sldId="1227"/>
            <ac:spMk id="7" creationId="{83416B48-18DC-4F3C-9537-87FB8BA8E8A1}"/>
          </ac:spMkLst>
        </pc:spChg>
        <pc:spChg chg="add mod">
          <ac:chgData name="Olha Kuklieva" userId="8058d566-3e94-4190-bb8d-b787b7329c88" providerId="ADAL" clId="{82B65C56-0DDA-4F6B-BC61-117E65D91B3A}" dt="2019-10-31T13:22:27.303" v="63"/>
          <ac:spMkLst>
            <pc:docMk/>
            <pc:sldMk cId="175485925" sldId="1227"/>
            <ac:spMk id="8" creationId="{1C879ED0-FB0F-496C-A28D-E63CA7ACFAFF}"/>
          </ac:spMkLst>
        </pc:spChg>
        <pc:spChg chg="add mod">
          <ac:chgData name="Olha Kuklieva" userId="8058d566-3e94-4190-bb8d-b787b7329c88" providerId="ADAL" clId="{82B65C56-0DDA-4F6B-BC61-117E65D91B3A}" dt="2019-10-31T13:22:27.303" v="63"/>
          <ac:spMkLst>
            <pc:docMk/>
            <pc:sldMk cId="175485925" sldId="1227"/>
            <ac:spMk id="9" creationId="{CA4E5058-9026-462C-B16F-44D90B73FCAD}"/>
          </ac:spMkLst>
        </pc:spChg>
        <pc:spChg chg="add mod">
          <ac:chgData name="Olha Kuklieva" userId="8058d566-3e94-4190-bb8d-b787b7329c88" providerId="ADAL" clId="{82B65C56-0DDA-4F6B-BC61-117E65D91B3A}" dt="2019-10-31T13:22:27.303" v="63"/>
          <ac:spMkLst>
            <pc:docMk/>
            <pc:sldMk cId="175485925" sldId="1227"/>
            <ac:spMk id="10" creationId="{0055DE7F-03EA-4D23-AD9C-CE1E65F90EFD}"/>
          </ac:spMkLst>
        </pc:spChg>
        <pc:spChg chg="add mod">
          <ac:chgData name="Olha Kuklieva" userId="8058d566-3e94-4190-bb8d-b787b7329c88" providerId="ADAL" clId="{82B65C56-0DDA-4F6B-BC61-117E65D91B3A}" dt="2019-10-31T13:22:27.303" v="63"/>
          <ac:spMkLst>
            <pc:docMk/>
            <pc:sldMk cId="175485925" sldId="1227"/>
            <ac:spMk id="11" creationId="{E6D38E12-0B8B-4A45-AA22-FFF26BA4BDCF}"/>
          </ac:spMkLst>
        </pc:spChg>
        <pc:spChg chg="add mod">
          <ac:chgData name="Olha Kuklieva" userId="8058d566-3e94-4190-bb8d-b787b7329c88" providerId="ADAL" clId="{82B65C56-0DDA-4F6B-BC61-117E65D91B3A}" dt="2019-10-31T13:22:27.303" v="63"/>
          <ac:spMkLst>
            <pc:docMk/>
            <pc:sldMk cId="175485925" sldId="1227"/>
            <ac:spMk id="12" creationId="{DDF14CDB-48E1-4C5B-B40C-D700FCD6F957}"/>
          </ac:spMkLst>
        </pc:spChg>
        <pc:spChg chg="add mod">
          <ac:chgData name="Olha Kuklieva" userId="8058d566-3e94-4190-bb8d-b787b7329c88" providerId="ADAL" clId="{82B65C56-0DDA-4F6B-BC61-117E65D91B3A}" dt="2019-10-31T13:22:27.303" v="63"/>
          <ac:spMkLst>
            <pc:docMk/>
            <pc:sldMk cId="175485925" sldId="1227"/>
            <ac:spMk id="13" creationId="{276D560C-9AA8-4A22-A278-EE90E939A6AC}"/>
          </ac:spMkLst>
        </pc:spChg>
      </pc:sldChg>
      <pc:sldChg chg="addSp delSp modSp add ord">
        <pc:chgData name="Olha Kuklieva" userId="8058d566-3e94-4190-bb8d-b787b7329c88" providerId="ADAL" clId="{82B65C56-0DDA-4F6B-BC61-117E65D91B3A}" dt="2019-10-31T13:20:58.460" v="40"/>
        <pc:sldMkLst>
          <pc:docMk/>
          <pc:sldMk cId="1943036412" sldId="1228"/>
        </pc:sldMkLst>
        <pc:spChg chg="del">
          <ac:chgData name="Olha Kuklieva" userId="8058d566-3e94-4190-bb8d-b787b7329c88" providerId="ADAL" clId="{82B65C56-0DDA-4F6B-BC61-117E65D91B3A}" dt="2019-10-31T13:20:55.616" v="39"/>
          <ac:spMkLst>
            <pc:docMk/>
            <pc:sldMk cId="1943036412" sldId="1228"/>
            <ac:spMk id="2" creationId="{243A08A1-FE81-4669-8010-AB512AEBF8B5}"/>
          </ac:spMkLst>
        </pc:spChg>
        <pc:spChg chg="del">
          <ac:chgData name="Olha Kuklieva" userId="8058d566-3e94-4190-bb8d-b787b7329c88" providerId="ADAL" clId="{82B65C56-0DDA-4F6B-BC61-117E65D91B3A}" dt="2019-10-31T13:20:55.616" v="39"/>
          <ac:spMkLst>
            <pc:docMk/>
            <pc:sldMk cId="1943036412" sldId="1228"/>
            <ac:spMk id="3" creationId="{93B389C7-D385-4774-9726-10C8CAF10EAE}"/>
          </ac:spMkLst>
        </pc:spChg>
        <pc:spChg chg="add mod">
          <ac:chgData name="Olha Kuklieva" userId="8058d566-3e94-4190-bb8d-b787b7329c88" providerId="ADAL" clId="{82B65C56-0DDA-4F6B-BC61-117E65D91B3A}" dt="2019-10-31T13:20:55.616" v="39"/>
          <ac:spMkLst>
            <pc:docMk/>
            <pc:sldMk cId="1943036412" sldId="1228"/>
            <ac:spMk id="4" creationId="{CA236E6E-CCA1-48F4-8FC1-2690E5DA5F74}"/>
          </ac:spMkLst>
        </pc:spChg>
        <pc:spChg chg="add mod">
          <ac:chgData name="Olha Kuklieva" userId="8058d566-3e94-4190-bb8d-b787b7329c88" providerId="ADAL" clId="{82B65C56-0DDA-4F6B-BC61-117E65D91B3A}" dt="2019-10-31T13:20:55.616" v="39"/>
          <ac:spMkLst>
            <pc:docMk/>
            <pc:sldMk cId="1943036412" sldId="1228"/>
            <ac:spMk id="5" creationId="{9C6E0AE2-DB35-40C9-B9A1-25494B29AECD}"/>
          </ac:spMkLst>
        </pc:spChg>
      </pc:sldChg>
      <pc:sldChg chg="addSp delSp modSp add">
        <pc:chgData name="Olha Kuklieva" userId="8058d566-3e94-4190-bb8d-b787b7329c88" providerId="ADAL" clId="{82B65C56-0DDA-4F6B-BC61-117E65D91B3A}" dt="2019-10-31T13:21:09.202" v="42"/>
        <pc:sldMkLst>
          <pc:docMk/>
          <pc:sldMk cId="796952511" sldId="1229"/>
        </pc:sldMkLst>
        <pc:spChg chg="del">
          <ac:chgData name="Olha Kuklieva" userId="8058d566-3e94-4190-bb8d-b787b7329c88" providerId="ADAL" clId="{82B65C56-0DDA-4F6B-BC61-117E65D91B3A}" dt="2019-10-31T13:21:09.202" v="42"/>
          <ac:spMkLst>
            <pc:docMk/>
            <pc:sldMk cId="796952511" sldId="1229"/>
            <ac:spMk id="2" creationId="{E6E13410-90BD-470E-AA47-C4C5C4C388EC}"/>
          </ac:spMkLst>
        </pc:spChg>
        <pc:spChg chg="del">
          <ac:chgData name="Olha Kuklieva" userId="8058d566-3e94-4190-bb8d-b787b7329c88" providerId="ADAL" clId="{82B65C56-0DDA-4F6B-BC61-117E65D91B3A}" dt="2019-10-31T13:21:09.202" v="42"/>
          <ac:spMkLst>
            <pc:docMk/>
            <pc:sldMk cId="796952511" sldId="1229"/>
            <ac:spMk id="3" creationId="{D6DB02A1-9EBB-4826-8D38-69FD1460AFF5}"/>
          </ac:spMkLst>
        </pc:spChg>
        <pc:spChg chg="add mod">
          <ac:chgData name="Olha Kuklieva" userId="8058d566-3e94-4190-bb8d-b787b7329c88" providerId="ADAL" clId="{82B65C56-0DDA-4F6B-BC61-117E65D91B3A}" dt="2019-10-31T13:21:09.202" v="42"/>
          <ac:spMkLst>
            <pc:docMk/>
            <pc:sldMk cId="796952511" sldId="1229"/>
            <ac:spMk id="4" creationId="{5831415F-B9DB-4820-AEA0-7D4B3738F685}"/>
          </ac:spMkLst>
        </pc:spChg>
        <pc:spChg chg="add mod">
          <ac:chgData name="Olha Kuklieva" userId="8058d566-3e94-4190-bb8d-b787b7329c88" providerId="ADAL" clId="{82B65C56-0DDA-4F6B-BC61-117E65D91B3A}" dt="2019-10-31T13:21:09.202" v="42"/>
          <ac:spMkLst>
            <pc:docMk/>
            <pc:sldMk cId="796952511" sldId="1229"/>
            <ac:spMk id="5" creationId="{548BC74F-B18A-4578-98FC-BCE7C88CA179}"/>
          </ac:spMkLst>
        </pc:spChg>
      </pc:sldChg>
      <pc:sldChg chg="addSp delSp modSp add">
        <pc:chgData name="Olha Kuklieva" userId="8058d566-3e94-4190-bb8d-b787b7329c88" providerId="ADAL" clId="{82B65C56-0DDA-4F6B-BC61-117E65D91B3A}" dt="2019-10-31T13:21:13.117" v="44"/>
        <pc:sldMkLst>
          <pc:docMk/>
          <pc:sldMk cId="1856492653" sldId="1230"/>
        </pc:sldMkLst>
        <pc:spChg chg="del">
          <ac:chgData name="Olha Kuklieva" userId="8058d566-3e94-4190-bb8d-b787b7329c88" providerId="ADAL" clId="{82B65C56-0DDA-4F6B-BC61-117E65D91B3A}" dt="2019-10-31T13:21:13.117" v="44"/>
          <ac:spMkLst>
            <pc:docMk/>
            <pc:sldMk cId="1856492653" sldId="1230"/>
            <ac:spMk id="2" creationId="{0AC469AC-C6FF-4003-B95F-89980C5C3E02}"/>
          </ac:spMkLst>
        </pc:spChg>
        <pc:spChg chg="del">
          <ac:chgData name="Olha Kuklieva" userId="8058d566-3e94-4190-bb8d-b787b7329c88" providerId="ADAL" clId="{82B65C56-0DDA-4F6B-BC61-117E65D91B3A}" dt="2019-10-31T13:21:13.117" v="44"/>
          <ac:spMkLst>
            <pc:docMk/>
            <pc:sldMk cId="1856492653" sldId="1230"/>
            <ac:spMk id="3" creationId="{534F63C9-4974-45FF-8754-4E152E5BF9FC}"/>
          </ac:spMkLst>
        </pc:spChg>
        <pc:spChg chg="add mod">
          <ac:chgData name="Olha Kuklieva" userId="8058d566-3e94-4190-bb8d-b787b7329c88" providerId="ADAL" clId="{82B65C56-0DDA-4F6B-BC61-117E65D91B3A}" dt="2019-10-31T13:21:13.117" v="44"/>
          <ac:spMkLst>
            <pc:docMk/>
            <pc:sldMk cId="1856492653" sldId="1230"/>
            <ac:spMk id="4" creationId="{AAFA0E05-D6A3-44DB-8E1F-AE9104489031}"/>
          </ac:spMkLst>
        </pc:spChg>
        <pc:spChg chg="add mod">
          <ac:chgData name="Olha Kuklieva" userId="8058d566-3e94-4190-bb8d-b787b7329c88" providerId="ADAL" clId="{82B65C56-0DDA-4F6B-BC61-117E65D91B3A}" dt="2019-10-31T13:21:13.117" v="44"/>
          <ac:spMkLst>
            <pc:docMk/>
            <pc:sldMk cId="1856492653" sldId="1230"/>
            <ac:spMk id="5" creationId="{817D4F48-03D6-4A34-979F-5C60DD1330B6}"/>
          </ac:spMkLst>
        </pc:spChg>
      </pc:sldChg>
      <pc:sldChg chg="addSp delSp modSp add">
        <pc:chgData name="Olha Kuklieva" userId="8058d566-3e94-4190-bb8d-b787b7329c88" providerId="ADAL" clId="{82B65C56-0DDA-4F6B-BC61-117E65D91B3A}" dt="2019-10-31T13:21:18.439" v="46"/>
        <pc:sldMkLst>
          <pc:docMk/>
          <pc:sldMk cId="3440774989" sldId="1231"/>
        </pc:sldMkLst>
        <pc:spChg chg="del">
          <ac:chgData name="Olha Kuklieva" userId="8058d566-3e94-4190-bb8d-b787b7329c88" providerId="ADAL" clId="{82B65C56-0DDA-4F6B-BC61-117E65D91B3A}" dt="2019-10-31T13:21:18.439" v="46"/>
          <ac:spMkLst>
            <pc:docMk/>
            <pc:sldMk cId="3440774989" sldId="1231"/>
            <ac:spMk id="2" creationId="{414DAAB3-A6A9-41E2-B080-6E455B2E14B5}"/>
          </ac:spMkLst>
        </pc:spChg>
        <pc:spChg chg="del">
          <ac:chgData name="Olha Kuklieva" userId="8058d566-3e94-4190-bb8d-b787b7329c88" providerId="ADAL" clId="{82B65C56-0DDA-4F6B-BC61-117E65D91B3A}" dt="2019-10-31T13:21:18.439" v="46"/>
          <ac:spMkLst>
            <pc:docMk/>
            <pc:sldMk cId="3440774989" sldId="1231"/>
            <ac:spMk id="3" creationId="{D9233D15-17C2-49C8-AD55-6911C3DEBA37}"/>
          </ac:spMkLst>
        </pc:spChg>
        <pc:spChg chg="add mod">
          <ac:chgData name="Olha Kuklieva" userId="8058d566-3e94-4190-bb8d-b787b7329c88" providerId="ADAL" clId="{82B65C56-0DDA-4F6B-BC61-117E65D91B3A}" dt="2019-10-31T13:21:18.439" v="46"/>
          <ac:spMkLst>
            <pc:docMk/>
            <pc:sldMk cId="3440774989" sldId="1231"/>
            <ac:spMk id="4" creationId="{B89C1B92-534C-47A0-B35C-7F8EBB8DA40C}"/>
          </ac:spMkLst>
        </pc:spChg>
        <pc:spChg chg="add mod">
          <ac:chgData name="Olha Kuklieva" userId="8058d566-3e94-4190-bb8d-b787b7329c88" providerId="ADAL" clId="{82B65C56-0DDA-4F6B-BC61-117E65D91B3A}" dt="2019-10-31T13:21:18.439" v="46"/>
          <ac:spMkLst>
            <pc:docMk/>
            <pc:sldMk cId="3440774989" sldId="1231"/>
            <ac:spMk id="5" creationId="{8FA807B4-AFD7-4059-940E-031033A6C169}"/>
          </ac:spMkLst>
        </pc:spChg>
      </pc:sldChg>
      <pc:sldChg chg="addSp delSp modSp add">
        <pc:chgData name="Olha Kuklieva" userId="8058d566-3e94-4190-bb8d-b787b7329c88" providerId="ADAL" clId="{82B65C56-0DDA-4F6B-BC61-117E65D91B3A}" dt="2019-10-31T13:21:30.607" v="48"/>
        <pc:sldMkLst>
          <pc:docMk/>
          <pc:sldMk cId="370164559" sldId="1232"/>
        </pc:sldMkLst>
        <pc:spChg chg="del">
          <ac:chgData name="Olha Kuklieva" userId="8058d566-3e94-4190-bb8d-b787b7329c88" providerId="ADAL" clId="{82B65C56-0DDA-4F6B-BC61-117E65D91B3A}" dt="2019-10-31T13:21:30.607" v="48"/>
          <ac:spMkLst>
            <pc:docMk/>
            <pc:sldMk cId="370164559" sldId="1232"/>
            <ac:spMk id="2" creationId="{AEFF3FA5-4F9A-47C5-9282-15004FDD5FA0}"/>
          </ac:spMkLst>
        </pc:spChg>
        <pc:spChg chg="del">
          <ac:chgData name="Olha Kuklieva" userId="8058d566-3e94-4190-bb8d-b787b7329c88" providerId="ADAL" clId="{82B65C56-0DDA-4F6B-BC61-117E65D91B3A}" dt="2019-10-31T13:21:30.607" v="48"/>
          <ac:spMkLst>
            <pc:docMk/>
            <pc:sldMk cId="370164559" sldId="1232"/>
            <ac:spMk id="3" creationId="{6AA47D9C-991C-44A7-B46B-E6C01B7D3F19}"/>
          </ac:spMkLst>
        </pc:spChg>
        <pc:spChg chg="add mod">
          <ac:chgData name="Olha Kuklieva" userId="8058d566-3e94-4190-bb8d-b787b7329c88" providerId="ADAL" clId="{82B65C56-0DDA-4F6B-BC61-117E65D91B3A}" dt="2019-10-31T13:21:30.607" v="48"/>
          <ac:spMkLst>
            <pc:docMk/>
            <pc:sldMk cId="370164559" sldId="1232"/>
            <ac:spMk id="4" creationId="{C4F1E8A9-C2C6-413C-BF2D-8D22F2332193}"/>
          </ac:spMkLst>
        </pc:spChg>
        <pc:spChg chg="add mod">
          <ac:chgData name="Olha Kuklieva" userId="8058d566-3e94-4190-bb8d-b787b7329c88" providerId="ADAL" clId="{82B65C56-0DDA-4F6B-BC61-117E65D91B3A}" dt="2019-10-31T13:21:30.607" v="48"/>
          <ac:spMkLst>
            <pc:docMk/>
            <pc:sldMk cId="370164559" sldId="1232"/>
            <ac:spMk id="5" creationId="{61B47164-5C4E-46ED-A751-8C8D4443061B}"/>
          </ac:spMkLst>
        </pc:spChg>
        <pc:spChg chg="add mod">
          <ac:chgData name="Olha Kuklieva" userId="8058d566-3e94-4190-bb8d-b787b7329c88" providerId="ADAL" clId="{82B65C56-0DDA-4F6B-BC61-117E65D91B3A}" dt="2019-10-31T13:21:30.607" v="48"/>
          <ac:spMkLst>
            <pc:docMk/>
            <pc:sldMk cId="370164559" sldId="1232"/>
            <ac:spMk id="6" creationId="{74334EBB-850A-4BB3-AD6E-C0E5759930A3}"/>
          </ac:spMkLst>
        </pc:spChg>
      </pc:sldChg>
      <pc:sldChg chg="addSp delSp modSp add">
        <pc:chgData name="Olha Kuklieva" userId="8058d566-3e94-4190-bb8d-b787b7329c88" providerId="ADAL" clId="{82B65C56-0DDA-4F6B-BC61-117E65D91B3A}" dt="2019-10-31T13:21:35.157" v="50"/>
        <pc:sldMkLst>
          <pc:docMk/>
          <pc:sldMk cId="2206258584" sldId="1233"/>
        </pc:sldMkLst>
        <pc:spChg chg="del">
          <ac:chgData name="Olha Kuklieva" userId="8058d566-3e94-4190-bb8d-b787b7329c88" providerId="ADAL" clId="{82B65C56-0DDA-4F6B-BC61-117E65D91B3A}" dt="2019-10-31T13:21:35.157" v="50"/>
          <ac:spMkLst>
            <pc:docMk/>
            <pc:sldMk cId="2206258584" sldId="1233"/>
            <ac:spMk id="2" creationId="{F1E522FB-5637-4F0F-B84F-6172AF70EDE3}"/>
          </ac:spMkLst>
        </pc:spChg>
        <pc:spChg chg="del">
          <ac:chgData name="Olha Kuklieva" userId="8058d566-3e94-4190-bb8d-b787b7329c88" providerId="ADAL" clId="{82B65C56-0DDA-4F6B-BC61-117E65D91B3A}" dt="2019-10-31T13:21:35.157" v="50"/>
          <ac:spMkLst>
            <pc:docMk/>
            <pc:sldMk cId="2206258584" sldId="1233"/>
            <ac:spMk id="3" creationId="{C3DDFADB-9649-4C6A-ACE2-244024000276}"/>
          </ac:spMkLst>
        </pc:spChg>
        <pc:spChg chg="del">
          <ac:chgData name="Olha Kuklieva" userId="8058d566-3e94-4190-bb8d-b787b7329c88" providerId="ADAL" clId="{82B65C56-0DDA-4F6B-BC61-117E65D91B3A}" dt="2019-10-31T13:21:35.157" v="50"/>
          <ac:spMkLst>
            <pc:docMk/>
            <pc:sldMk cId="2206258584" sldId="1233"/>
            <ac:spMk id="4" creationId="{F97ED3CC-02AE-4272-836A-215B3EB3F8AA}"/>
          </ac:spMkLst>
        </pc:spChg>
        <pc:spChg chg="add mod">
          <ac:chgData name="Olha Kuklieva" userId="8058d566-3e94-4190-bb8d-b787b7329c88" providerId="ADAL" clId="{82B65C56-0DDA-4F6B-BC61-117E65D91B3A}" dt="2019-10-31T13:21:35.157" v="50"/>
          <ac:spMkLst>
            <pc:docMk/>
            <pc:sldMk cId="2206258584" sldId="1233"/>
            <ac:spMk id="5" creationId="{07F232F8-3DCC-42F6-918D-253C12D87F55}"/>
          </ac:spMkLst>
        </pc:spChg>
        <pc:spChg chg="add mod">
          <ac:chgData name="Olha Kuklieva" userId="8058d566-3e94-4190-bb8d-b787b7329c88" providerId="ADAL" clId="{82B65C56-0DDA-4F6B-BC61-117E65D91B3A}" dt="2019-10-31T13:21:35.157" v="50"/>
          <ac:spMkLst>
            <pc:docMk/>
            <pc:sldMk cId="2206258584" sldId="1233"/>
            <ac:spMk id="6" creationId="{3BD6F3A0-B8BF-41EB-A614-48D90DB3A7F7}"/>
          </ac:spMkLst>
        </pc:spChg>
        <pc:spChg chg="add mod">
          <ac:chgData name="Olha Kuklieva" userId="8058d566-3e94-4190-bb8d-b787b7329c88" providerId="ADAL" clId="{82B65C56-0DDA-4F6B-BC61-117E65D91B3A}" dt="2019-10-31T13:21:35.157" v="50"/>
          <ac:spMkLst>
            <pc:docMk/>
            <pc:sldMk cId="2206258584" sldId="1233"/>
            <ac:spMk id="7" creationId="{2FF701EB-017D-4DCB-8484-2297D8189D7A}"/>
          </ac:spMkLst>
        </pc:spChg>
        <pc:spChg chg="add mod">
          <ac:chgData name="Olha Kuklieva" userId="8058d566-3e94-4190-bb8d-b787b7329c88" providerId="ADAL" clId="{82B65C56-0DDA-4F6B-BC61-117E65D91B3A}" dt="2019-10-31T13:21:35.157" v="50"/>
          <ac:spMkLst>
            <pc:docMk/>
            <pc:sldMk cId="2206258584" sldId="1233"/>
            <ac:spMk id="8" creationId="{F7F2DB32-9C4E-4DB0-886F-43B87BC86204}"/>
          </ac:spMkLst>
        </pc:spChg>
        <pc:spChg chg="add mod">
          <ac:chgData name="Olha Kuklieva" userId="8058d566-3e94-4190-bb8d-b787b7329c88" providerId="ADAL" clId="{82B65C56-0DDA-4F6B-BC61-117E65D91B3A}" dt="2019-10-31T13:21:35.157" v="50"/>
          <ac:spMkLst>
            <pc:docMk/>
            <pc:sldMk cId="2206258584" sldId="1233"/>
            <ac:spMk id="9" creationId="{C884F33B-DAF6-48C5-B73F-15CA78409C7A}"/>
          </ac:spMkLst>
        </pc:spChg>
        <pc:spChg chg="add mod">
          <ac:chgData name="Olha Kuklieva" userId="8058d566-3e94-4190-bb8d-b787b7329c88" providerId="ADAL" clId="{82B65C56-0DDA-4F6B-BC61-117E65D91B3A}" dt="2019-10-31T13:21:35.157" v="50"/>
          <ac:spMkLst>
            <pc:docMk/>
            <pc:sldMk cId="2206258584" sldId="1233"/>
            <ac:spMk id="10" creationId="{EB64B8B9-D9F6-4431-B684-602795A15DDD}"/>
          </ac:spMkLst>
        </pc:spChg>
      </pc:sldChg>
      <pc:sldChg chg="addSp delSp modSp add">
        <pc:chgData name="Olha Kuklieva" userId="8058d566-3e94-4190-bb8d-b787b7329c88" providerId="ADAL" clId="{82B65C56-0DDA-4F6B-BC61-117E65D91B3A}" dt="2019-10-31T13:21:48.777" v="55"/>
        <pc:sldMkLst>
          <pc:docMk/>
          <pc:sldMk cId="138160587" sldId="1234"/>
        </pc:sldMkLst>
        <pc:spChg chg="del">
          <ac:chgData name="Olha Kuklieva" userId="8058d566-3e94-4190-bb8d-b787b7329c88" providerId="ADAL" clId="{82B65C56-0DDA-4F6B-BC61-117E65D91B3A}" dt="2019-10-31T13:21:41.006" v="52"/>
          <ac:spMkLst>
            <pc:docMk/>
            <pc:sldMk cId="138160587" sldId="1234"/>
            <ac:spMk id="2" creationId="{176F6549-E1E7-4A73-BA3F-66D5A69F98EB}"/>
          </ac:spMkLst>
        </pc:spChg>
        <pc:spChg chg="del">
          <ac:chgData name="Olha Kuklieva" userId="8058d566-3e94-4190-bb8d-b787b7329c88" providerId="ADAL" clId="{82B65C56-0DDA-4F6B-BC61-117E65D91B3A}" dt="2019-10-31T13:21:41.006" v="52"/>
          <ac:spMkLst>
            <pc:docMk/>
            <pc:sldMk cId="138160587" sldId="1234"/>
            <ac:spMk id="3" creationId="{AC47A63F-3C3D-4ECB-AB6F-A1712D885026}"/>
          </ac:spMkLst>
        </pc:spChg>
        <pc:spChg chg="del">
          <ac:chgData name="Olha Kuklieva" userId="8058d566-3e94-4190-bb8d-b787b7329c88" providerId="ADAL" clId="{82B65C56-0DDA-4F6B-BC61-117E65D91B3A}" dt="2019-10-31T13:21:41.006" v="52"/>
          <ac:spMkLst>
            <pc:docMk/>
            <pc:sldMk cId="138160587" sldId="1234"/>
            <ac:spMk id="4" creationId="{4C0B0985-B27B-459A-943D-2997DA842B16}"/>
          </ac:spMkLst>
        </pc:spChg>
        <pc:spChg chg="del">
          <ac:chgData name="Olha Kuklieva" userId="8058d566-3e94-4190-bb8d-b787b7329c88" providerId="ADAL" clId="{82B65C56-0DDA-4F6B-BC61-117E65D91B3A}" dt="2019-10-31T13:21:41.006" v="52"/>
          <ac:spMkLst>
            <pc:docMk/>
            <pc:sldMk cId="138160587" sldId="1234"/>
            <ac:spMk id="5" creationId="{AA329F11-EC5C-4BA6-8036-5D41DEA89FAD}"/>
          </ac:spMkLst>
        </pc:spChg>
        <pc:spChg chg="del">
          <ac:chgData name="Olha Kuklieva" userId="8058d566-3e94-4190-bb8d-b787b7329c88" providerId="ADAL" clId="{82B65C56-0DDA-4F6B-BC61-117E65D91B3A}" dt="2019-10-31T13:21:41.006" v="52"/>
          <ac:spMkLst>
            <pc:docMk/>
            <pc:sldMk cId="138160587" sldId="1234"/>
            <ac:spMk id="6" creationId="{609B4149-A2B1-4FB0-A323-C5ACB9F5F87B}"/>
          </ac:spMkLst>
        </pc:spChg>
        <pc:spChg chg="del">
          <ac:chgData name="Olha Kuklieva" userId="8058d566-3e94-4190-bb8d-b787b7329c88" providerId="ADAL" clId="{82B65C56-0DDA-4F6B-BC61-117E65D91B3A}" dt="2019-10-31T13:21:41.006" v="52"/>
          <ac:spMkLst>
            <pc:docMk/>
            <pc:sldMk cId="138160587" sldId="1234"/>
            <ac:spMk id="7" creationId="{5CC034BD-2514-4DEE-9F20-591D91F0F473}"/>
          </ac:spMkLst>
        </pc:spChg>
        <pc:spChg chg="add del mod">
          <ac:chgData name="Olha Kuklieva" userId="8058d566-3e94-4190-bb8d-b787b7329c88" providerId="ADAL" clId="{82B65C56-0DDA-4F6B-BC61-117E65D91B3A}" dt="2019-10-31T13:21:48.777" v="55"/>
          <ac:spMkLst>
            <pc:docMk/>
            <pc:sldMk cId="138160587" sldId="1234"/>
            <ac:spMk id="8" creationId="{63DEA8AE-C6CF-4784-93A5-86DD907A9A5C}"/>
          </ac:spMkLst>
        </pc:spChg>
        <pc:spChg chg="add del mod">
          <ac:chgData name="Olha Kuklieva" userId="8058d566-3e94-4190-bb8d-b787b7329c88" providerId="ADAL" clId="{82B65C56-0DDA-4F6B-BC61-117E65D91B3A}" dt="2019-10-31T13:21:48.777" v="55"/>
          <ac:spMkLst>
            <pc:docMk/>
            <pc:sldMk cId="138160587" sldId="1234"/>
            <ac:spMk id="9" creationId="{9680BDFE-7646-4F3A-BCA5-F47C02A39C05}"/>
          </ac:spMkLst>
        </pc:spChg>
        <pc:spChg chg="add mod">
          <ac:chgData name="Olha Kuklieva" userId="8058d566-3e94-4190-bb8d-b787b7329c88" providerId="ADAL" clId="{82B65C56-0DDA-4F6B-BC61-117E65D91B3A}" dt="2019-10-31T13:21:48.777" v="55"/>
          <ac:spMkLst>
            <pc:docMk/>
            <pc:sldMk cId="138160587" sldId="1234"/>
            <ac:spMk id="10" creationId="{C2C01860-88AA-4983-9D84-DB6CD67B99FA}"/>
          </ac:spMkLst>
        </pc:spChg>
        <pc:spChg chg="add mod">
          <ac:chgData name="Olha Kuklieva" userId="8058d566-3e94-4190-bb8d-b787b7329c88" providerId="ADAL" clId="{82B65C56-0DDA-4F6B-BC61-117E65D91B3A}" dt="2019-10-31T13:21:48.777" v="55"/>
          <ac:spMkLst>
            <pc:docMk/>
            <pc:sldMk cId="138160587" sldId="1234"/>
            <ac:spMk id="11" creationId="{CF3D1018-5EBF-47E8-BCA9-73CE5FFDDFC4}"/>
          </ac:spMkLst>
        </pc:spChg>
      </pc:sldChg>
      <pc:sldChg chg="addSp delSp modSp add">
        <pc:chgData name="Olha Kuklieva" userId="8058d566-3e94-4190-bb8d-b787b7329c88" providerId="ADAL" clId="{82B65C56-0DDA-4F6B-BC61-117E65D91B3A}" dt="2019-10-31T13:21:52.450" v="56"/>
        <pc:sldMkLst>
          <pc:docMk/>
          <pc:sldMk cId="1929071914" sldId="1235"/>
        </pc:sldMkLst>
        <pc:spChg chg="del">
          <ac:chgData name="Olha Kuklieva" userId="8058d566-3e94-4190-bb8d-b787b7329c88" providerId="ADAL" clId="{82B65C56-0DDA-4F6B-BC61-117E65D91B3A}" dt="2019-10-31T13:21:44.502" v="54"/>
          <ac:spMkLst>
            <pc:docMk/>
            <pc:sldMk cId="1929071914" sldId="1235"/>
            <ac:spMk id="2" creationId="{461BE51E-4C08-41AA-80FA-11C38A0245D2}"/>
          </ac:spMkLst>
        </pc:spChg>
        <pc:spChg chg="del">
          <ac:chgData name="Olha Kuklieva" userId="8058d566-3e94-4190-bb8d-b787b7329c88" providerId="ADAL" clId="{82B65C56-0DDA-4F6B-BC61-117E65D91B3A}" dt="2019-10-31T13:21:44.502" v="54"/>
          <ac:spMkLst>
            <pc:docMk/>
            <pc:sldMk cId="1929071914" sldId="1235"/>
            <ac:spMk id="3" creationId="{3E51AC74-5C4C-4D8B-8CDE-5A0F2C1E9D9C}"/>
          </ac:spMkLst>
        </pc:spChg>
        <pc:spChg chg="add del mod">
          <ac:chgData name="Olha Kuklieva" userId="8058d566-3e94-4190-bb8d-b787b7329c88" providerId="ADAL" clId="{82B65C56-0DDA-4F6B-BC61-117E65D91B3A}" dt="2019-10-31T13:21:52.450" v="56"/>
          <ac:spMkLst>
            <pc:docMk/>
            <pc:sldMk cId="1929071914" sldId="1235"/>
            <ac:spMk id="4" creationId="{7CE279CF-3BD5-4824-A27C-DC37634BDC47}"/>
          </ac:spMkLst>
        </pc:spChg>
        <pc:spChg chg="add del mod">
          <ac:chgData name="Olha Kuklieva" userId="8058d566-3e94-4190-bb8d-b787b7329c88" providerId="ADAL" clId="{82B65C56-0DDA-4F6B-BC61-117E65D91B3A}" dt="2019-10-31T13:21:52.450" v="56"/>
          <ac:spMkLst>
            <pc:docMk/>
            <pc:sldMk cId="1929071914" sldId="1235"/>
            <ac:spMk id="5" creationId="{D455A3A1-0149-49CA-9D4F-AD68D4166B21}"/>
          </ac:spMkLst>
        </pc:spChg>
        <pc:spChg chg="add mod">
          <ac:chgData name="Olha Kuklieva" userId="8058d566-3e94-4190-bb8d-b787b7329c88" providerId="ADAL" clId="{82B65C56-0DDA-4F6B-BC61-117E65D91B3A}" dt="2019-10-31T13:21:52.450" v="56"/>
          <ac:spMkLst>
            <pc:docMk/>
            <pc:sldMk cId="1929071914" sldId="1235"/>
            <ac:spMk id="6" creationId="{E7799C24-7F17-4319-B7A6-4385F217E7DA}"/>
          </ac:spMkLst>
        </pc:spChg>
        <pc:spChg chg="add mod">
          <ac:chgData name="Olha Kuklieva" userId="8058d566-3e94-4190-bb8d-b787b7329c88" providerId="ADAL" clId="{82B65C56-0DDA-4F6B-BC61-117E65D91B3A}" dt="2019-10-31T13:21:52.450" v="56"/>
          <ac:spMkLst>
            <pc:docMk/>
            <pc:sldMk cId="1929071914" sldId="1235"/>
            <ac:spMk id="7" creationId="{BB481E08-7C2D-4866-9DA7-E948FC06EE63}"/>
          </ac:spMkLst>
        </pc:spChg>
      </pc:sldChg>
      <pc:sldChg chg="addSp delSp modSp add">
        <pc:chgData name="Olha Kuklieva" userId="8058d566-3e94-4190-bb8d-b787b7329c88" providerId="ADAL" clId="{82B65C56-0DDA-4F6B-BC61-117E65D91B3A}" dt="2019-10-31T13:21:56.198" v="58"/>
        <pc:sldMkLst>
          <pc:docMk/>
          <pc:sldMk cId="1483906705" sldId="1236"/>
        </pc:sldMkLst>
        <pc:spChg chg="del">
          <ac:chgData name="Olha Kuklieva" userId="8058d566-3e94-4190-bb8d-b787b7329c88" providerId="ADAL" clId="{82B65C56-0DDA-4F6B-BC61-117E65D91B3A}" dt="2019-10-31T13:21:56.198" v="58"/>
          <ac:spMkLst>
            <pc:docMk/>
            <pc:sldMk cId="1483906705" sldId="1236"/>
            <ac:spMk id="2" creationId="{95DFADC9-7335-4F78-A5D4-A7BF31752D7F}"/>
          </ac:spMkLst>
        </pc:spChg>
        <pc:spChg chg="del">
          <ac:chgData name="Olha Kuklieva" userId="8058d566-3e94-4190-bb8d-b787b7329c88" providerId="ADAL" clId="{82B65C56-0DDA-4F6B-BC61-117E65D91B3A}" dt="2019-10-31T13:21:56.198" v="58"/>
          <ac:spMkLst>
            <pc:docMk/>
            <pc:sldMk cId="1483906705" sldId="1236"/>
            <ac:spMk id="3" creationId="{0269A099-CDF6-4EBA-A514-A2DAB86EFC04}"/>
          </ac:spMkLst>
        </pc:spChg>
        <pc:spChg chg="add mod">
          <ac:chgData name="Olha Kuklieva" userId="8058d566-3e94-4190-bb8d-b787b7329c88" providerId="ADAL" clId="{82B65C56-0DDA-4F6B-BC61-117E65D91B3A}" dt="2019-10-31T13:21:56.198" v="58"/>
          <ac:spMkLst>
            <pc:docMk/>
            <pc:sldMk cId="1483906705" sldId="1236"/>
            <ac:spMk id="4" creationId="{9C0E98AF-C5CD-4FAB-A01E-D24E37D15F8E}"/>
          </ac:spMkLst>
        </pc:spChg>
        <pc:spChg chg="add mod">
          <ac:chgData name="Olha Kuklieva" userId="8058d566-3e94-4190-bb8d-b787b7329c88" providerId="ADAL" clId="{82B65C56-0DDA-4F6B-BC61-117E65D91B3A}" dt="2019-10-31T13:21:56.198" v="58"/>
          <ac:spMkLst>
            <pc:docMk/>
            <pc:sldMk cId="1483906705" sldId="1236"/>
            <ac:spMk id="5" creationId="{2D815465-9810-4297-B7C7-CB93EFFC3510}"/>
          </ac:spMkLst>
        </pc:spChg>
      </pc:sldChg>
      <pc:sldChg chg="delSp add">
        <pc:chgData name="Olha Kuklieva" userId="8058d566-3e94-4190-bb8d-b787b7329c88" providerId="ADAL" clId="{82B65C56-0DDA-4F6B-BC61-117E65D91B3A}" dt="2019-10-31T13:22:04.395" v="60"/>
        <pc:sldMkLst>
          <pc:docMk/>
          <pc:sldMk cId="1744341630" sldId="1237"/>
        </pc:sldMkLst>
        <pc:spChg chg="del">
          <ac:chgData name="Olha Kuklieva" userId="8058d566-3e94-4190-bb8d-b787b7329c88" providerId="ADAL" clId="{82B65C56-0DDA-4F6B-BC61-117E65D91B3A}" dt="2019-10-31T13:22:04.395" v="60"/>
          <ac:spMkLst>
            <pc:docMk/>
            <pc:sldMk cId="1744341630" sldId="1237"/>
            <ac:spMk id="2" creationId="{1498270B-F795-4657-B078-0A65B2F27EA8}"/>
          </ac:spMkLst>
        </pc:spChg>
        <pc:spChg chg="del">
          <ac:chgData name="Olha Kuklieva" userId="8058d566-3e94-4190-bb8d-b787b7329c88" providerId="ADAL" clId="{82B65C56-0DDA-4F6B-BC61-117E65D91B3A}" dt="2019-10-31T13:22:04.395" v="60"/>
          <ac:spMkLst>
            <pc:docMk/>
            <pc:sldMk cId="1744341630" sldId="1237"/>
            <ac:spMk id="3" creationId="{73635B2F-3EEC-4D33-BAC8-1F7FD7E72004}"/>
          </ac:spMkLst>
        </pc:spChg>
      </pc:sldChg>
      <pc:sldChg chg="addSp modSp add">
        <pc:chgData name="Olha Kuklieva" userId="8058d566-3e94-4190-bb8d-b787b7329c88" providerId="ADAL" clId="{82B65C56-0DDA-4F6B-BC61-117E65D91B3A}" dt="2019-10-31T13:22:12.857" v="62"/>
        <pc:sldMkLst>
          <pc:docMk/>
          <pc:sldMk cId="2199953829" sldId="1238"/>
        </pc:sldMkLst>
        <pc:spChg chg="add mod">
          <ac:chgData name="Olha Kuklieva" userId="8058d566-3e94-4190-bb8d-b787b7329c88" providerId="ADAL" clId="{82B65C56-0DDA-4F6B-BC61-117E65D91B3A}" dt="2019-10-31T13:22:12.857" v="62"/>
          <ac:spMkLst>
            <pc:docMk/>
            <pc:sldMk cId="2199953829" sldId="1238"/>
            <ac:spMk id="2" creationId="{8C88C5F5-6CB3-4FAC-992E-C7AF0C1AEAA9}"/>
          </ac:spMkLst>
        </pc:spChg>
        <pc:spChg chg="add mod">
          <ac:chgData name="Olha Kuklieva" userId="8058d566-3e94-4190-bb8d-b787b7329c88" providerId="ADAL" clId="{82B65C56-0DDA-4F6B-BC61-117E65D91B3A}" dt="2019-10-31T13:22:12.857" v="62"/>
          <ac:spMkLst>
            <pc:docMk/>
            <pc:sldMk cId="2199953829" sldId="1238"/>
            <ac:spMk id="3" creationId="{84A8E77E-B539-4F18-9F02-51D8362FC622}"/>
          </ac:spMkLst>
        </pc:spChg>
        <pc:spChg chg="add mod">
          <ac:chgData name="Olha Kuklieva" userId="8058d566-3e94-4190-bb8d-b787b7329c88" providerId="ADAL" clId="{82B65C56-0DDA-4F6B-BC61-117E65D91B3A}" dt="2019-10-31T13:22:12.857" v="62"/>
          <ac:spMkLst>
            <pc:docMk/>
            <pc:sldMk cId="2199953829" sldId="1238"/>
            <ac:spMk id="4" creationId="{7F538B34-5B01-4C18-9A86-345B2E5C88AA}"/>
          </ac:spMkLst>
        </pc:spChg>
      </pc:sldChg>
      <pc:sldChg chg="del ord">
        <pc:chgData name="Olha Kuklieva" userId="8058d566-3e94-4190-bb8d-b787b7329c88" providerId="ADAL" clId="{82B65C56-0DDA-4F6B-BC61-117E65D91B3A}" dt="2019-10-31T13:25:54.534" v="66" actId="2696"/>
        <pc:sldMkLst>
          <pc:docMk/>
          <pc:sldMk cId="1639771642" sldId="1239"/>
        </pc:sldMkLst>
      </pc:sldChg>
      <pc:sldChg chg="del ord">
        <pc:chgData name="Olha Kuklieva" userId="8058d566-3e94-4190-bb8d-b787b7329c88" providerId="ADAL" clId="{82B65C56-0DDA-4F6B-BC61-117E65D91B3A}" dt="2019-10-31T13:25:54.541" v="67" actId="2696"/>
        <pc:sldMkLst>
          <pc:docMk/>
          <pc:sldMk cId="671565239" sldId="1240"/>
        </pc:sldMkLst>
      </pc:sldChg>
      <pc:sldMasterChg chg="modSldLayout">
        <pc:chgData name="Olha Kuklieva" userId="8058d566-3e94-4190-bb8d-b787b7329c88" providerId="ADAL" clId="{82B65C56-0DDA-4F6B-BC61-117E65D91B3A}" dt="2019-10-31T13:20:21.167" v="32"/>
        <pc:sldMasterMkLst>
          <pc:docMk/>
          <pc:sldMasterMk cId="3674229508" sldId="2147484777"/>
        </pc:sldMasterMkLst>
        <pc:sldLayoutChg chg="addSp delSp">
          <pc:chgData name="Olha Kuklieva" userId="8058d566-3e94-4190-bb8d-b787b7329c88" providerId="ADAL" clId="{82B65C56-0DDA-4F6B-BC61-117E65D91B3A}" dt="2019-10-31T13:20:21.167" v="32"/>
          <pc:sldLayoutMkLst>
            <pc:docMk/>
            <pc:sldMasterMk cId="3674229508" sldId="2147484777"/>
            <pc:sldLayoutMk cId="103784457" sldId="2147484780"/>
          </pc:sldLayoutMkLst>
          <pc:spChg chg="del">
            <ac:chgData name="Olha Kuklieva" userId="8058d566-3e94-4190-bb8d-b787b7329c88" providerId="ADAL" clId="{82B65C56-0DDA-4F6B-BC61-117E65D91B3A}" dt="2019-10-31T13:20:20.660" v="31" actId="478"/>
            <ac:spMkLst>
              <pc:docMk/>
              <pc:sldMasterMk cId="3674229508" sldId="2147484777"/>
              <pc:sldLayoutMk cId="103784457" sldId="2147484780"/>
              <ac:spMk id="7" creationId="{00000000-0000-0000-0000-000000000000}"/>
            </ac:spMkLst>
          </pc:spChg>
          <pc:spChg chg="add">
            <ac:chgData name="Olha Kuklieva" userId="8058d566-3e94-4190-bb8d-b787b7329c88" providerId="ADAL" clId="{82B65C56-0DDA-4F6B-BC61-117E65D91B3A}" dt="2019-10-31T13:20:21.167" v="32"/>
            <ac:spMkLst>
              <pc:docMk/>
              <pc:sldMasterMk cId="3674229508" sldId="2147484777"/>
              <pc:sldLayoutMk cId="103784457" sldId="2147484780"/>
              <ac:spMk id="10" creationId="{7E951F8F-95DA-4545-9B7B-92CF0D985F6F}"/>
            </ac:spMkLst>
          </pc:spChg>
        </pc:sldLayoutChg>
      </pc:sldMasterChg>
      <pc:sldMasterChg chg="modSldLayout">
        <pc:chgData name="Olha Kuklieva" userId="8058d566-3e94-4190-bb8d-b787b7329c88" providerId="ADAL" clId="{82B65C56-0DDA-4F6B-BC61-117E65D91B3A}" dt="2019-10-31T13:20:02.333" v="28" actId="1076"/>
        <pc:sldMasterMkLst>
          <pc:docMk/>
          <pc:sldMasterMk cId="341790936" sldId="2147484789"/>
        </pc:sldMasterMkLst>
        <pc:sldLayoutChg chg="modSp">
          <pc:chgData name="Olha Kuklieva" userId="8058d566-3e94-4190-bb8d-b787b7329c88" providerId="ADAL" clId="{82B65C56-0DDA-4F6B-BC61-117E65D91B3A}" dt="2019-10-31T13:20:02.333" v="28" actId="1076"/>
          <pc:sldLayoutMkLst>
            <pc:docMk/>
            <pc:sldMasterMk cId="341790936" sldId="2147484789"/>
            <pc:sldLayoutMk cId="3124640893" sldId="2147484792"/>
          </pc:sldLayoutMkLst>
          <pc:spChg chg="mod">
            <ac:chgData name="Olha Kuklieva" userId="8058d566-3e94-4190-bb8d-b787b7329c88" providerId="ADAL" clId="{82B65C56-0DDA-4F6B-BC61-117E65D91B3A}" dt="2019-10-31T13:19:18.002" v="5" actId="20577"/>
            <ac:spMkLst>
              <pc:docMk/>
              <pc:sldMasterMk cId="341790936" sldId="2147484789"/>
              <pc:sldLayoutMk cId="3124640893" sldId="2147484792"/>
              <ac:spMk id="3" creationId="{00000000-0000-0000-0000-000000000000}"/>
            </ac:spMkLst>
          </pc:spChg>
          <pc:spChg chg="mod">
            <ac:chgData name="Olha Kuklieva" userId="8058d566-3e94-4190-bb8d-b787b7329c88" providerId="ADAL" clId="{82B65C56-0DDA-4F6B-BC61-117E65D91B3A}" dt="2019-10-31T13:20:02.333" v="28" actId="1076"/>
            <ac:spMkLst>
              <pc:docMk/>
              <pc:sldMasterMk cId="341790936" sldId="2147484789"/>
              <pc:sldLayoutMk cId="3124640893" sldId="2147484792"/>
              <ac:spMk id="7" creationId="{00000000-0000-0000-0000-000000000000}"/>
            </ac:spMkLst>
          </pc:spChg>
        </pc:sldLayoutChg>
      </pc:sldMasterChg>
      <pc:sldMasterChg chg="modSldLayout">
        <pc:chgData name="Olha Kuklieva" userId="8058d566-3e94-4190-bb8d-b787b7329c88" providerId="ADAL" clId="{82B65C56-0DDA-4F6B-BC61-117E65D91B3A}" dt="2019-10-31T13:20:08.977" v="30"/>
        <pc:sldMasterMkLst>
          <pc:docMk/>
          <pc:sldMasterMk cId="3849270835" sldId="2147484842"/>
        </pc:sldMasterMkLst>
        <pc:sldLayoutChg chg="addSp delSp">
          <pc:chgData name="Olha Kuklieva" userId="8058d566-3e94-4190-bb8d-b787b7329c88" providerId="ADAL" clId="{82B65C56-0DDA-4F6B-BC61-117E65D91B3A}" dt="2019-10-31T13:20:08.977" v="30"/>
          <pc:sldLayoutMkLst>
            <pc:docMk/>
            <pc:sldMasterMk cId="3849270835" sldId="2147484842"/>
            <pc:sldLayoutMk cId="2933953185" sldId="2147484850"/>
          </pc:sldLayoutMkLst>
          <pc:spChg chg="add">
            <ac:chgData name="Olha Kuklieva" userId="8058d566-3e94-4190-bb8d-b787b7329c88" providerId="ADAL" clId="{82B65C56-0DDA-4F6B-BC61-117E65D91B3A}" dt="2019-10-31T13:20:08.977" v="30"/>
            <ac:spMkLst>
              <pc:docMk/>
              <pc:sldMasterMk cId="3849270835" sldId="2147484842"/>
              <pc:sldLayoutMk cId="2933953185" sldId="2147484850"/>
              <ac:spMk id="6" creationId="{6DDF5AB6-195E-47F9-91E3-98E599C01EFB}"/>
            </ac:spMkLst>
          </pc:spChg>
          <pc:spChg chg="del">
            <ac:chgData name="Olha Kuklieva" userId="8058d566-3e94-4190-bb8d-b787b7329c88" providerId="ADAL" clId="{82B65C56-0DDA-4F6B-BC61-117E65D91B3A}" dt="2019-10-31T13:20:08.389" v="29" actId="478"/>
            <ac:spMkLst>
              <pc:docMk/>
              <pc:sldMasterMk cId="3849270835" sldId="2147484842"/>
              <pc:sldLayoutMk cId="2933953185" sldId="2147484850"/>
              <ac:spMk id="7" creationId="{00000000-0000-0000-0000-000000000000}"/>
            </ac:spMkLst>
          </pc:spChg>
        </pc:sldLayoutChg>
      </pc:sldMasterChg>
    </pc:docChg>
  </pc:docChgLst>
  <pc:docChgLst>
    <pc:chgData name="Briana Mendoza" userId="c91bfef7-954f-4b54-95a0-187db890a228" providerId="ADAL" clId="{DE0A7EBB-A71E-E244-9638-CA7B1C0FB579}"/>
    <pc:docChg chg="addSld modSld">
      <pc:chgData name="Briana Mendoza" userId="c91bfef7-954f-4b54-95a0-187db890a228" providerId="ADAL" clId="{DE0A7EBB-A71E-E244-9638-CA7B1C0FB579}" dt="2020-02-11T15:37:01.634" v="2"/>
      <pc:docMkLst>
        <pc:docMk/>
      </pc:docMkLst>
      <pc:sldChg chg="addSp delSp modSp add">
        <pc:chgData name="Briana Mendoza" userId="c91bfef7-954f-4b54-95a0-187db890a228" providerId="ADAL" clId="{DE0A7EBB-A71E-E244-9638-CA7B1C0FB579}" dt="2020-02-11T15:37:01.634" v="2"/>
        <pc:sldMkLst>
          <pc:docMk/>
          <pc:sldMk cId="801574221" sldId="1239"/>
        </pc:sldMkLst>
        <pc:spChg chg="del">
          <ac:chgData name="Briana Mendoza" userId="c91bfef7-954f-4b54-95a0-187db890a228" providerId="ADAL" clId="{DE0A7EBB-A71E-E244-9638-CA7B1C0FB579}" dt="2020-02-11T15:36:41.101" v="1"/>
          <ac:spMkLst>
            <pc:docMk/>
            <pc:sldMk cId="801574221" sldId="1239"/>
            <ac:spMk id="2" creationId="{74E54B86-7300-084E-A2EA-4C64CC1F82ED}"/>
          </ac:spMkLst>
        </pc:spChg>
        <pc:spChg chg="del">
          <ac:chgData name="Briana Mendoza" userId="c91bfef7-954f-4b54-95a0-187db890a228" providerId="ADAL" clId="{DE0A7EBB-A71E-E244-9638-CA7B1C0FB579}" dt="2020-02-11T15:36:41.101" v="1"/>
          <ac:spMkLst>
            <pc:docMk/>
            <pc:sldMk cId="801574221" sldId="1239"/>
            <ac:spMk id="3" creationId="{2AC26678-36D1-1940-989C-87092E5FFD6F}"/>
          </ac:spMkLst>
        </pc:spChg>
        <pc:spChg chg="add del mod">
          <ac:chgData name="Briana Mendoza" userId="c91bfef7-954f-4b54-95a0-187db890a228" providerId="ADAL" clId="{DE0A7EBB-A71E-E244-9638-CA7B1C0FB579}" dt="2020-02-11T15:37:01.634" v="2"/>
          <ac:spMkLst>
            <pc:docMk/>
            <pc:sldMk cId="801574221" sldId="1239"/>
            <ac:spMk id="4" creationId="{40755D8C-6560-E04B-A898-B88A03B4DA47}"/>
          </ac:spMkLst>
        </pc:spChg>
        <pc:spChg chg="add del mod">
          <ac:chgData name="Briana Mendoza" userId="c91bfef7-954f-4b54-95a0-187db890a228" providerId="ADAL" clId="{DE0A7EBB-A71E-E244-9638-CA7B1C0FB579}" dt="2020-02-11T15:37:01.634" v="2"/>
          <ac:spMkLst>
            <pc:docMk/>
            <pc:sldMk cId="801574221" sldId="1239"/>
            <ac:spMk id="5" creationId="{EA190C6B-83CF-FA44-B2A2-0FC1B75C04A6}"/>
          </ac:spMkLst>
        </pc:spChg>
        <pc:spChg chg="add del mod">
          <ac:chgData name="Briana Mendoza" userId="c91bfef7-954f-4b54-95a0-187db890a228" providerId="ADAL" clId="{DE0A7EBB-A71E-E244-9638-CA7B1C0FB579}" dt="2020-02-11T15:37:01.634" v="2"/>
          <ac:spMkLst>
            <pc:docMk/>
            <pc:sldMk cId="801574221" sldId="1239"/>
            <ac:spMk id="6" creationId="{8E679A29-6F90-6C4C-970A-85B34E6A8B5C}"/>
          </ac:spMkLst>
        </pc:spChg>
        <pc:spChg chg="add del mod">
          <ac:chgData name="Briana Mendoza" userId="c91bfef7-954f-4b54-95a0-187db890a228" providerId="ADAL" clId="{DE0A7EBB-A71E-E244-9638-CA7B1C0FB579}" dt="2020-02-11T15:37:01.634" v="2"/>
          <ac:spMkLst>
            <pc:docMk/>
            <pc:sldMk cId="801574221" sldId="1239"/>
            <ac:spMk id="7" creationId="{E541A164-7EC1-2246-A6BF-402A097BD6ED}"/>
          </ac:spMkLst>
        </pc:spChg>
        <pc:spChg chg="add del mod">
          <ac:chgData name="Briana Mendoza" userId="c91bfef7-954f-4b54-95a0-187db890a228" providerId="ADAL" clId="{DE0A7EBB-A71E-E244-9638-CA7B1C0FB579}" dt="2020-02-11T15:37:01.634" v="2"/>
          <ac:spMkLst>
            <pc:docMk/>
            <pc:sldMk cId="801574221" sldId="1239"/>
            <ac:spMk id="8" creationId="{F64460B3-2375-9D4D-8234-4174BC3B6295}"/>
          </ac:spMkLst>
        </pc:spChg>
        <pc:spChg chg="add del mod">
          <ac:chgData name="Briana Mendoza" userId="c91bfef7-954f-4b54-95a0-187db890a228" providerId="ADAL" clId="{DE0A7EBB-A71E-E244-9638-CA7B1C0FB579}" dt="2020-02-11T15:37:01.634" v="2"/>
          <ac:spMkLst>
            <pc:docMk/>
            <pc:sldMk cId="801574221" sldId="1239"/>
            <ac:spMk id="9" creationId="{18176AEF-88AB-C24B-8F30-A8413B879A09}"/>
          </ac:spMkLst>
        </pc:spChg>
        <pc:spChg chg="add mod">
          <ac:chgData name="Briana Mendoza" userId="c91bfef7-954f-4b54-95a0-187db890a228" providerId="ADAL" clId="{DE0A7EBB-A71E-E244-9638-CA7B1C0FB579}" dt="2020-02-11T15:37:01.634" v="2"/>
          <ac:spMkLst>
            <pc:docMk/>
            <pc:sldMk cId="801574221" sldId="1239"/>
            <ac:spMk id="10" creationId="{FE6F92B3-0A64-344F-AACB-4E6E187DC37E}"/>
          </ac:spMkLst>
        </pc:spChg>
        <pc:spChg chg="add mod">
          <ac:chgData name="Briana Mendoza" userId="c91bfef7-954f-4b54-95a0-187db890a228" providerId="ADAL" clId="{DE0A7EBB-A71E-E244-9638-CA7B1C0FB579}" dt="2020-02-11T15:37:01.634" v="2"/>
          <ac:spMkLst>
            <pc:docMk/>
            <pc:sldMk cId="801574221" sldId="1239"/>
            <ac:spMk id="11" creationId="{C4182C9D-1897-824D-B491-0F7A8B610D23}"/>
          </ac:spMkLst>
        </pc:spChg>
        <pc:spChg chg="add mod">
          <ac:chgData name="Briana Mendoza" userId="c91bfef7-954f-4b54-95a0-187db890a228" providerId="ADAL" clId="{DE0A7EBB-A71E-E244-9638-CA7B1C0FB579}" dt="2020-02-11T15:37:01.634" v="2"/>
          <ac:spMkLst>
            <pc:docMk/>
            <pc:sldMk cId="801574221" sldId="1239"/>
            <ac:spMk id="12" creationId="{0BB31010-45BB-7746-BE81-D42559C95C3A}"/>
          </ac:spMkLst>
        </pc:spChg>
        <pc:spChg chg="add mod">
          <ac:chgData name="Briana Mendoza" userId="c91bfef7-954f-4b54-95a0-187db890a228" providerId="ADAL" clId="{DE0A7EBB-A71E-E244-9638-CA7B1C0FB579}" dt="2020-02-11T15:37:01.634" v="2"/>
          <ac:spMkLst>
            <pc:docMk/>
            <pc:sldMk cId="801574221" sldId="1239"/>
            <ac:spMk id="13" creationId="{D89F69B0-8928-7C44-AAF4-023C48E652CF}"/>
          </ac:spMkLst>
        </pc:spChg>
        <pc:spChg chg="add mod">
          <ac:chgData name="Briana Mendoza" userId="c91bfef7-954f-4b54-95a0-187db890a228" providerId="ADAL" clId="{DE0A7EBB-A71E-E244-9638-CA7B1C0FB579}" dt="2020-02-11T15:37:01.634" v="2"/>
          <ac:spMkLst>
            <pc:docMk/>
            <pc:sldMk cId="801574221" sldId="1239"/>
            <ac:spMk id="14" creationId="{16B6D339-815F-5140-BA2E-F4D179F7E23F}"/>
          </ac:spMkLst>
        </pc:spChg>
        <pc:spChg chg="add mod">
          <ac:chgData name="Briana Mendoza" userId="c91bfef7-954f-4b54-95a0-187db890a228" providerId="ADAL" clId="{DE0A7EBB-A71E-E244-9638-CA7B1C0FB579}" dt="2020-02-11T15:37:01.634" v="2"/>
          <ac:spMkLst>
            <pc:docMk/>
            <pc:sldMk cId="801574221" sldId="1239"/>
            <ac:spMk id="15" creationId="{3028D1EB-7057-3649-9CA8-4717FC9099AD}"/>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DAC17E-A585-4FD2-ACA4-7582D48DEEBA}"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en-US"/>
        </a:p>
      </dgm:t>
    </dgm:pt>
    <dgm:pt modelId="{56F49B2E-587A-4638-83A2-CE79244954DB}">
      <dgm:prSet phldrT="[Text]"/>
      <dgm:spPr>
        <a:solidFill>
          <a:schemeClr val="accent2">
            <a:lumMod val="40000"/>
            <a:lumOff val="60000"/>
            <a:alpha val="90000"/>
          </a:schemeClr>
        </a:solidFill>
      </dgm:spPr>
      <dgm:t>
        <a:bodyPr/>
        <a:lstStyle/>
        <a:p>
          <a:r>
            <a:rPr lang="en-US" dirty="0" smtClean="0"/>
            <a:t>Manual</a:t>
          </a:r>
          <a:endParaRPr lang="en-US" dirty="0"/>
        </a:p>
      </dgm:t>
    </dgm:pt>
    <dgm:pt modelId="{81EED735-D799-43A4-A32B-212998DCD2CF}" type="parTrans" cxnId="{291C1B92-24D6-47D7-B475-C2F506365382}">
      <dgm:prSet/>
      <dgm:spPr/>
      <dgm:t>
        <a:bodyPr/>
        <a:lstStyle/>
        <a:p>
          <a:endParaRPr lang="en-US"/>
        </a:p>
      </dgm:t>
    </dgm:pt>
    <dgm:pt modelId="{91399372-0AD3-43C6-9DE5-E663B156889A}" type="sibTrans" cxnId="{291C1B92-24D6-47D7-B475-C2F506365382}">
      <dgm:prSet/>
      <dgm:spPr/>
      <dgm:t>
        <a:bodyPr/>
        <a:lstStyle/>
        <a:p>
          <a:endParaRPr lang="en-US"/>
        </a:p>
      </dgm:t>
    </dgm:pt>
    <dgm:pt modelId="{73C5E82C-927E-4846-BEBA-9D569F70AF27}">
      <dgm:prSet phldrT="[Text]"/>
      <dgm:spPr>
        <a:solidFill>
          <a:srgbClr val="F26D26"/>
        </a:solidFill>
      </dgm:spPr>
      <dgm:t>
        <a:bodyPr/>
        <a:lstStyle/>
        <a:p>
          <a:r>
            <a:rPr lang="en-US" dirty="0"/>
            <a:t>C++</a:t>
          </a:r>
        </a:p>
      </dgm:t>
    </dgm:pt>
    <dgm:pt modelId="{5D6CC331-3705-49DF-AF54-8E7DDD9636FA}" type="parTrans" cxnId="{33278BDA-3782-4D59-8A09-5326C6ED1E91}">
      <dgm:prSet/>
      <dgm:spPr/>
      <dgm:t>
        <a:bodyPr/>
        <a:lstStyle/>
        <a:p>
          <a:endParaRPr lang="en-US"/>
        </a:p>
      </dgm:t>
    </dgm:pt>
    <dgm:pt modelId="{7CB3F269-FFC2-4335-AABF-E634D3CEBAE6}" type="sibTrans" cxnId="{33278BDA-3782-4D59-8A09-5326C6ED1E91}">
      <dgm:prSet/>
      <dgm:spPr/>
      <dgm:t>
        <a:bodyPr/>
        <a:lstStyle/>
        <a:p>
          <a:endParaRPr lang="en-US"/>
        </a:p>
      </dgm:t>
    </dgm:pt>
    <dgm:pt modelId="{D9445CB5-0D09-40B4-BF68-3045011CAC2F}">
      <dgm:prSet phldrT="[Text]"/>
      <dgm:spPr>
        <a:solidFill>
          <a:srgbClr val="F26D26"/>
        </a:solidFill>
      </dgm:spPr>
      <dgm:t>
        <a:bodyPr/>
        <a:lstStyle/>
        <a:p>
          <a:r>
            <a:rPr lang="en-US" dirty="0"/>
            <a:t>C</a:t>
          </a:r>
        </a:p>
      </dgm:t>
    </dgm:pt>
    <dgm:pt modelId="{16378658-EEC5-45B7-B218-2212E89C1CD8}" type="parTrans" cxnId="{E772A88A-6D3D-42E5-92F6-815B3CE51946}">
      <dgm:prSet/>
      <dgm:spPr/>
      <dgm:t>
        <a:bodyPr/>
        <a:lstStyle/>
        <a:p>
          <a:endParaRPr lang="en-US"/>
        </a:p>
      </dgm:t>
    </dgm:pt>
    <dgm:pt modelId="{90156905-4AFE-44E9-95FD-08ED2DAD5030}" type="sibTrans" cxnId="{E772A88A-6D3D-42E5-92F6-815B3CE51946}">
      <dgm:prSet/>
      <dgm:spPr/>
      <dgm:t>
        <a:bodyPr/>
        <a:lstStyle/>
        <a:p>
          <a:endParaRPr lang="en-US"/>
        </a:p>
      </dgm:t>
    </dgm:pt>
    <dgm:pt modelId="{9CAC3387-2272-46A8-9797-747AF6C8ED50}">
      <dgm:prSet phldrT="[Text]"/>
      <dgm:spPr>
        <a:solidFill>
          <a:schemeClr val="accent2">
            <a:lumMod val="40000"/>
            <a:lumOff val="60000"/>
            <a:alpha val="90000"/>
          </a:schemeClr>
        </a:solidFill>
      </dgm:spPr>
      <dgm:t>
        <a:bodyPr/>
        <a:lstStyle/>
        <a:p>
          <a:r>
            <a:rPr lang="en-US" dirty="0" smtClean="0"/>
            <a:t>Automatic</a:t>
          </a:r>
          <a:endParaRPr lang="en-US" dirty="0"/>
        </a:p>
      </dgm:t>
    </dgm:pt>
    <dgm:pt modelId="{375C7875-41AB-4FDC-8ECE-565D16ECD616}" type="parTrans" cxnId="{06813B56-1537-4C73-AF5B-5083E95FEB86}">
      <dgm:prSet/>
      <dgm:spPr/>
      <dgm:t>
        <a:bodyPr/>
        <a:lstStyle/>
        <a:p>
          <a:endParaRPr lang="en-US"/>
        </a:p>
      </dgm:t>
    </dgm:pt>
    <dgm:pt modelId="{38C7BC16-6965-4606-8F67-68EAAE7490A6}" type="sibTrans" cxnId="{06813B56-1537-4C73-AF5B-5083E95FEB86}">
      <dgm:prSet/>
      <dgm:spPr/>
      <dgm:t>
        <a:bodyPr/>
        <a:lstStyle/>
        <a:p>
          <a:endParaRPr lang="en-US"/>
        </a:p>
      </dgm:t>
    </dgm:pt>
    <dgm:pt modelId="{1915CE3C-F963-4B86-A6AD-A13F9280436E}">
      <dgm:prSet phldrT="[Text]"/>
      <dgm:spPr>
        <a:solidFill>
          <a:srgbClr val="F26D26"/>
        </a:solidFill>
      </dgm:spPr>
      <dgm:t>
        <a:bodyPr/>
        <a:lstStyle/>
        <a:p>
          <a:r>
            <a:rPr lang="en-US" dirty="0"/>
            <a:t>Python</a:t>
          </a:r>
        </a:p>
      </dgm:t>
    </dgm:pt>
    <dgm:pt modelId="{C99CA89F-8251-454A-B17E-640A5E2D7E3C}" type="parTrans" cxnId="{C24D3EB4-4E54-435C-B328-E7A2987ADA24}">
      <dgm:prSet/>
      <dgm:spPr/>
      <dgm:t>
        <a:bodyPr/>
        <a:lstStyle/>
        <a:p>
          <a:endParaRPr lang="en-US"/>
        </a:p>
      </dgm:t>
    </dgm:pt>
    <dgm:pt modelId="{DAFF27FB-BE6D-4F9E-9D20-F2C52B425AE8}" type="sibTrans" cxnId="{C24D3EB4-4E54-435C-B328-E7A2987ADA24}">
      <dgm:prSet/>
      <dgm:spPr/>
      <dgm:t>
        <a:bodyPr/>
        <a:lstStyle/>
        <a:p>
          <a:endParaRPr lang="en-US"/>
        </a:p>
      </dgm:t>
    </dgm:pt>
    <dgm:pt modelId="{7A9B6AF9-268B-4496-BC22-092871B42E0F}">
      <dgm:prSet phldrT="[Text]"/>
      <dgm:spPr>
        <a:solidFill>
          <a:srgbClr val="F26D26"/>
        </a:solidFill>
      </dgm:spPr>
      <dgm:t>
        <a:bodyPr/>
        <a:lstStyle/>
        <a:p>
          <a:r>
            <a:rPr lang="en-US" dirty="0"/>
            <a:t>Java</a:t>
          </a:r>
        </a:p>
      </dgm:t>
    </dgm:pt>
    <dgm:pt modelId="{48E8661F-A2A6-472A-9281-FA4900EC143B}" type="parTrans" cxnId="{5A695676-8EE3-4A40-9C8F-4D6A4E1B4100}">
      <dgm:prSet/>
      <dgm:spPr/>
      <dgm:t>
        <a:bodyPr/>
        <a:lstStyle/>
        <a:p>
          <a:endParaRPr lang="en-US"/>
        </a:p>
      </dgm:t>
    </dgm:pt>
    <dgm:pt modelId="{C14D87DE-3720-4A40-BC9E-345ECFDEC791}" type="sibTrans" cxnId="{5A695676-8EE3-4A40-9C8F-4D6A4E1B4100}">
      <dgm:prSet/>
      <dgm:spPr/>
      <dgm:t>
        <a:bodyPr/>
        <a:lstStyle/>
        <a:p>
          <a:endParaRPr lang="en-US"/>
        </a:p>
      </dgm:t>
    </dgm:pt>
    <dgm:pt modelId="{E431B78D-1A0E-4015-B7AF-7D46D27E696B}">
      <dgm:prSet phldrT="[Text]"/>
      <dgm:spPr>
        <a:solidFill>
          <a:srgbClr val="F26D26"/>
        </a:solidFill>
      </dgm:spPr>
      <dgm:t>
        <a:bodyPr/>
        <a:lstStyle/>
        <a:p>
          <a:r>
            <a:rPr lang="en-US" dirty="0"/>
            <a:t>JavaScript</a:t>
          </a:r>
        </a:p>
      </dgm:t>
    </dgm:pt>
    <dgm:pt modelId="{04CFAF3B-2A37-4B43-96BD-D89A6D9CABD7}" type="parTrans" cxnId="{FF1FB9A8-BC10-4B6B-A999-9A353FD347DF}">
      <dgm:prSet/>
      <dgm:spPr/>
      <dgm:t>
        <a:bodyPr/>
        <a:lstStyle/>
        <a:p>
          <a:endParaRPr lang="en-US"/>
        </a:p>
      </dgm:t>
    </dgm:pt>
    <dgm:pt modelId="{CE1AFE8F-84B1-4326-A082-0863FAFDBAFF}" type="sibTrans" cxnId="{FF1FB9A8-BC10-4B6B-A999-9A353FD347DF}">
      <dgm:prSet/>
      <dgm:spPr/>
      <dgm:t>
        <a:bodyPr/>
        <a:lstStyle/>
        <a:p>
          <a:endParaRPr lang="en-US"/>
        </a:p>
      </dgm:t>
    </dgm:pt>
    <dgm:pt modelId="{CC0BBF3C-BEE5-4EFB-AECA-3D64E990871C}">
      <dgm:prSet phldrT="[Text]"/>
      <dgm:spPr>
        <a:solidFill>
          <a:srgbClr val="F26D26"/>
        </a:solidFill>
      </dgm:spPr>
      <dgm:t>
        <a:bodyPr/>
        <a:lstStyle/>
        <a:p>
          <a:r>
            <a:rPr lang="en-US" dirty="0"/>
            <a:t>C#</a:t>
          </a:r>
        </a:p>
      </dgm:t>
    </dgm:pt>
    <dgm:pt modelId="{D14B267A-FA9D-4918-AEC6-046FC5EA724B}" type="parTrans" cxnId="{425028E0-5ABD-425B-9B92-27947C8D7E63}">
      <dgm:prSet/>
      <dgm:spPr/>
      <dgm:t>
        <a:bodyPr/>
        <a:lstStyle/>
        <a:p>
          <a:endParaRPr lang="en-US"/>
        </a:p>
      </dgm:t>
    </dgm:pt>
    <dgm:pt modelId="{50591953-37AE-449E-93EF-D01242361D39}" type="sibTrans" cxnId="{425028E0-5ABD-425B-9B92-27947C8D7E63}">
      <dgm:prSet/>
      <dgm:spPr/>
      <dgm:t>
        <a:bodyPr/>
        <a:lstStyle/>
        <a:p>
          <a:endParaRPr lang="en-US"/>
        </a:p>
      </dgm:t>
    </dgm:pt>
    <dgm:pt modelId="{093EF9CD-81B4-4501-8FA3-644EAC8C3285}">
      <dgm:prSet phldrT="[Text]"/>
      <dgm:spPr>
        <a:solidFill>
          <a:srgbClr val="F26D26"/>
        </a:solidFill>
      </dgm:spPr>
      <dgm:t>
        <a:bodyPr/>
        <a:lstStyle/>
        <a:p>
          <a:r>
            <a:rPr lang="en-US" dirty="0"/>
            <a:t>Pascal</a:t>
          </a:r>
        </a:p>
      </dgm:t>
    </dgm:pt>
    <dgm:pt modelId="{BC10DD67-C8B6-432C-9A8C-9DAD37FDD182}" type="parTrans" cxnId="{E1AF5D71-1C4C-40DF-A7BB-F8011F245C82}">
      <dgm:prSet/>
      <dgm:spPr/>
      <dgm:t>
        <a:bodyPr/>
        <a:lstStyle/>
        <a:p>
          <a:endParaRPr lang="en-US"/>
        </a:p>
      </dgm:t>
    </dgm:pt>
    <dgm:pt modelId="{A4E54E6C-F49D-4E49-B4B6-EADFB8A9210F}" type="sibTrans" cxnId="{E1AF5D71-1C4C-40DF-A7BB-F8011F245C82}">
      <dgm:prSet/>
      <dgm:spPr/>
      <dgm:t>
        <a:bodyPr/>
        <a:lstStyle/>
        <a:p>
          <a:endParaRPr lang="en-US"/>
        </a:p>
      </dgm:t>
    </dgm:pt>
    <dgm:pt modelId="{8A2428A4-14B3-4532-BF1B-B2AFB57C3864}">
      <dgm:prSet phldrT="[Text]"/>
      <dgm:spPr>
        <a:solidFill>
          <a:srgbClr val="F26D26"/>
        </a:solidFill>
      </dgm:spPr>
      <dgm:t>
        <a:bodyPr/>
        <a:lstStyle/>
        <a:p>
          <a:r>
            <a:rPr lang="en-US" dirty="0"/>
            <a:t>Assembler</a:t>
          </a:r>
        </a:p>
      </dgm:t>
    </dgm:pt>
    <dgm:pt modelId="{BCAC9CEB-9744-48DD-BC3D-4A96C27702C0}" type="parTrans" cxnId="{69D4658B-7E7A-40D2-A258-6F78AFA1ED07}">
      <dgm:prSet/>
      <dgm:spPr/>
      <dgm:t>
        <a:bodyPr/>
        <a:lstStyle/>
        <a:p>
          <a:endParaRPr lang="en-US"/>
        </a:p>
      </dgm:t>
    </dgm:pt>
    <dgm:pt modelId="{FC84BB6D-8701-49F9-85E3-4BC5BAE5A6A4}" type="sibTrans" cxnId="{69D4658B-7E7A-40D2-A258-6F78AFA1ED07}">
      <dgm:prSet/>
      <dgm:spPr/>
      <dgm:t>
        <a:bodyPr/>
        <a:lstStyle/>
        <a:p>
          <a:endParaRPr lang="en-US"/>
        </a:p>
      </dgm:t>
    </dgm:pt>
    <dgm:pt modelId="{2C32F018-92A8-4EA1-9368-94CB66139837}" type="pres">
      <dgm:prSet presAssocID="{A2DAC17E-A585-4FD2-ACA4-7582D48DEEBA}" presName="outerComposite" presStyleCnt="0">
        <dgm:presLayoutVars>
          <dgm:chMax val="2"/>
          <dgm:animLvl val="lvl"/>
          <dgm:resizeHandles val="exact"/>
        </dgm:presLayoutVars>
      </dgm:prSet>
      <dgm:spPr/>
      <dgm:t>
        <a:bodyPr/>
        <a:lstStyle/>
        <a:p>
          <a:endParaRPr lang="ru-RU"/>
        </a:p>
      </dgm:t>
    </dgm:pt>
    <dgm:pt modelId="{5CDA91B8-AAF3-4145-B17B-C42CBB6F12DB}" type="pres">
      <dgm:prSet presAssocID="{A2DAC17E-A585-4FD2-ACA4-7582D48DEEBA}" presName="dummyMaxCanvas" presStyleCnt="0"/>
      <dgm:spPr/>
    </dgm:pt>
    <dgm:pt modelId="{4D32FE00-2FED-4FA0-A7B6-A97B9DBAA2A3}" type="pres">
      <dgm:prSet presAssocID="{A2DAC17E-A585-4FD2-ACA4-7582D48DEEBA}" presName="parentComposite" presStyleCnt="0"/>
      <dgm:spPr/>
    </dgm:pt>
    <dgm:pt modelId="{67DC7E65-F885-4361-A3EA-C40E83FE904C}" type="pres">
      <dgm:prSet presAssocID="{A2DAC17E-A585-4FD2-ACA4-7582D48DEEBA}" presName="parent1" presStyleLbl="alignAccFollowNode1" presStyleIdx="0" presStyleCnt="4">
        <dgm:presLayoutVars>
          <dgm:chMax val="4"/>
        </dgm:presLayoutVars>
      </dgm:prSet>
      <dgm:spPr/>
      <dgm:t>
        <a:bodyPr/>
        <a:lstStyle/>
        <a:p>
          <a:endParaRPr lang="ru-RU"/>
        </a:p>
      </dgm:t>
    </dgm:pt>
    <dgm:pt modelId="{AD46D913-770A-452E-A070-D00AE0021826}" type="pres">
      <dgm:prSet presAssocID="{A2DAC17E-A585-4FD2-ACA4-7582D48DEEBA}" presName="parent2" presStyleLbl="alignAccFollowNode1" presStyleIdx="1" presStyleCnt="4">
        <dgm:presLayoutVars>
          <dgm:chMax val="4"/>
        </dgm:presLayoutVars>
      </dgm:prSet>
      <dgm:spPr/>
      <dgm:t>
        <a:bodyPr/>
        <a:lstStyle/>
        <a:p>
          <a:endParaRPr lang="ru-RU"/>
        </a:p>
      </dgm:t>
    </dgm:pt>
    <dgm:pt modelId="{A0E1A1C7-D5C8-48F0-AFD7-3DFF4A54A31E}" type="pres">
      <dgm:prSet presAssocID="{A2DAC17E-A585-4FD2-ACA4-7582D48DEEBA}" presName="childrenComposite" presStyleCnt="0"/>
      <dgm:spPr/>
    </dgm:pt>
    <dgm:pt modelId="{E62ED51C-01A6-4A29-A61F-C85E16803DAD}" type="pres">
      <dgm:prSet presAssocID="{A2DAC17E-A585-4FD2-ACA4-7582D48DEEBA}" presName="dummyMaxCanvas_ChildArea" presStyleCnt="0"/>
      <dgm:spPr/>
    </dgm:pt>
    <dgm:pt modelId="{8DBA043E-3888-4BA9-9C7B-04AE4F904001}" type="pres">
      <dgm:prSet presAssocID="{A2DAC17E-A585-4FD2-ACA4-7582D48DEEBA}" presName="fulcrum" presStyleLbl="alignAccFollowNode1" presStyleIdx="2" presStyleCnt="4"/>
      <dgm:spPr>
        <a:solidFill>
          <a:schemeClr val="accent2">
            <a:lumMod val="40000"/>
            <a:lumOff val="60000"/>
            <a:alpha val="90000"/>
          </a:schemeClr>
        </a:solidFill>
      </dgm:spPr>
      <dgm:t>
        <a:bodyPr/>
        <a:lstStyle/>
        <a:p>
          <a:endParaRPr lang="ru-RU"/>
        </a:p>
      </dgm:t>
    </dgm:pt>
    <dgm:pt modelId="{E056819A-0634-4F94-B764-A9E5209B86F4}" type="pres">
      <dgm:prSet presAssocID="{A2DAC17E-A585-4FD2-ACA4-7582D48DEEBA}" presName="balance_44" presStyleLbl="alignAccFollowNode1" presStyleIdx="3" presStyleCnt="4">
        <dgm:presLayoutVars>
          <dgm:bulletEnabled val="1"/>
        </dgm:presLayoutVars>
      </dgm:prSet>
      <dgm:spPr>
        <a:solidFill>
          <a:schemeClr val="accent2">
            <a:lumMod val="40000"/>
            <a:lumOff val="60000"/>
            <a:alpha val="90000"/>
          </a:schemeClr>
        </a:solidFill>
      </dgm:spPr>
      <dgm:t>
        <a:bodyPr/>
        <a:lstStyle/>
        <a:p>
          <a:endParaRPr lang="ru-RU"/>
        </a:p>
      </dgm:t>
    </dgm:pt>
    <dgm:pt modelId="{08BBEEE6-D2AB-4C48-A42F-CFF89E07E261}" type="pres">
      <dgm:prSet presAssocID="{A2DAC17E-A585-4FD2-ACA4-7582D48DEEBA}" presName="right_44_1" presStyleLbl="node1" presStyleIdx="0" presStyleCnt="8">
        <dgm:presLayoutVars>
          <dgm:bulletEnabled val="1"/>
        </dgm:presLayoutVars>
      </dgm:prSet>
      <dgm:spPr/>
      <dgm:t>
        <a:bodyPr/>
        <a:lstStyle/>
        <a:p>
          <a:endParaRPr lang="ru-RU"/>
        </a:p>
      </dgm:t>
    </dgm:pt>
    <dgm:pt modelId="{62115054-2980-4B91-B53B-9A8D56F7FAE8}" type="pres">
      <dgm:prSet presAssocID="{A2DAC17E-A585-4FD2-ACA4-7582D48DEEBA}" presName="right_44_2" presStyleLbl="node1" presStyleIdx="1" presStyleCnt="8">
        <dgm:presLayoutVars>
          <dgm:bulletEnabled val="1"/>
        </dgm:presLayoutVars>
      </dgm:prSet>
      <dgm:spPr/>
      <dgm:t>
        <a:bodyPr/>
        <a:lstStyle/>
        <a:p>
          <a:endParaRPr lang="ru-RU"/>
        </a:p>
      </dgm:t>
    </dgm:pt>
    <dgm:pt modelId="{DB68739B-8D27-4CA7-9DBC-57F98F166318}" type="pres">
      <dgm:prSet presAssocID="{A2DAC17E-A585-4FD2-ACA4-7582D48DEEBA}" presName="right_44_3" presStyleLbl="node1" presStyleIdx="2" presStyleCnt="8">
        <dgm:presLayoutVars>
          <dgm:bulletEnabled val="1"/>
        </dgm:presLayoutVars>
      </dgm:prSet>
      <dgm:spPr/>
      <dgm:t>
        <a:bodyPr/>
        <a:lstStyle/>
        <a:p>
          <a:endParaRPr lang="ru-RU"/>
        </a:p>
      </dgm:t>
    </dgm:pt>
    <dgm:pt modelId="{F5C2FE6A-D23A-47C2-AB57-D5157CE2E9F1}" type="pres">
      <dgm:prSet presAssocID="{A2DAC17E-A585-4FD2-ACA4-7582D48DEEBA}" presName="right_44_4" presStyleLbl="node1" presStyleIdx="3" presStyleCnt="8">
        <dgm:presLayoutVars>
          <dgm:bulletEnabled val="1"/>
        </dgm:presLayoutVars>
      </dgm:prSet>
      <dgm:spPr/>
      <dgm:t>
        <a:bodyPr/>
        <a:lstStyle/>
        <a:p>
          <a:endParaRPr lang="ru-RU"/>
        </a:p>
      </dgm:t>
    </dgm:pt>
    <dgm:pt modelId="{813BE02A-9DE2-491C-9EF1-7EB4308829F8}" type="pres">
      <dgm:prSet presAssocID="{A2DAC17E-A585-4FD2-ACA4-7582D48DEEBA}" presName="left_44_1" presStyleLbl="node1" presStyleIdx="4" presStyleCnt="8">
        <dgm:presLayoutVars>
          <dgm:bulletEnabled val="1"/>
        </dgm:presLayoutVars>
      </dgm:prSet>
      <dgm:spPr/>
      <dgm:t>
        <a:bodyPr/>
        <a:lstStyle/>
        <a:p>
          <a:endParaRPr lang="ru-RU"/>
        </a:p>
      </dgm:t>
    </dgm:pt>
    <dgm:pt modelId="{BCB90E08-917A-41F7-9181-C14FC3DE68BF}" type="pres">
      <dgm:prSet presAssocID="{A2DAC17E-A585-4FD2-ACA4-7582D48DEEBA}" presName="left_44_2" presStyleLbl="node1" presStyleIdx="5" presStyleCnt="8">
        <dgm:presLayoutVars>
          <dgm:bulletEnabled val="1"/>
        </dgm:presLayoutVars>
      </dgm:prSet>
      <dgm:spPr/>
      <dgm:t>
        <a:bodyPr/>
        <a:lstStyle/>
        <a:p>
          <a:endParaRPr lang="ru-RU"/>
        </a:p>
      </dgm:t>
    </dgm:pt>
    <dgm:pt modelId="{52D1748F-663B-4EFB-801D-F2E13491EF05}" type="pres">
      <dgm:prSet presAssocID="{A2DAC17E-A585-4FD2-ACA4-7582D48DEEBA}" presName="left_44_3" presStyleLbl="node1" presStyleIdx="6" presStyleCnt="8">
        <dgm:presLayoutVars>
          <dgm:bulletEnabled val="1"/>
        </dgm:presLayoutVars>
      </dgm:prSet>
      <dgm:spPr/>
      <dgm:t>
        <a:bodyPr/>
        <a:lstStyle/>
        <a:p>
          <a:endParaRPr lang="ru-RU"/>
        </a:p>
      </dgm:t>
    </dgm:pt>
    <dgm:pt modelId="{5DFF02F3-5C01-4E64-BEA7-DC7AFFB80B67}" type="pres">
      <dgm:prSet presAssocID="{A2DAC17E-A585-4FD2-ACA4-7582D48DEEBA}" presName="left_44_4" presStyleLbl="node1" presStyleIdx="7" presStyleCnt="8">
        <dgm:presLayoutVars>
          <dgm:bulletEnabled val="1"/>
        </dgm:presLayoutVars>
      </dgm:prSet>
      <dgm:spPr/>
      <dgm:t>
        <a:bodyPr/>
        <a:lstStyle/>
        <a:p>
          <a:endParaRPr lang="ru-RU"/>
        </a:p>
      </dgm:t>
    </dgm:pt>
  </dgm:ptLst>
  <dgm:cxnLst>
    <dgm:cxn modelId="{E92869AA-0697-4C3C-B5C6-CD57E445EC93}" type="presOf" srcId="{7A9B6AF9-268B-4496-BC22-092871B42E0F}" destId="{DB68739B-8D27-4CA7-9DBC-57F98F166318}" srcOrd="0" destOrd="0" presId="urn:microsoft.com/office/officeart/2005/8/layout/balance1"/>
    <dgm:cxn modelId="{B3B791E6-A563-4074-8DC5-838FFDAB4B15}" type="presOf" srcId="{73C5E82C-927E-4846-BEBA-9D569F70AF27}" destId="{813BE02A-9DE2-491C-9EF1-7EB4308829F8}" srcOrd="0" destOrd="0" presId="urn:microsoft.com/office/officeart/2005/8/layout/balance1"/>
    <dgm:cxn modelId="{FF1FB9A8-BC10-4B6B-A999-9A353FD347DF}" srcId="{9CAC3387-2272-46A8-9797-747AF6C8ED50}" destId="{E431B78D-1A0E-4015-B7AF-7D46D27E696B}" srcOrd="3" destOrd="0" parTransId="{04CFAF3B-2A37-4B43-96BD-D89A6D9CABD7}" sibTransId="{CE1AFE8F-84B1-4326-A082-0863FAFDBAFF}"/>
    <dgm:cxn modelId="{291C1B92-24D6-47D7-B475-C2F506365382}" srcId="{A2DAC17E-A585-4FD2-ACA4-7582D48DEEBA}" destId="{56F49B2E-587A-4638-83A2-CE79244954DB}" srcOrd="0" destOrd="0" parTransId="{81EED735-D799-43A4-A32B-212998DCD2CF}" sibTransId="{91399372-0AD3-43C6-9DE5-E663B156889A}"/>
    <dgm:cxn modelId="{E1AF5D71-1C4C-40DF-A7BB-F8011F245C82}" srcId="{56F49B2E-587A-4638-83A2-CE79244954DB}" destId="{093EF9CD-81B4-4501-8FA3-644EAC8C3285}" srcOrd="2" destOrd="0" parTransId="{BC10DD67-C8B6-432C-9A8C-9DAD37FDD182}" sibTransId="{A4E54E6C-F49D-4E49-B4B6-EADFB8A9210F}"/>
    <dgm:cxn modelId="{D63AA896-CCB5-4B09-89D2-36E2BBD260E7}" type="presOf" srcId="{9CAC3387-2272-46A8-9797-747AF6C8ED50}" destId="{AD46D913-770A-452E-A070-D00AE0021826}" srcOrd="0" destOrd="0" presId="urn:microsoft.com/office/officeart/2005/8/layout/balance1"/>
    <dgm:cxn modelId="{E772A88A-6D3D-42E5-92F6-815B3CE51946}" srcId="{56F49B2E-587A-4638-83A2-CE79244954DB}" destId="{D9445CB5-0D09-40B4-BF68-3045011CAC2F}" srcOrd="1" destOrd="0" parTransId="{16378658-EEC5-45B7-B218-2212E89C1CD8}" sibTransId="{90156905-4AFE-44E9-95FD-08ED2DAD5030}"/>
    <dgm:cxn modelId="{FEB2A630-8922-4583-A9A2-D2D97969F842}" type="presOf" srcId="{1915CE3C-F963-4B86-A6AD-A13F9280436E}" destId="{62115054-2980-4B91-B53B-9A8D56F7FAE8}" srcOrd="0" destOrd="0" presId="urn:microsoft.com/office/officeart/2005/8/layout/balance1"/>
    <dgm:cxn modelId="{005C628E-6E78-440D-969F-D29A09AF07C8}" type="presOf" srcId="{093EF9CD-81B4-4501-8FA3-644EAC8C3285}" destId="{52D1748F-663B-4EFB-801D-F2E13491EF05}" srcOrd="0" destOrd="0" presId="urn:microsoft.com/office/officeart/2005/8/layout/balance1"/>
    <dgm:cxn modelId="{06813B56-1537-4C73-AF5B-5083E95FEB86}" srcId="{A2DAC17E-A585-4FD2-ACA4-7582D48DEEBA}" destId="{9CAC3387-2272-46A8-9797-747AF6C8ED50}" srcOrd="1" destOrd="0" parTransId="{375C7875-41AB-4FDC-8ECE-565D16ECD616}" sibTransId="{38C7BC16-6965-4606-8F67-68EAAE7490A6}"/>
    <dgm:cxn modelId="{B678D56E-546B-4226-8E5B-BA6039879A96}" type="presOf" srcId="{D9445CB5-0D09-40B4-BF68-3045011CAC2F}" destId="{BCB90E08-917A-41F7-9181-C14FC3DE68BF}" srcOrd="0" destOrd="0" presId="urn:microsoft.com/office/officeart/2005/8/layout/balance1"/>
    <dgm:cxn modelId="{B36B8CC7-DA39-4782-8846-AFB53C5891E9}" type="presOf" srcId="{56F49B2E-587A-4638-83A2-CE79244954DB}" destId="{67DC7E65-F885-4361-A3EA-C40E83FE904C}" srcOrd="0" destOrd="0" presId="urn:microsoft.com/office/officeart/2005/8/layout/balance1"/>
    <dgm:cxn modelId="{DB55676F-DC31-48A8-B5A5-86063092FC2C}" type="presOf" srcId="{8A2428A4-14B3-4532-BF1B-B2AFB57C3864}" destId="{5DFF02F3-5C01-4E64-BEA7-DC7AFFB80B67}" srcOrd="0" destOrd="0" presId="urn:microsoft.com/office/officeart/2005/8/layout/balance1"/>
    <dgm:cxn modelId="{E17D5928-812D-493C-A762-2BFB6271DD28}" type="presOf" srcId="{A2DAC17E-A585-4FD2-ACA4-7582D48DEEBA}" destId="{2C32F018-92A8-4EA1-9368-94CB66139837}" srcOrd="0" destOrd="0" presId="urn:microsoft.com/office/officeart/2005/8/layout/balance1"/>
    <dgm:cxn modelId="{33278BDA-3782-4D59-8A09-5326C6ED1E91}" srcId="{56F49B2E-587A-4638-83A2-CE79244954DB}" destId="{73C5E82C-927E-4846-BEBA-9D569F70AF27}" srcOrd="0" destOrd="0" parTransId="{5D6CC331-3705-49DF-AF54-8E7DDD9636FA}" sibTransId="{7CB3F269-FFC2-4335-AABF-E634D3CEBAE6}"/>
    <dgm:cxn modelId="{425028E0-5ABD-425B-9B92-27947C8D7E63}" srcId="{9CAC3387-2272-46A8-9797-747AF6C8ED50}" destId="{CC0BBF3C-BEE5-4EFB-AECA-3D64E990871C}" srcOrd="0" destOrd="0" parTransId="{D14B267A-FA9D-4918-AEC6-046FC5EA724B}" sibTransId="{50591953-37AE-449E-93EF-D01242361D39}"/>
    <dgm:cxn modelId="{5A695676-8EE3-4A40-9C8F-4D6A4E1B4100}" srcId="{9CAC3387-2272-46A8-9797-747AF6C8ED50}" destId="{7A9B6AF9-268B-4496-BC22-092871B42E0F}" srcOrd="2" destOrd="0" parTransId="{48E8661F-A2A6-472A-9281-FA4900EC143B}" sibTransId="{C14D87DE-3720-4A40-BC9E-345ECFDEC791}"/>
    <dgm:cxn modelId="{C076A000-AF8A-4E60-9C69-796357AA408C}" type="presOf" srcId="{E431B78D-1A0E-4015-B7AF-7D46D27E696B}" destId="{F5C2FE6A-D23A-47C2-AB57-D5157CE2E9F1}" srcOrd="0" destOrd="0" presId="urn:microsoft.com/office/officeart/2005/8/layout/balance1"/>
    <dgm:cxn modelId="{C24D3EB4-4E54-435C-B328-E7A2987ADA24}" srcId="{9CAC3387-2272-46A8-9797-747AF6C8ED50}" destId="{1915CE3C-F963-4B86-A6AD-A13F9280436E}" srcOrd="1" destOrd="0" parTransId="{C99CA89F-8251-454A-B17E-640A5E2D7E3C}" sibTransId="{DAFF27FB-BE6D-4F9E-9D20-F2C52B425AE8}"/>
    <dgm:cxn modelId="{69D4658B-7E7A-40D2-A258-6F78AFA1ED07}" srcId="{56F49B2E-587A-4638-83A2-CE79244954DB}" destId="{8A2428A4-14B3-4532-BF1B-B2AFB57C3864}" srcOrd="3" destOrd="0" parTransId="{BCAC9CEB-9744-48DD-BC3D-4A96C27702C0}" sibTransId="{FC84BB6D-8701-49F9-85E3-4BC5BAE5A6A4}"/>
    <dgm:cxn modelId="{5FF3ABB0-68CA-41E1-A6DA-99DA503AD63E}" type="presOf" srcId="{CC0BBF3C-BEE5-4EFB-AECA-3D64E990871C}" destId="{08BBEEE6-D2AB-4C48-A42F-CFF89E07E261}" srcOrd="0" destOrd="0" presId="urn:microsoft.com/office/officeart/2005/8/layout/balance1"/>
    <dgm:cxn modelId="{A0A2DDE7-2941-4A73-BB2C-9FA98F080643}" type="presParOf" srcId="{2C32F018-92A8-4EA1-9368-94CB66139837}" destId="{5CDA91B8-AAF3-4145-B17B-C42CBB6F12DB}" srcOrd="0" destOrd="0" presId="urn:microsoft.com/office/officeart/2005/8/layout/balance1"/>
    <dgm:cxn modelId="{0B700777-39F3-4A75-BA5E-EA3ACF24B683}" type="presParOf" srcId="{2C32F018-92A8-4EA1-9368-94CB66139837}" destId="{4D32FE00-2FED-4FA0-A7B6-A97B9DBAA2A3}" srcOrd="1" destOrd="0" presId="urn:microsoft.com/office/officeart/2005/8/layout/balance1"/>
    <dgm:cxn modelId="{B9838BB9-77AE-4985-979B-4AF81FB424D0}" type="presParOf" srcId="{4D32FE00-2FED-4FA0-A7B6-A97B9DBAA2A3}" destId="{67DC7E65-F885-4361-A3EA-C40E83FE904C}" srcOrd="0" destOrd="0" presId="urn:microsoft.com/office/officeart/2005/8/layout/balance1"/>
    <dgm:cxn modelId="{37D43CC6-3FB4-458A-8A21-613274395E25}" type="presParOf" srcId="{4D32FE00-2FED-4FA0-A7B6-A97B9DBAA2A3}" destId="{AD46D913-770A-452E-A070-D00AE0021826}" srcOrd="1" destOrd="0" presId="urn:microsoft.com/office/officeart/2005/8/layout/balance1"/>
    <dgm:cxn modelId="{A9CC93AE-0C9E-49A1-A7C4-938D1DA86629}" type="presParOf" srcId="{2C32F018-92A8-4EA1-9368-94CB66139837}" destId="{A0E1A1C7-D5C8-48F0-AFD7-3DFF4A54A31E}" srcOrd="2" destOrd="0" presId="urn:microsoft.com/office/officeart/2005/8/layout/balance1"/>
    <dgm:cxn modelId="{5A2869E0-FEA6-4623-A971-5D5789002F28}" type="presParOf" srcId="{A0E1A1C7-D5C8-48F0-AFD7-3DFF4A54A31E}" destId="{E62ED51C-01A6-4A29-A61F-C85E16803DAD}" srcOrd="0" destOrd="0" presId="urn:microsoft.com/office/officeart/2005/8/layout/balance1"/>
    <dgm:cxn modelId="{2E0168CC-74DD-414D-BFB7-7DE613F756CB}" type="presParOf" srcId="{A0E1A1C7-D5C8-48F0-AFD7-3DFF4A54A31E}" destId="{8DBA043E-3888-4BA9-9C7B-04AE4F904001}" srcOrd="1" destOrd="0" presId="urn:microsoft.com/office/officeart/2005/8/layout/balance1"/>
    <dgm:cxn modelId="{9C02E088-51ED-47E2-9933-F29948869037}" type="presParOf" srcId="{A0E1A1C7-D5C8-48F0-AFD7-3DFF4A54A31E}" destId="{E056819A-0634-4F94-B764-A9E5209B86F4}" srcOrd="2" destOrd="0" presId="urn:microsoft.com/office/officeart/2005/8/layout/balance1"/>
    <dgm:cxn modelId="{E93F7DD8-4100-4E78-8115-BD3EB33ED8A7}" type="presParOf" srcId="{A0E1A1C7-D5C8-48F0-AFD7-3DFF4A54A31E}" destId="{08BBEEE6-D2AB-4C48-A42F-CFF89E07E261}" srcOrd="3" destOrd="0" presId="urn:microsoft.com/office/officeart/2005/8/layout/balance1"/>
    <dgm:cxn modelId="{04100DA9-584A-416D-8FC4-3F188A4CC4EF}" type="presParOf" srcId="{A0E1A1C7-D5C8-48F0-AFD7-3DFF4A54A31E}" destId="{62115054-2980-4B91-B53B-9A8D56F7FAE8}" srcOrd="4" destOrd="0" presId="urn:microsoft.com/office/officeart/2005/8/layout/balance1"/>
    <dgm:cxn modelId="{FA55A2A9-120A-40E0-BC4A-0268EF088970}" type="presParOf" srcId="{A0E1A1C7-D5C8-48F0-AFD7-3DFF4A54A31E}" destId="{DB68739B-8D27-4CA7-9DBC-57F98F166318}" srcOrd="5" destOrd="0" presId="urn:microsoft.com/office/officeart/2005/8/layout/balance1"/>
    <dgm:cxn modelId="{605B7241-381D-469C-9F38-5389CCE60FFD}" type="presParOf" srcId="{A0E1A1C7-D5C8-48F0-AFD7-3DFF4A54A31E}" destId="{F5C2FE6A-D23A-47C2-AB57-D5157CE2E9F1}" srcOrd="6" destOrd="0" presId="urn:microsoft.com/office/officeart/2005/8/layout/balance1"/>
    <dgm:cxn modelId="{3217D7EE-BD29-4B23-AA44-8A366353BD6B}" type="presParOf" srcId="{A0E1A1C7-D5C8-48F0-AFD7-3DFF4A54A31E}" destId="{813BE02A-9DE2-491C-9EF1-7EB4308829F8}" srcOrd="7" destOrd="0" presId="urn:microsoft.com/office/officeart/2005/8/layout/balance1"/>
    <dgm:cxn modelId="{92DD3DDD-3D34-4705-B457-AB5D450F64B8}" type="presParOf" srcId="{A0E1A1C7-D5C8-48F0-AFD7-3DFF4A54A31E}" destId="{BCB90E08-917A-41F7-9181-C14FC3DE68BF}" srcOrd="8" destOrd="0" presId="urn:microsoft.com/office/officeart/2005/8/layout/balance1"/>
    <dgm:cxn modelId="{28654ACE-FC98-4C73-B3EF-C6777788CC5B}" type="presParOf" srcId="{A0E1A1C7-D5C8-48F0-AFD7-3DFF4A54A31E}" destId="{52D1748F-663B-4EFB-801D-F2E13491EF05}" srcOrd="9" destOrd="0" presId="urn:microsoft.com/office/officeart/2005/8/layout/balance1"/>
    <dgm:cxn modelId="{0466A71B-EF96-4250-82B7-7DD71342EAA8}" type="presParOf" srcId="{A0E1A1C7-D5C8-48F0-AFD7-3DFF4A54A31E}" destId="{5DFF02F3-5C01-4E64-BEA7-DC7AFFB80B67}" srcOrd="10" destOrd="0" presId="urn:microsoft.com/office/officeart/2005/8/layout/balance1"/>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55139FD-FD85-4DDB-8F17-C513C5BED12C}" type="doc">
      <dgm:prSet loTypeId="urn:microsoft.com/office/officeart/2005/8/layout/cycle7" loCatId="cycle" qsTypeId="urn:microsoft.com/office/officeart/2005/8/quickstyle/simple1" qsCatId="simple" csTypeId="urn:microsoft.com/office/officeart/2005/8/colors/accent1_2" csCatId="accent1" phldr="1"/>
      <dgm:spPr/>
      <dgm:t>
        <a:bodyPr/>
        <a:lstStyle/>
        <a:p>
          <a:endParaRPr lang="ru-RU"/>
        </a:p>
      </dgm:t>
    </dgm:pt>
    <dgm:pt modelId="{47F54B6E-BB06-431D-BDE5-C54F95915280}">
      <dgm:prSet phldrT="[Текст]">
        <dgm:style>
          <a:lnRef idx="1">
            <a:schemeClr val="accent6"/>
          </a:lnRef>
          <a:fillRef idx="2">
            <a:schemeClr val="accent6"/>
          </a:fillRef>
          <a:effectRef idx="1">
            <a:schemeClr val="accent6"/>
          </a:effectRef>
          <a:fontRef idx="minor">
            <a:schemeClr val="dk1"/>
          </a:fontRef>
        </dgm:style>
      </dgm:prSet>
      <dgm:spPr/>
      <dgm:t>
        <a:bodyPr/>
        <a:lstStyle/>
        <a:p>
          <a:r>
            <a:rPr lang="en-US" b="1" i="0" dirty="0" smtClean="0"/>
            <a:t>Garbage collection algorithms</a:t>
          </a:r>
          <a:endParaRPr lang="ru-RU" b="1" dirty="0"/>
        </a:p>
      </dgm:t>
    </dgm:pt>
    <dgm:pt modelId="{5DEF3FB4-D893-4977-96B4-110751B646A5}" type="parTrans" cxnId="{2C664099-67DA-4CB9-A255-168FA1040B5F}">
      <dgm:prSet/>
      <dgm:spPr/>
      <dgm:t>
        <a:bodyPr/>
        <a:lstStyle/>
        <a:p>
          <a:endParaRPr lang="ru-RU"/>
        </a:p>
      </dgm:t>
    </dgm:pt>
    <dgm:pt modelId="{CE24F0B3-FC34-45CE-A586-18F71E8D24C5}" type="sibTrans" cxnId="{2C664099-67DA-4CB9-A255-168FA1040B5F}">
      <dgm:prSet/>
      <dgm:spPr/>
      <dgm:t>
        <a:bodyPr/>
        <a:lstStyle/>
        <a:p>
          <a:endParaRPr lang="ru-RU"/>
        </a:p>
      </dgm:t>
    </dgm:pt>
    <dgm:pt modelId="{D9E90A18-5A8B-4CD2-8DC2-C066A99468DF}">
      <dgm:prSet phldrT="[Текст]">
        <dgm:style>
          <a:lnRef idx="1">
            <a:schemeClr val="accent6"/>
          </a:lnRef>
          <a:fillRef idx="2">
            <a:schemeClr val="accent6"/>
          </a:fillRef>
          <a:effectRef idx="1">
            <a:schemeClr val="accent6"/>
          </a:effectRef>
          <a:fontRef idx="minor">
            <a:schemeClr val="dk1"/>
          </a:fontRef>
        </dgm:style>
      </dgm:prSet>
      <dgm:spPr/>
      <dgm:t>
        <a:bodyPr/>
        <a:lstStyle/>
        <a:p>
          <a:r>
            <a:rPr lang="en-US" b="0" i="0" dirty="0" smtClean="0"/>
            <a:t>Mark-and-sweep algorithm</a:t>
          </a:r>
          <a:endParaRPr lang="ru-RU" b="0" dirty="0"/>
        </a:p>
      </dgm:t>
    </dgm:pt>
    <dgm:pt modelId="{CFA38E2F-E083-4162-84D5-C7A4C5A68F78}" type="parTrans" cxnId="{187BD064-74AB-4C71-B366-4FCB691D731A}">
      <dgm:prSet/>
      <dgm:spPr/>
      <dgm:t>
        <a:bodyPr/>
        <a:lstStyle/>
        <a:p>
          <a:endParaRPr lang="ru-RU"/>
        </a:p>
      </dgm:t>
    </dgm:pt>
    <dgm:pt modelId="{80D7533F-7F78-4DA0-B56E-FD3747ACE5DC}" type="sibTrans" cxnId="{187BD064-74AB-4C71-B366-4FCB691D731A}">
      <dgm:prSet/>
      <dgm:spPr/>
      <dgm:t>
        <a:bodyPr/>
        <a:lstStyle/>
        <a:p>
          <a:endParaRPr lang="ru-RU"/>
        </a:p>
      </dgm:t>
    </dgm:pt>
    <dgm:pt modelId="{4057945A-2151-43CF-AB50-1AEE253BC7C3}">
      <dgm:prSet phldrT="[Текст]">
        <dgm:style>
          <a:lnRef idx="1">
            <a:schemeClr val="accent6"/>
          </a:lnRef>
          <a:fillRef idx="2">
            <a:schemeClr val="accent6"/>
          </a:fillRef>
          <a:effectRef idx="1">
            <a:schemeClr val="accent6"/>
          </a:effectRef>
          <a:fontRef idx="minor">
            <a:schemeClr val="dk1"/>
          </a:fontRef>
        </dgm:style>
      </dgm:prSet>
      <dgm:spPr/>
      <dgm:t>
        <a:bodyPr/>
        <a:lstStyle/>
        <a:p>
          <a:r>
            <a:rPr lang="en-US" b="0" i="0" dirty="0" smtClean="0"/>
            <a:t>Reference-counting</a:t>
          </a:r>
          <a:endParaRPr lang="ru-RU" dirty="0"/>
        </a:p>
      </dgm:t>
    </dgm:pt>
    <dgm:pt modelId="{0803A35D-BCAE-43A1-9A51-011803564897}" type="parTrans" cxnId="{0C8DC756-50A9-4522-9844-E4B49AEFBF8B}">
      <dgm:prSet/>
      <dgm:spPr/>
      <dgm:t>
        <a:bodyPr/>
        <a:lstStyle/>
        <a:p>
          <a:endParaRPr lang="ru-RU"/>
        </a:p>
      </dgm:t>
    </dgm:pt>
    <dgm:pt modelId="{07A022FE-B374-4651-9ACB-917FCEF21817}" type="sibTrans" cxnId="{0C8DC756-50A9-4522-9844-E4B49AEFBF8B}">
      <dgm:prSet/>
      <dgm:spPr/>
      <dgm:t>
        <a:bodyPr/>
        <a:lstStyle/>
        <a:p>
          <a:endParaRPr lang="ru-RU"/>
        </a:p>
      </dgm:t>
    </dgm:pt>
    <dgm:pt modelId="{8B8A5071-336E-410F-8F77-EF48AEE9DEA6}" type="pres">
      <dgm:prSet presAssocID="{355139FD-FD85-4DDB-8F17-C513C5BED12C}" presName="Name0" presStyleCnt="0">
        <dgm:presLayoutVars>
          <dgm:dir/>
          <dgm:resizeHandles val="exact"/>
        </dgm:presLayoutVars>
      </dgm:prSet>
      <dgm:spPr/>
      <dgm:t>
        <a:bodyPr/>
        <a:lstStyle/>
        <a:p>
          <a:endParaRPr lang="ru-RU"/>
        </a:p>
      </dgm:t>
    </dgm:pt>
    <dgm:pt modelId="{3EB4579E-FB82-426D-8175-54595A4F586F}" type="pres">
      <dgm:prSet presAssocID="{47F54B6E-BB06-431D-BDE5-C54F95915280}" presName="node" presStyleLbl="node1" presStyleIdx="0" presStyleCnt="3" custScaleX="218716" custRadScaleRad="77755" custRadScaleInc="-6898">
        <dgm:presLayoutVars>
          <dgm:bulletEnabled val="1"/>
        </dgm:presLayoutVars>
      </dgm:prSet>
      <dgm:spPr/>
      <dgm:t>
        <a:bodyPr/>
        <a:lstStyle/>
        <a:p>
          <a:endParaRPr lang="ru-RU"/>
        </a:p>
      </dgm:t>
    </dgm:pt>
    <dgm:pt modelId="{BE9856A9-2528-43EE-ADDD-DA26616AD87E}" type="pres">
      <dgm:prSet presAssocID="{CE24F0B3-FC34-45CE-A586-18F71E8D24C5}" presName="sibTrans" presStyleLbl="sibTrans2D1" presStyleIdx="0" presStyleCnt="3" custScaleX="198584" custLinFactNeighborX="10133" custLinFactNeighborY="-2777"/>
      <dgm:spPr/>
      <dgm:t>
        <a:bodyPr/>
        <a:lstStyle/>
        <a:p>
          <a:endParaRPr lang="ru-RU"/>
        </a:p>
      </dgm:t>
    </dgm:pt>
    <dgm:pt modelId="{CAD3AB66-F61D-434B-9E97-3E218A273BEB}" type="pres">
      <dgm:prSet presAssocID="{CE24F0B3-FC34-45CE-A586-18F71E8D24C5}" presName="connectorText" presStyleLbl="sibTrans2D1" presStyleIdx="0" presStyleCnt="3"/>
      <dgm:spPr/>
      <dgm:t>
        <a:bodyPr/>
        <a:lstStyle/>
        <a:p>
          <a:endParaRPr lang="ru-RU"/>
        </a:p>
      </dgm:t>
    </dgm:pt>
    <dgm:pt modelId="{89631A07-97BF-48BF-8680-13F314A94E61}" type="pres">
      <dgm:prSet presAssocID="{D9E90A18-5A8B-4CD2-8DC2-C066A99468DF}" presName="node" presStyleLbl="node1" presStyleIdx="1" presStyleCnt="3" custScaleX="141027" custScaleY="192309">
        <dgm:presLayoutVars>
          <dgm:bulletEnabled val="1"/>
        </dgm:presLayoutVars>
      </dgm:prSet>
      <dgm:spPr/>
      <dgm:t>
        <a:bodyPr/>
        <a:lstStyle/>
        <a:p>
          <a:endParaRPr lang="ru-RU"/>
        </a:p>
      </dgm:t>
    </dgm:pt>
    <dgm:pt modelId="{D7C79C3D-B804-4721-85A2-A632EAE7C2F8}" type="pres">
      <dgm:prSet presAssocID="{80D7533F-7F78-4DA0-B56E-FD3747ACE5DC}" presName="sibTrans" presStyleLbl="sibTrans2D1" presStyleIdx="1" presStyleCnt="3" custFlipVert="1" custFlipHor="1" custScaleX="42736" custScaleY="15264" custLinFactX="-57562" custLinFactNeighborX="-100000" custLinFactNeighborY="-63927"/>
      <dgm:spPr/>
      <dgm:t>
        <a:bodyPr/>
        <a:lstStyle/>
        <a:p>
          <a:endParaRPr lang="ru-RU"/>
        </a:p>
      </dgm:t>
    </dgm:pt>
    <dgm:pt modelId="{C022D132-91E5-4061-B27B-3A2E7E50B812}" type="pres">
      <dgm:prSet presAssocID="{80D7533F-7F78-4DA0-B56E-FD3747ACE5DC}" presName="connectorText" presStyleLbl="sibTrans2D1" presStyleIdx="1" presStyleCnt="3"/>
      <dgm:spPr/>
      <dgm:t>
        <a:bodyPr/>
        <a:lstStyle/>
        <a:p>
          <a:endParaRPr lang="ru-RU"/>
        </a:p>
      </dgm:t>
    </dgm:pt>
    <dgm:pt modelId="{844A640F-55BC-48AB-B7DC-3A9579E01756}" type="pres">
      <dgm:prSet presAssocID="{4057945A-2151-43CF-AB50-1AEE253BC7C3}" presName="node" presStyleLbl="node1" presStyleIdx="2" presStyleCnt="3" custScaleX="141027" custScaleY="192309">
        <dgm:presLayoutVars>
          <dgm:bulletEnabled val="1"/>
        </dgm:presLayoutVars>
      </dgm:prSet>
      <dgm:spPr/>
      <dgm:t>
        <a:bodyPr/>
        <a:lstStyle/>
        <a:p>
          <a:endParaRPr lang="ru-RU"/>
        </a:p>
      </dgm:t>
    </dgm:pt>
    <dgm:pt modelId="{C7D0301C-5377-4D76-BE53-2624151E8961}" type="pres">
      <dgm:prSet presAssocID="{07A022FE-B374-4651-9ACB-917FCEF21817}" presName="sibTrans" presStyleLbl="sibTrans2D1" presStyleIdx="2" presStyleCnt="3" custScaleX="222565" custLinFactX="-62132" custLinFactNeighborX="-100000" custLinFactNeighborY="-5555"/>
      <dgm:spPr/>
      <dgm:t>
        <a:bodyPr/>
        <a:lstStyle/>
        <a:p>
          <a:endParaRPr lang="ru-RU"/>
        </a:p>
      </dgm:t>
    </dgm:pt>
    <dgm:pt modelId="{7176759C-8AA2-4BE9-81F7-079061FBBDAE}" type="pres">
      <dgm:prSet presAssocID="{07A022FE-B374-4651-9ACB-917FCEF21817}" presName="connectorText" presStyleLbl="sibTrans2D1" presStyleIdx="2" presStyleCnt="3"/>
      <dgm:spPr/>
      <dgm:t>
        <a:bodyPr/>
        <a:lstStyle/>
        <a:p>
          <a:endParaRPr lang="ru-RU"/>
        </a:p>
      </dgm:t>
    </dgm:pt>
  </dgm:ptLst>
  <dgm:cxnLst>
    <dgm:cxn modelId="{79A8747A-D38D-4D42-848E-DD10D0C20928}" type="presOf" srcId="{CE24F0B3-FC34-45CE-A586-18F71E8D24C5}" destId="{CAD3AB66-F61D-434B-9E97-3E218A273BEB}" srcOrd="1" destOrd="0" presId="urn:microsoft.com/office/officeart/2005/8/layout/cycle7"/>
    <dgm:cxn modelId="{0C8DC756-50A9-4522-9844-E4B49AEFBF8B}" srcId="{355139FD-FD85-4DDB-8F17-C513C5BED12C}" destId="{4057945A-2151-43CF-AB50-1AEE253BC7C3}" srcOrd="2" destOrd="0" parTransId="{0803A35D-BCAE-43A1-9A51-011803564897}" sibTransId="{07A022FE-B374-4651-9ACB-917FCEF21817}"/>
    <dgm:cxn modelId="{51D311D3-E590-48E3-B2C7-07C4CC771268}" type="presOf" srcId="{07A022FE-B374-4651-9ACB-917FCEF21817}" destId="{C7D0301C-5377-4D76-BE53-2624151E8961}" srcOrd="0" destOrd="0" presId="urn:microsoft.com/office/officeart/2005/8/layout/cycle7"/>
    <dgm:cxn modelId="{6B3F4871-1E79-4D3D-A878-CF0AECF3C573}" type="presOf" srcId="{D9E90A18-5A8B-4CD2-8DC2-C066A99468DF}" destId="{89631A07-97BF-48BF-8680-13F314A94E61}" srcOrd="0" destOrd="0" presId="urn:microsoft.com/office/officeart/2005/8/layout/cycle7"/>
    <dgm:cxn modelId="{187BD064-74AB-4C71-B366-4FCB691D731A}" srcId="{355139FD-FD85-4DDB-8F17-C513C5BED12C}" destId="{D9E90A18-5A8B-4CD2-8DC2-C066A99468DF}" srcOrd="1" destOrd="0" parTransId="{CFA38E2F-E083-4162-84D5-C7A4C5A68F78}" sibTransId="{80D7533F-7F78-4DA0-B56E-FD3747ACE5DC}"/>
    <dgm:cxn modelId="{970CA432-0A64-4C48-8541-8AC748A82CBB}" type="presOf" srcId="{80D7533F-7F78-4DA0-B56E-FD3747ACE5DC}" destId="{D7C79C3D-B804-4721-85A2-A632EAE7C2F8}" srcOrd="0" destOrd="0" presId="urn:microsoft.com/office/officeart/2005/8/layout/cycle7"/>
    <dgm:cxn modelId="{53D7B9D7-4D4A-4921-A036-2A94A14370D7}" type="presOf" srcId="{355139FD-FD85-4DDB-8F17-C513C5BED12C}" destId="{8B8A5071-336E-410F-8F77-EF48AEE9DEA6}" srcOrd="0" destOrd="0" presId="urn:microsoft.com/office/officeart/2005/8/layout/cycle7"/>
    <dgm:cxn modelId="{099CA81A-B503-47E3-9B0B-D3A7F79AF36D}" type="presOf" srcId="{4057945A-2151-43CF-AB50-1AEE253BC7C3}" destId="{844A640F-55BC-48AB-B7DC-3A9579E01756}" srcOrd="0" destOrd="0" presId="urn:microsoft.com/office/officeart/2005/8/layout/cycle7"/>
    <dgm:cxn modelId="{99001061-B5F1-419D-AA9A-ED76E61647D5}" type="presOf" srcId="{47F54B6E-BB06-431D-BDE5-C54F95915280}" destId="{3EB4579E-FB82-426D-8175-54595A4F586F}" srcOrd="0" destOrd="0" presId="urn:microsoft.com/office/officeart/2005/8/layout/cycle7"/>
    <dgm:cxn modelId="{2C664099-67DA-4CB9-A255-168FA1040B5F}" srcId="{355139FD-FD85-4DDB-8F17-C513C5BED12C}" destId="{47F54B6E-BB06-431D-BDE5-C54F95915280}" srcOrd="0" destOrd="0" parTransId="{5DEF3FB4-D893-4977-96B4-110751B646A5}" sibTransId="{CE24F0B3-FC34-45CE-A586-18F71E8D24C5}"/>
    <dgm:cxn modelId="{4E6DC6FB-97DF-418A-8B5D-B20A1F3692DF}" type="presOf" srcId="{80D7533F-7F78-4DA0-B56E-FD3747ACE5DC}" destId="{C022D132-91E5-4061-B27B-3A2E7E50B812}" srcOrd="1" destOrd="0" presId="urn:microsoft.com/office/officeart/2005/8/layout/cycle7"/>
    <dgm:cxn modelId="{47D08B73-1BD2-41A6-A085-EE5BC0671D6A}" type="presOf" srcId="{07A022FE-B374-4651-9ACB-917FCEF21817}" destId="{7176759C-8AA2-4BE9-81F7-079061FBBDAE}" srcOrd="1" destOrd="0" presId="urn:microsoft.com/office/officeart/2005/8/layout/cycle7"/>
    <dgm:cxn modelId="{5F987EFA-B2D5-47DE-B770-808F81521DB4}" type="presOf" srcId="{CE24F0B3-FC34-45CE-A586-18F71E8D24C5}" destId="{BE9856A9-2528-43EE-ADDD-DA26616AD87E}" srcOrd="0" destOrd="0" presId="urn:microsoft.com/office/officeart/2005/8/layout/cycle7"/>
    <dgm:cxn modelId="{032BD6B5-F332-44DC-8D66-9A58EAB05D4F}" type="presParOf" srcId="{8B8A5071-336E-410F-8F77-EF48AEE9DEA6}" destId="{3EB4579E-FB82-426D-8175-54595A4F586F}" srcOrd="0" destOrd="0" presId="urn:microsoft.com/office/officeart/2005/8/layout/cycle7"/>
    <dgm:cxn modelId="{575A9CC7-D82E-4DFD-A509-A988C8561509}" type="presParOf" srcId="{8B8A5071-336E-410F-8F77-EF48AEE9DEA6}" destId="{BE9856A9-2528-43EE-ADDD-DA26616AD87E}" srcOrd="1" destOrd="0" presId="urn:microsoft.com/office/officeart/2005/8/layout/cycle7"/>
    <dgm:cxn modelId="{8C7C2CD3-0058-49A0-8E53-5C347E56BD19}" type="presParOf" srcId="{BE9856A9-2528-43EE-ADDD-DA26616AD87E}" destId="{CAD3AB66-F61D-434B-9E97-3E218A273BEB}" srcOrd="0" destOrd="0" presId="urn:microsoft.com/office/officeart/2005/8/layout/cycle7"/>
    <dgm:cxn modelId="{66A39C7D-CBBC-4A5D-9253-FBAD438DA2EC}" type="presParOf" srcId="{8B8A5071-336E-410F-8F77-EF48AEE9DEA6}" destId="{89631A07-97BF-48BF-8680-13F314A94E61}" srcOrd="2" destOrd="0" presId="urn:microsoft.com/office/officeart/2005/8/layout/cycle7"/>
    <dgm:cxn modelId="{0F65A02A-F55B-4B37-826A-5261C359613B}" type="presParOf" srcId="{8B8A5071-336E-410F-8F77-EF48AEE9DEA6}" destId="{D7C79C3D-B804-4721-85A2-A632EAE7C2F8}" srcOrd="3" destOrd="0" presId="urn:microsoft.com/office/officeart/2005/8/layout/cycle7"/>
    <dgm:cxn modelId="{85BD3FCD-DB61-474C-A348-F9D27DE713D6}" type="presParOf" srcId="{D7C79C3D-B804-4721-85A2-A632EAE7C2F8}" destId="{C022D132-91E5-4061-B27B-3A2E7E50B812}" srcOrd="0" destOrd="0" presId="urn:microsoft.com/office/officeart/2005/8/layout/cycle7"/>
    <dgm:cxn modelId="{79243963-6DD7-4EAF-AB3F-B250B4E80FB4}" type="presParOf" srcId="{8B8A5071-336E-410F-8F77-EF48AEE9DEA6}" destId="{844A640F-55BC-48AB-B7DC-3A9579E01756}" srcOrd="4" destOrd="0" presId="urn:microsoft.com/office/officeart/2005/8/layout/cycle7"/>
    <dgm:cxn modelId="{BB6713FB-E2EE-4A40-9EB2-6BED13D5A6F9}" type="presParOf" srcId="{8B8A5071-336E-410F-8F77-EF48AEE9DEA6}" destId="{C7D0301C-5377-4D76-BE53-2624151E8961}" srcOrd="5" destOrd="0" presId="urn:microsoft.com/office/officeart/2005/8/layout/cycle7"/>
    <dgm:cxn modelId="{6AF21F46-7BF2-4325-944A-D2750A0C0E8E}" type="presParOf" srcId="{C7D0301C-5377-4D76-BE53-2624151E8961}" destId="{7176759C-8AA2-4BE9-81F7-079061FBBDAE}" srcOrd="0" destOrd="0" presId="urn:microsoft.com/office/officeart/2005/8/layout/cycle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DC7E65-F885-4361-A3EA-C40E83FE904C}">
      <dsp:nvSpPr>
        <dsp:cNvPr id="0" name=""/>
        <dsp:cNvSpPr/>
      </dsp:nvSpPr>
      <dsp:spPr>
        <a:xfrm>
          <a:off x="1352302" y="0"/>
          <a:ext cx="1582918" cy="879399"/>
        </a:xfrm>
        <a:prstGeom prst="roundRect">
          <a:avLst>
            <a:gd name="adj" fmla="val 10000"/>
          </a:avLst>
        </a:prstGeom>
        <a:solidFill>
          <a:schemeClr val="accent2">
            <a:lumMod val="40000"/>
            <a:lumOff val="6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r>
            <a:rPr lang="en-US" sz="2200" kern="1200" dirty="0" smtClean="0"/>
            <a:t>Manual</a:t>
          </a:r>
          <a:endParaRPr lang="en-US" sz="2200" kern="1200" dirty="0"/>
        </a:p>
      </dsp:txBody>
      <dsp:txXfrm>
        <a:off x="1378059" y="25757"/>
        <a:ext cx="1531404" cy="827885"/>
      </dsp:txXfrm>
    </dsp:sp>
    <dsp:sp modelId="{AD46D913-770A-452E-A070-D00AE0021826}">
      <dsp:nvSpPr>
        <dsp:cNvPr id="0" name=""/>
        <dsp:cNvSpPr/>
      </dsp:nvSpPr>
      <dsp:spPr>
        <a:xfrm>
          <a:off x="3638740" y="0"/>
          <a:ext cx="1582918" cy="879399"/>
        </a:xfrm>
        <a:prstGeom prst="roundRect">
          <a:avLst>
            <a:gd name="adj" fmla="val 10000"/>
          </a:avLst>
        </a:prstGeom>
        <a:solidFill>
          <a:schemeClr val="accent2">
            <a:lumMod val="40000"/>
            <a:lumOff val="6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r>
            <a:rPr lang="en-US" sz="2200" kern="1200" dirty="0" smtClean="0"/>
            <a:t>Automatic</a:t>
          </a:r>
          <a:endParaRPr lang="en-US" sz="2200" kern="1200" dirty="0"/>
        </a:p>
      </dsp:txBody>
      <dsp:txXfrm>
        <a:off x="3664497" y="25757"/>
        <a:ext cx="1531404" cy="827885"/>
      </dsp:txXfrm>
    </dsp:sp>
    <dsp:sp modelId="{8DBA043E-3888-4BA9-9C7B-04AE4F904001}">
      <dsp:nvSpPr>
        <dsp:cNvPr id="0" name=""/>
        <dsp:cNvSpPr/>
      </dsp:nvSpPr>
      <dsp:spPr>
        <a:xfrm>
          <a:off x="2957206" y="3737447"/>
          <a:ext cx="659549" cy="659549"/>
        </a:xfrm>
        <a:prstGeom prst="triangle">
          <a:avLst/>
        </a:prstGeom>
        <a:solidFill>
          <a:schemeClr val="accent2">
            <a:lumMod val="40000"/>
            <a:lumOff val="6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056819A-0634-4F94-B764-A9E5209B86F4}">
      <dsp:nvSpPr>
        <dsp:cNvPr id="0" name=""/>
        <dsp:cNvSpPr/>
      </dsp:nvSpPr>
      <dsp:spPr>
        <a:xfrm>
          <a:off x="1308332" y="3461316"/>
          <a:ext cx="3957297" cy="267337"/>
        </a:xfrm>
        <a:prstGeom prst="rect">
          <a:avLst/>
        </a:prstGeom>
        <a:solidFill>
          <a:schemeClr val="accent2">
            <a:lumMod val="40000"/>
            <a:lumOff val="6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8BBEEE6-D2AB-4C48-A42F-CFF89E07E261}">
      <dsp:nvSpPr>
        <dsp:cNvPr id="0" name=""/>
        <dsp:cNvSpPr/>
      </dsp:nvSpPr>
      <dsp:spPr>
        <a:xfrm>
          <a:off x="3638740" y="2887947"/>
          <a:ext cx="1582918" cy="541710"/>
        </a:xfrm>
        <a:prstGeom prst="roundRect">
          <a:avLst/>
        </a:prstGeom>
        <a:solidFill>
          <a:srgbClr val="F26D2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a:t>C#</a:t>
          </a:r>
        </a:p>
      </dsp:txBody>
      <dsp:txXfrm>
        <a:off x="3665184" y="2914391"/>
        <a:ext cx="1530030" cy="488822"/>
      </dsp:txXfrm>
    </dsp:sp>
    <dsp:sp modelId="{62115054-2980-4B91-B53B-9A8D56F7FAE8}">
      <dsp:nvSpPr>
        <dsp:cNvPr id="0" name=""/>
        <dsp:cNvSpPr/>
      </dsp:nvSpPr>
      <dsp:spPr>
        <a:xfrm>
          <a:off x="3638740" y="2304026"/>
          <a:ext cx="1582918" cy="541710"/>
        </a:xfrm>
        <a:prstGeom prst="roundRect">
          <a:avLst/>
        </a:prstGeom>
        <a:solidFill>
          <a:srgbClr val="F26D2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a:t>Python</a:t>
          </a:r>
        </a:p>
      </dsp:txBody>
      <dsp:txXfrm>
        <a:off x="3665184" y="2330470"/>
        <a:ext cx="1530030" cy="488822"/>
      </dsp:txXfrm>
    </dsp:sp>
    <dsp:sp modelId="{DB68739B-8D27-4CA7-9DBC-57F98F166318}">
      <dsp:nvSpPr>
        <dsp:cNvPr id="0" name=""/>
        <dsp:cNvSpPr/>
      </dsp:nvSpPr>
      <dsp:spPr>
        <a:xfrm>
          <a:off x="3638740" y="1720105"/>
          <a:ext cx="1582918" cy="541710"/>
        </a:xfrm>
        <a:prstGeom prst="roundRect">
          <a:avLst/>
        </a:prstGeom>
        <a:solidFill>
          <a:srgbClr val="F26D2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a:t>Java</a:t>
          </a:r>
        </a:p>
      </dsp:txBody>
      <dsp:txXfrm>
        <a:off x="3665184" y="1746549"/>
        <a:ext cx="1530030" cy="488822"/>
      </dsp:txXfrm>
    </dsp:sp>
    <dsp:sp modelId="{F5C2FE6A-D23A-47C2-AB57-D5157CE2E9F1}">
      <dsp:nvSpPr>
        <dsp:cNvPr id="0" name=""/>
        <dsp:cNvSpPr/>
      </dsp:nvSpPr>
      <dsp:spPr>
        <a:xfrm>
          <a:off x="3638740" y="1125631"/>
          <a:ext cx="1582918" cy="541710"/>
        </a:xfrm>
        <a:prstGeom prst="roundRect">
          <a:avLst/>
        </a:prstGeom>
        <a:solidFill>
          <a:srgbClr val="F26D2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a:t>JavaScript</a:t>
          </a:r>
        </a:p>
      </dsp:txBody>
      <dsp:txXfrm>
        <a:off x="3665184" y="1152075"/>
        <a:ext cx="1530030" cy="488822"/>
      </dsp:txXfrm>
    </dsp:sp>
    <dsp:sp modelId="{813BE02A-9DE2-491C-9EF1-7EB4308829F8}">
      <dsp:nvSpPr>
        <dsp:cNvPr id="0" name=""/>
        <dsp:cNvSpPr/>
      </dsp:nvSpPr>
      <dsp:spPr>
        <a:xfrm>
          <a:off x="1352302" y="2887947"/>
          <a:ext cx="1582918" cy="541710"/>
        </a:xfrm>
        <a:prstGeom prst="roundRect">
          <a:avLst/>
        </a:prstGeom>
        <a:solidFill>
          <a:srgbClr val="F26D2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a:t>C++</a:t>
          </a:r>
        </a:p>
      </dsp:txBody>
      <dsp:txXfrm>
        <a:off x="1378746" y="2914391"/>
        <a:ext cx="1530030" cy="488822"/>
      </dsp:txXfrm>
    </dsp:sp>
    <dsp:sp modelId="{BCB90E08-917A-41F7-9181-C14FC3DE68BF}">
      <dsp:nvSpPr>
        <dsp:cNvPr id="0" name=""/>
        <dsp:cNvSpPr/>
      </dsp:nvSpPr>
      <dsp:spPr>
        <a:xfrm>
          <a:off x="1352302" y="2304026"/>
          <a:ext cx="1582918" cy="541710"/>
        </a:xfrm>
        <a:prstGeom prst="roundRect">
          <a:avLst/>
        </a:prstGeom>
        <a:solidFill>
          <a:srgbClr val="F26D2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a:t>C</a:t>
          </a:r>
        </a:p>
      </dsp:txBody>
      <dsp:txXfrm>
        <a:off x="1378746" y="2330470"/>
        <a:ext cx="1530030" cy="488822"/>
      </dsp:txXfrm>
    </dsp:sp>
    <dsp:sp modelId="{52D1748F-663B-4EFB-801D-F2E13491EF05}">
      <dsp:nvSpPr>
        <dsp:cNvPr id="0" name=""/>
        <dsp:cNvSpPr/>
      </dsp:nvSpPr>
      <dsp:spPr>
        <a:xfrm>
          <a:off x="1352302" y="1720105"/>
          <a:ext cx="1582918" cy="541710"/>
        </a:xfrm>
        <a:prstGeom prst="roundRect">
          <a:avLst/>
        </a:prstGeom>
        <a:solidFill>
          <a:srgbClr val="F26D2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a:t>Pascal</a:t>
          </a:r>
        </a:p>
      </dsp:txBody>
      <dsp:txXfrm>
        <a:off x="1378746" y="1746549"/>
        <a:ext cx="1530030" cy="488822"/>
      </dsp:txXfrm>
    </dsp:sp>
    <dsp:sp modelId="{5DFF02F3-5C01-4E64-BEA7-DC7AFFB80B67}">
      <dsp:nvSpPr>
        <dsp:cNvPr id="0" name=""/>
        <dsp:cNvSpPr/>
      </dsp:nvSpPr>
      <dsp:spPr>
        <a:xfrm>
          <a:off x="1352302" y="1125631"/>
          <a:ext cx="1582918" cy="541710"/>
        </a:xfrm>
        <a:prstGeom prst="roundRect">
          <a:avLst/>
        </a:prstGeom>
        <a:solidFill>
          <a:srgbClr val="F26D2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a:t>Assembler</a:t>
          </a:r>
        </a:p>
      </dsp:txBody>
      <dsp:txXfrm>
        <a:off x="1378746" y="1152075"/>
        <a:ext cx="1530030" cy="4888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B4579E-FB82-426D-8175-54595A4F586F}">
      <dsp:nvSpPr>
        <dsp:cNvPr id="0" name=""/>
        <dsp:cNvSpPr/>
      </dsp:nvSpPr>
      <dsp:spPr>
        <a:xfrm>
          <a:off x="2074466" y="277512"/>
          <a:ext cx="6141487" cy="1403986"/>
        </a:xfrm>
        <a:prstGeom prst="roundRect">
          <a:avLst>
            <a:gd name="adj" fmla="val 10000"/>
          </a:avLst>
        </a:prstGeom>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ln w="6350" cap="flat" cmpd="sng" algn="ctr">
          <a:solidFill>
            <a:schemeClr val="accent6"/>
          </a:solidFill>
          <a:prstDash val="solid"/>
          <a:miter lim="800000"/>
        </a:ln>
        <a:effectLst/>
      </dsp:spPr>
      <dsp:style>
        <a:lnRef idx="1">
          <a:schemeClr val="accent6"/>
        </a:lnRef>
        <a:fillRef idx="2">
          <a:schemeClr val="accent6"/>
        </a:fillRef>
        <a:effectRef idx="1">
          <a:schemeClr val="accent6"/>
        </a:effectRef>
        <a:fontRef idx="minor">
          <a:schemeClr val="dk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en-US" sz="3400" b="1" i="0" kern="1200" dirty="0" smtClean="0"/>
            <a:t>Garbage collection algorithms</a:t>
          </a:r>
          <a:endParaRPr lang="ru-RU" sz="3400" b="1" kern="1200" dirty="0"/>
        </a:p>
      </dsp:txBody>
      <dsp:txXfrm>
        <a:off x="2115587" y="318633"/>
        <a:ext cx="6059245" cy="1321744"/>
      </dsp:txXfrm>
    </dsp:sp>
    <dsp:sp modelId="{BE9856A9-2528-43EE-ADDD-DA26616AD87E}">
      <dsp:nvSpPr>
        <dsp:cNvPr id="0" name=""/>
        <dsp:cNvSpPr/>
      </dsp:nvSpPr>
      <dsp:spPr>
        <a:xfrm rot="3248089">
          <a:off x="5664059" y="2102237"/>
          <a:ext cx="1069831" cy="491395"/>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ru-RU" sz="1800" kern="1200"/>
        </a:p>
      </dsp:txBody>
      <dsp:txXfrm>
        <a:off x="5811478" y="2200516"/>
        <a:ext cx="774994" cy="294837"/>
      </dsp:txXfrm>
    </dsp:sp>
    <dsp:sp modelId="{89631A07-97BF-48BF-8680-13F314A94E61}">
      <dsp:nvSpPr>
        <dsp:cNvPr id="0" name=""/>
        <dsp:cNvSpPr/>
      </dsp:nvSpPr>
      <dsp:spPr>
        <a:xfrm>
          <a:off x="5632037" y="3041662"/>
          <a:ext cx="3960000" cy="2699993"/>
        </a:xfrm>
        <a:prstGeom prst="roundRect">
          <a:avLst>
            <a:gd name="adj" fmla="val 10000"/>
          </a:avLst>
        </a:prstGeom>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ln w="6350" cap="flat" cmpd="sng" algn="ctr">
          <a:solidFill>
            <a:schemeClr val="accent6"/>
          </a:solidFill>
          <a:prstDash val="solid"/>
          <a:miter lim="800000"/>
        </a:ln>
        <a:effectLst/>
      </dsp:spPr>
      <dsp:style>
        <a:lnRef idx="1">
          <a:schemeClr val="accent6"/>
        </a:lnRef>
        <a:fillRef idx="2">
          <a:schemeClr val="accent6"/>
        </a:fillRef>
        <a:effectRef idx="1">
          <a:schemeClr val="accent6"/>
        </a:effectRef>
        <a:fontRef idx="minor">
          <a:schemeClr val="dk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en-US" sz="3400" b="0" i="0" kern="1200" dirty="0" smtClean="0"/>
            <a:t>Mark-and-sweep algorithm</a:t>
          </a:r>
          <a:endParaRPr lang="ru-RU" sz="3400" b="0" kern="1200" dirty="0"/>
        </a:p>
      </dsp:txBody>
      <dsp:txXfrm>
        <a:off x="5711117" y="3120742"/>
        <a:ext cx="3801840" cy="2541833"/>
      </dsp:txXfrm>
    </dsp:sp>
    <dsp:sp modelId="{D7C79C3D-B804-4721-85A2-A632EAE7C2F8}">
      <dsp:nvSpPr>
        <dsp:cNvPr id="0" name=""/>
        <dsp:cNvSpPr/>
      </dsp:nvSpPr>
      <dsp:spPr>
        <a:xfrm rot="10800000" flipH="1" flipV="1">
          <a:off x="4331381" y="4040021"/>
          <a:ext cx="230231" cy="75006"/>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222250">
            <a:lnSpc>
              <a:spcPct val="90000"/>
            </a:lnSpc>
            <a:spcBef>
              <a:spcPct val="0"/>
            </a:spcBef>
            <a:spcAft>
              <a:spcPct val="35000"/>
            </a:spcAft>
          </a:pPr>
          <a:endParaRPr lang="ru-RU" sz="500" kern="1200"/>
        </a:p>
      </dsp:txBody>
      <dsp:txXfrm rot="10800000">
        <a:off x="4353883" y="4055022"/>
        <a:ext cx="185227" cy="45004"/>
      </dsp:txXfrm>
    </dsp:sp>
    <dsp:sp modelId="{844A640F-55BC-48AB-B7DC-3A9579E01756}">
      <dsp:nvSpPr>
        <dsp:cNvPr id="0" name=""/>
        <dsp:cNvSpPr/>
      </dsp:nvSpPr>
      <dsp:spPr>
        <a:xfrm>
          <a:off x="998624" y="3041662"/>
          <a:ext cx="3960000" cy="2699993"/>
        </a:xfrm>
        <a:prstGeom prst="roundRect">
          <a:avLst>
            <a:gd name="adj" fmla="val 10000"/>
          </a:avLst>
        </a:prstGeom>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ln w="6350" cap="flat" cmpd="sng" algn="ctr">
          <a:solidFill>
            <a:schemeClr val="accent6"/>
          </a:solidFill>
          <a:prstDash val="solid"/>
          <a:miter lim="800000"/>
        </a:ln>
        <a:effectLst/>
      </dsp:spPr>
      <dsp:style>
        <a:lnRef idx="1">
          <a:schemeClr val="accent6"/>
        </a:lnRef>
        <a:fillRef idx="2">
          <a:schemeClr val="accent6"/>
        </a:fillRef>
        <a:effectRef idx="1">
          <a:schemeClr val="accent6"/>
        </a:effectRef>
        <a:fontRef idx="minor">
          <a:schemeClr val="dk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en-US" sz="3400" b="0" i="0" kern="1200" dirty="0" smtClean="0"/>
            <a:t>Reference-counting</a:t>
          </a:r>
          <a:endParaRPr lang="ru-RU" sz="3400" kern="1200" dirty="0"/>
        </a:p>
      </dsp:txBody>
      <dsp:txXfrm>
        <a:off x="1077704" y="3120742"/>
        <a:ext cx="3801840" cy="2541833"/>
      </dsp:txXfrm>
    </dsp:sp>
    <dsp:sp modelId="{C7D0301C-5377-4D76-BE53-2624151E8961}">
      <dsp:nvSpPr>
        <dsp:cNvPr id="0" name=""/>
        <dsp:cNvSpPr/>
      </dsp:nvSpPr>
      <dsp:spPr>
        <a:xfrm rot="18144838">
          <a:off x="2794679" y="2088586"/>
          <a:ext cx="1199024" cy="491395"/>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ru-RU" sz="1800" kern="1200"/>
        </a:p>
      </dsp:txBody>
      <dsp:txXfrm>
        <a:off x="2942098" y="2186865"/>
        <a:ext cx="904187" cy="294837"/>
      </dsp:txXfrm>
    </dsp:sp>
  </dsp:spTree>
</dsp:drawing>
</file>

<file path=ppt/diagrams/layout1.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2.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E746818D-8EB4-40E0-B412-1AB8722040CC}" type="datetimeFigureOut">
              <a:rPr lang="en-GB"/>
              <a:pPr>
                <a:defRPr/>
              </a:pPr>
              <a:t>21/09/2020</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A7524555-7A4A-402C-AA8C-9E148724DB57}" type="slidenum">
              <a:rPr lang="en-GB"/>
              <a:pPr>
                <a:defRPr/>
              </a:pPr>
              <a:t>‹#›</a:t>
            </a:fld>
            <a:endParaRPr lang="en-GB"/>
          </a:p>
        </p:txBody>
      </p:sp>
    </p:spTree>
    <p:extLst>
      <p:ext uri="{BB962C8B-B14F-4D97-AF65-F5344CB8AC3E}">
        <p14:creationId xmlns:p14="http://schemas.microsoft.com/office/powerpoint/2010/main" val="66559136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5"/>
          </p:nvPr>
        </p:nvSpPr>
        <p:spPr/>
        <p:txBody>
          <a:bodyPr/>
          <a:lstStyle/>
          <a:p>
            <a:pPr>
              <a:defRPr/>
            </a:pPr>
            <a:fld id="{A7524555-7A4A-402C-AA8C-9E148724DB57}" type="slidenum">
              <a:rPr lang="en-GB" smtClean="0"/>
              <a:pPr>
                <a:defRPr/>
              </a:pPr>
              <a:t>1</a:t>
            </a:fld>
            <a:endParaRPr lang="en-GB"/>
          </a:p>
        </p:txBody>
      </p:sp>
    </p:spTree>
    <p:extLst>
      <p:ext uri="{BB962C8B-B14F-4D97-AF65-F5344CB8AC3E}">
        <p14:creationId xmlns:p14="http://schemas.microsoft.com/office/powerpoint/2010/main" val="31093045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SLIDE-GRADIENT-1">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20"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8" name="Picture 7">
            <a:extLst>
              <a:ext uri="{FF2B5EF4-FFF2-40B4-BE49-F238E27FC236}">
                <a16:creationId xmlns:a16="http://schemas.microsoft.com/office/drawing/2014/main" xmlns="" id="{1CF45043-0DF6-7844-A454-194D648F98F1}"/>
              </a:ext>
            </a:extLst>
          </p:cNvPr>
          <p:cNvPicPr>
            <a:picLocks noChangeAspect="1"/>
          </p:cNvPicPr>
          <p:nvPr userDrawn="1"/>
        </p:nvPicPr>
        <p:blipFill>
          <a:blip r:embed="rId2"/>
          <a:stretch>
            <a:fillRect/>
          </a:stretch>
        </p:blipFill>
        <p:spPr>
          <a:xfrm>
            <a:off x="9959145" y="5906728"/>
            <a:ext cx="1547055" cy="265471"/>
          </a:xfrm>
          <a:prstGeom prst="rect">
            <a:avLst/>
          </a:prstGeom>
        </p:spPr>
      </p:pic>
      <p:sp>
        <p:nvSpPr>
          <p:cNvPr id="10" name="Title 8">
            <a:extLst>
              <a:ext uri="{FF2B5EF4-FFF2-40B4-BE49-F238E27FC236}">
                <a16:creationId xmlns:a16="http://schemas.microsoft.com/office/drawing/2014/main" xmlns="" id="{353C5CCE-34CF-4745-B8D7-AF744DB56245}"/>
              </a:ext>
            </a:extLst>
          </p:cNvPr>
          <p:cNvSpPr>
            <a:spLocks noGrp="1"/>
          </p:cNvSpPr>
          <p:nvPr>
            <p:ph type="title" hasCustomPrompt="1"/>
          </p:nvPr>
        </p:nvSpPr>
        <p:spPr>
          <a:xfrm>
            <a:off x="-208308" y="174928"/>
            <a:ext cx="12390783" cy="6683071"/>
          </a:xfrm>
          <a:prstGeom prst="rect">
            <a:avLst/>
          </a:prstGeom>
        </p:spPr>
        <p:txBody>
          <a:bodyPr anchor="t">
            <a:noAutofit/>
          </a:bodyPr>
          <a:lstStyle>
            <a:lvl1pPr>
              <a:lnSpc>
                <a:spcPts val="11000"/>
              </a:lnSpc>
              <a:defRPr sz="15000">
                <a:latin typeface="Proxima Nova Black" panose="02000506030000020004" pitchFamily="50" charset="0"/>
              </a:defRPr>
            </a:lvl1pPr>
          </a:lstStyle>
          <a:p>
            <a:r>
              <a:rPr lang="en-US"/>
              <a:t>TITLE</a:t>
            </a:r>
            <a:r>
              <a:rPr lang="uk-UA"/>
              <a:t/>
            </a:r>
            <a:br>
              <a:rPr lang="uk-UA"/>
            </a:br>
            <a:r>
              <a:rPr lang="en-US"/>
              <a:t>TO</a:t>
            </a:r>
            <a:r>
              <a:rPr lang="uk-UA"/>
              <a:t> </a:t>
            </a:r>
            <a:r>
              <a:rPr lang="en-US"/>
              <a:t>BE</a:t>
            </a:r>
            <a:r>
              <a:rPr lang="uk-UA"/>
              <a:t> </a:t>
            </a:r>
            <a:r>
              <a:rPr lang="en-US"/>
              <a:t>CAPI</a:t>
            </a:r>
            <a:r>
              <a:rPr lang="uk-UA"/>
              <a:t/>
            </a:r>
            <a:br>
              <a:rPr lang="uk-UA"/>
            </a:br>
            <a:r>
              <a:rPr lang="en-US"/>
              <a:t>TALIZED</a:t>
            </a:r>
          </a:p>
        </p:txBody>
      </p:sp>
    </p:spTree>
    <p:extLst>
      <p:ext uri="{BB962C8B-B14F-4D97-AF65-F5344CB8AC3E}">
        <p14:creationId xmlns:p14="http://schemas.microsoft.com/office/powerpoint/2010/main" val="81653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SLIDE-GRADIENT-2">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85801" y="685799"/>
            <a:ext cx="10820400" cy="4800601"/>
          </a:xfrm>
          <a:prstGeom prst="rect">
            <a:avLst/>
          </a:prstGeom>
        </p:spPr>
        <p:txBody>
          <a:bodyPr lIns="0" anchor="t">
            <a:noAutofit/>
          </a:bodyPr>
          <a:lstStyle>
            <a:lvl1pPr>
              <a:lnSpc>
                <a:spcPts val="11000"/>
              </a:lnSpc>
              <a:defRPr sz="12500">
                <a:solidFill>
                  <a:schemeClr val="tx1"/>
                </a:solidFill>
                <a:latin typeface="Proxima Nova Black" panose="02000506030000020004" pitchFamily="50" charset="0"/>
              </a:defRPr>
            </a:lvl1pPr>
          </a:lstStyle>
          <a:p>
            <a:r>
              <a:rPr lang="en-US"/>
              <a:t>TITLE TO BE CAPITALIZED</a:t>
            </a:r>
          </a:p>
        </p:txBody>
      </p:sp>
      <p:sp>
        <p:nvSpPr>
          <p:cNvPr id="4"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7" name="Picture 6">
            <a:extLst>
              <a:ext uri="{FF2B5EF4-FFF2-40B4-BE49-F238E27FC236}">
                <a16:creationId xmlns:a16="http://schemas.microsoft.com/office/drawing/2014/main" xmlns="" id="{19906801-963A-2748-A48D-2607EEFEA3B7}"/>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361792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EXT-ONE-COLUMN-DAR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9CC0A6A9-FB31-4A19-A170-D23A18C938E0}"/>
              </a:ext>
            </a:extLst>
          </p:cNvPr>
          <p:cNvSpPr/>
          <p:nvPr userDrawn="1"/>
        </p:nvSpPr>
        <p:spPr>
          <a:xfrm>
            <a:off x="0" y="0"/>
            <a:ext cx="12192000" cy="6858000"/>
          </a:xfrm>
          <a:prstGeom prst="rect">
            <a:avLst/>
          </a:prstGeom>
          <a:gradFill flip="none" rotWithShape="1">
            <a:gsLst>
              <a:gs pos="0">
                <a:schemeClr val="accent6"/>
              </a:gs>
              <a:gs pos="30000">
                <a:schemeClr val="accent6"/>
              </a:gs>
              <a:gs pos="100000">
                <a:schemeClr val="accent4"/>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3" name="Rectangle 2"/>
          <p:cNvSpPr/>
          <p:nvPr userDrawn="1"/>
        </p:nvSpPr>
        <p:spPr>
          <a:xfrm>
            <a:off x="0" y="1744980"/>
            <a:ext cx="12192000" cy="51130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solidFill>
                  <a:schemeClr val="bg1"/>
                </a:solidFill>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solidFill>
                  <a:schemeClr val="bg1"/>
                </a:solidFill>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solidFill>
                  <a:schemeClr val="bg1"/>
                </a:solidFill>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solidFill>
                  <a:schemeClr val="bg1"/>
                </a:solidFill>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61750" y="5906728"/>
            <a:ext cx="1541845" cy="265471"/>
          </a:xfrm>
          <a:prstGeom prst="rect">
            <a:avLst/>
          </a:prstGeom>
        </p:spPr>
      </p:pic>
    </p:spTree>
    <p:extLst>
      <p:ext uri="{BB962C8B-B14F-4D97-AF65-F5344CB8AC3E}">
        <p14:creationId xmlns:p14="http://schemas.microsoft.com/office/powerpoint/2010/main" val="103784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FOR ICONS">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151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R ICO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55045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ACKGROUND_GRADIENT">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xmlns="" id="{21C47469-3B03-E44C-89B5-F697BC2200BB}"/>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4132872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TWO-COLUMNS-GRADIENT">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5174998"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6330696" y="2057400"/>
            <a:ext cx="5175504"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7914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THREE-COLUMNS-GRADIENT">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4363212" y="2057400"/>
            <a:ext cx="3465576"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5" name="Text Placeholder 6"/>
          <p:cNvSpPr>
            <a:spLocks noGrp="1"/>
          </p:cNvSpPr>
          <p:nvPr>
            <p:ph type="body" sz="quarter" idx="12" hasCustomPrompt="1"/>
          </p:nvPr>
        </p:nvSpPr>
        <p:spPr>
          <a:xfrm>
            <a:off x="80391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743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DESCRIPTION-SIDETEXT-GRADIENT">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82486"/>
            <a:ext cx="7124700" cy="4103914"/>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a:t>
            </a:r>
            <a:r>
              <a:rPr lang="uk-UA"/>
              <a:t/>
            </a:r>
            <a:br>
              <a:rPr lang="uk-UA"/>
            </a:br>
            <a:r>
              <a:rPr lang="en-US"/>
              <a:t>BE CAPITA</a:t>
            </a:r>
            <a:r>
              <a:rPr lang="uk-UA"/>
              <a:t/>
            </a:r>
            <a:br>
              <a:rPr lang="uk-UA"/>
            </a:br>
            <a:r>
              <a:rPr lang="en-US"/>
              <a:t>LIZED</a:t>
            </a:r>
          </a:p>
        </p:txBody>
      </p:sp>
      <p:sp>
        <p:nvSpPr>
          <p:cNvPr id="8" name="Text Placeholder 6"/>
          <p:cNvSpPr>
            <a:spLocks noGrp="1"/>
          </p:cNvSpPr>
          <p:nvPr>
            <p:ph type="body" sz="quarter" idx="13" hasCustomPrompt="1"/>
          </p:nvPr>
        </p:nvSpPr>
        <p:spPr>
          <a:xfrm>
            <a:off x="685800" y="3429001"/>
            <a:ext cx="3467100" cy="2057400"/>
          </a:xfrm>
          <a:prstGeom prst="rect">
            <a:avLst/>
          </a:prstGeom>
        </p:spPr>
        <p:txBody>
          <a:bodyPr lIns="0"/>
          <a:lstStyle>
            <a:lvl1pPr marL="0" indent="0">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Tree>
    <p:extLst>
      <p:ext uri="{BB962C8B-B14F-4D97-AF65-F5344CB8AC3E}">
        <p14:creationId xmlns:p14="http://schemas.microsoft.com/office/powerpoint/2010/main" val="3179948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HOTO-LEFT-GRADIEN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6210300" y="2743200"/>
            <a:ext cx="5295900" cy="27432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210300" y="1371601"/>
            <a:ext cx="5295900" cy="1371600"/>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 BE CAPITALIZED</a:t>
            </a:r>
          </a:p>
        </p:txBody>
      </p:sp>
      <p:sp>
        <p:nvSpPr>
          <p:cNvPr id="4" name="Picture Placeholder 3"/>
          <p:cNvSpPr>
            <a:spLocks noGrp="1"/>
          </p:cNvSpPr>
          <p:nvPr>
            <p:ph type="pic" sz="quarter" idx="13"/>
          </p:nvPr>
        </p:nvSpPr>
        <p:spPr>
          <a:xfrm>
            <a:off x="0" y="0"/>
            <a:ext cx="5295900" cy="6858000"/>
          </a:xfrm>
          <a:prstGeom prst="rect">
            <a:avLst/>
          </a:prstGeom>
        </p:spPr>
        <p:txBody>
          <a:bodyPr/>
          <a:lstStyle/>
          <a:p>
            <a:r>
              <a:rPr lang="en-US"/>
              <a:t>Click icon to add picture</a:t>
            </a:r>
          </a:p>
        </p:txBody>
      </p:sp>
    </p:spTree>
    <p:extLst>
      <p:ext uri="{BB962C8B-B14F-4D97-AF65-F5344CB8AC3E}">
        <p14:creationId xmlns:p14="http://schemas.microsoft.com/office/powerpoint/2010/main" val="349239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SIDETEXT-PROCESS-GRADIENT">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20" name="Text Placeholder 6"/>
          <p:cNvSpPr>
            <a:spLocks noGrp="1"/>
          </p:cNvSpPr>
          <p:nvPr>
            <p:ph type="body" sz="quarter" idx="13" hasCustomPrompt="1"/>
          </p:nvPr>
        </p:nvSpPr>
        <p:spPr>
          <a:xfrm>
            <a:off x="6858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2" name="Text Placeholder 6"/>
          <p:cNvSpPr>
            <a:spLocks noGrp="1"/>
          </p:cNvSpPr>
          <p:nvPr>
            <p:ph type="body" sz="quarter" idx="14" hasCustomPrompt="1"/>
          </p:nvPr>
        </p:nvSpPr>
        <p:spPr>
          <a:xfrm>
            <a:off x="28956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3" name="Text Placeholder 6"/>
          <p:cNvSpPr>
            <a:spLocks noGrp="1"/>
          </p:cNvSpPr>
          <p:nvPr>
            <p:ph type="body" sz="quarter" idx="15" hasCustomPrompt="1"/>
          </p:nvPr>
        </p:nvSpPr>
        <p:spPr>
          <a:xfrm>
            <a:off x="5105400" y="2057401"/>
            <a:ext cx="1981200" cy="685800"/>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4" name="Text Placeholder 6"/>
          <p:cNvSpPr>
            <a:spLocks noGrp="1"/>
          </p:cNvSpPr>
          <p:nvPr>
            <p:ph type="body" sz="quarter" idx="16" hasCustomPrompt="1"/>
          </p:nvPr>
        </p:nvSpPr>
        <p:spPr>
          <a:xfrm>
            <a:off x="73152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5" name="Text Placeholder 6"/>
          <p:cNvSpPr>
            <a:spLocks noGrp="1"/>
          </p:cNvSpPr>
          <p:nvPr>
            <p:ph type="body" sz="quarter" idx="17" hasCustomPrompt="1"/>
          </p:nvPr>
        </p:nvSpPr>
        <p:spPr>
          <a:xfrm>
            <a:off x="9525000" y="2057401"/>
            <a:ext cx="1981200" cy="685800"/>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10" name="Title 1">
            <a:extLst>
              <a:ext uri="{FF2B5EF4-FFF2-40B4-BE49-F238E27FC236}">
                <a16:creationId xmlns:a16="http://schemas.microsoft.com/office/drawing/2014/main" xmlns="" id="{B4B68A2E-49F8-4BDA-BD1A-488169336555}"/>
              </a:ext>
            </a:extLst>
          </p:cNvPr>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Tree>
    <p:extLst>
      <p:ext uri="{BB962C8B-B14F-4D97-AF65-F5344CB8AC3E}">
        <p14:creationId xmlns:p14="http://schemas.microsoft.com/office/powerpoint/2010/main" val="29054921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ONE-COLUMN-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14" name="TextBox 13"/>
          <p:cNvSpPr txBox="1"/>
          <p:nvPr userDrawn="1"/>
        </p:nvSpPr>
        <p:spPr>
          <a:xfrm>
            <a:off x="9486900" y="236808"/>
            <a:ext cx="2121626" cy="261610"/>
          </a:xfrm>
          <a:prstGeom prst="rect">
            <a:avLst/>
          </a:prstGeom>
          <a:noFill/>
        </p:spPr>
        <p:txBody>
          <a:bodyPr wrap="square" rtlCol="0">
            <a:spAutoFit/>
          </a:bodyPr>
          <a:lstStyle/>
          <a:p>
            <a:pPr algn="r"/>
            <a:r>
              <a:rPr lang="en-US" sz="1100" b="0" i="0">
                <a:solidFill>
                  <a:prstClr val="black"/>
                </a:solidFill>
                <a:latin typeface="Open Sans Regular" panose="020B0606030504020204" pitchFamily="34" charset="0"/>
                <a:ea typeface="Open Sans Regular" panose="020B0606030504020204" pitchFamily="34" charset="0"/>
                <a:cs typeface="Open Sans Regular" panose="020B0606030504020204" pitchFamily="34" charset="0"/>
              </a:rPr>
              <a:t>SoftServe Confidential</a:t>
            </a:r>
          </a:p>
        </p:txBody>
      </p:sp>
    </p:spTree>
    <p:extLst>
      <p:ext uri="{BB962C8B-B14F-4D97-AF65-F5344CB8AC3E}">
        <p14:creationId xmlns:p14="http://schemas.microsoft.com/office/powerpoint/2010/main" val="6686721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SLIDE-GRADIENT-1">
    <p:bg>
      <p:bgPr>
        <a:gradFill flip="none" rotWithShape="1">
          <a:gsLst>
            <a:gs pos="0">
              <a:srgbClr val="8F2585"/>
            </a:gs>
            <a:gs pos="100000">
              <a:srgbClr val="F26D26"/>
            </a:gs>
          </a:gsLst>
          <a:lin ang="10800000" scaled="0"/>
          <a:tileRect/>
        </a:gradFill>
        <a:effectLst/>
      </p:bgPr>
    </p:bg>
    <p:spTree>
      <p:nvGrpSpPr>
        <p:cNvPr id="1" name=""/>
        <p:cNvGrpSpPr/>
        <p:nvPr/>
      </p:nvGrpSpPr>
      <p:grpSpPr>
        <a:xfrm>
          <a:off x="0" y="0"/>
          <a:ext cx="0" cy="0"/>
          <a:chOff x="0" y="0"/>
          <a:chExt cx="0" cy="0"/>
        </a:xfrm>
      </p:grpSpPr>
      <p:sp>
        <p:nvSpPr>
          <p:cNvPr id="20"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8" name="Picture 7">
            <a:extLst>
              <a:ext uri="{FF2B5EF4-FFF2-40B4-BE49-F238E27FC236}">
                <a16:creationId xmlns:a16="http://schemas.microsoft.com/office/drawing/2014/main" xmlns="" id="{1CF45043-0DF6-7844-A454-194D648F98F1}"/>
              </a:ext>
            </a:extLst>
          </p:cNvPr>
          <p:cNvPicPr>
            <a:picLocks noChangeAspect="1"/>
          </p:cNvPicPr>
          <p:nvPr userDrawn="1"/>
        </p:nvPicPr>
        <p:blipFill>
          <a:blip r:embed="rId2"/>
          <a:stretch>
            <a:fillRect/>
          </a:stretch>
        </p:blipFill>
        <p:spPr>
          <a:xfrm>
            <a:off x="9959145" y="5906728"/>
            <a:ext cx="1547055" cy="265471"/>
          </a:xfrm>
          <a:prstGeom prst="rect">
            <a:avLst/>
          </a:prstGeom>
        </p:spPr>
      </p:pic>
      <p:sp>
        <p:nvSpPr>
          <p:cNvPr id="10" name="Title 8">
            <a:extLst>
              <a:ext uri="{FF2B5EF4-FFF2-40B4-BE49-F238E27FC236}">
                <a16:creationId xmlns:a16="http://schemas.microsoft.com/office/drawing/2014/main" xmlns="" id="{353C5CCE-34CF-4745-B8D7-AF744DB56245}"/>
              </a:ext>
            </a:extLst>
          </p:cNvPr>
          <p:cNvSpPr>
            <a:spLocks noGrp="1"/>
          </p:cNvSpPr>
          <p:nvPr>
            <p:ph type="title" hasCustomPrompt="1"/>
          </p:nvPr>
        </p:nvSpPr>
        <p:spPr>
          <a:xfrm>
            <a:off x="-208308" y="174928"/>
            <a:ext cx="12390783" cy="6683071"/>
          </a:xfrm>
          <a:prstGeom prst="rect">
            <a:avLst/>
          </a:prstGeom>
        </p:spPr>
        <p:txBody>
          <a:bodyPr anchor="t">
            <a:noAutofit/>
          </a:bodyPr>
          <a:lstStyle>
            <a:lvl1pPr>
              <a:lnSpc>
                <a:spcPts val="11000"/>
              </a:lnSpc>
              <a:defRPr sz="15000">
                <a:latin typeface="Proxima Nova Black" panose="02000506030000020004" pitchFamily="50" charset="0"/>
              </a:defRPr>
            </a:lvl1pPr>
          </a:lstStyle>
          <a:p>
            <a:r>
              <a:rPr lang="en-US"/>
              <a:t>TITLE</a:t>
            </a:r>
            <a:r>
              <a:rPr lang="uk-UA"/>
              <a:t/>
            </a:r>
            <a:br>
              <a:rPr lang="uk-UA"/>
            </a:br>
            <a:r>
              <a:rPr lang="en-US"/>
              <a:t>TO</a:t>
            </a:r>
            <a:r>
              <a:rPr lang="uk-UA"/>
              <a:t> </a:t>
            </a:r>
            <a:r>
              <a:rPr lang="en-US"/>
              <a:t>BE</a:t>
            </a:r>
            <a:r>
              <a:rPr lang="uk-UA"/>
              <a:t> </a:t>
            </a:r>
            <a:r>
              <a:rPr lang="en-US"/>
              <a:t>CAPI</a:t>
            </a:r>
            <a:r>
              <a:rPr lang="uk-UA"/>
              <a:t/>
            </a:r>
            <a:br>
              <a:rPr lang="uk-UA"/>
            </a:br>
            <a:r>
              <a:rPr lang="en-US"/>
              <a:t>TALIZED</a:t>
            </a:r>
          </a:p>
        </p:txBody>
      </p:sp>
    </p:spTree>
    <p:extLst>
      <p:ext uri="{BB962C8B-B14F-4D97-AF65-F5344CB8AC3E}">
        <p14:creationId xmlns:p14="http://schemas.microsoft.com/office/powerpoint/2010/main" val="41998886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SLIDE-GRADIENT-2">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85801" y="685799"/>
            <a:ext cx="10820400" cy="4800601"/>
          </a:xfrm>
          <a:prstGeom prst="rect">
            <a:avLst/>
          </a:prstGeom>
        </p:spPr>
        <p:txBody>
          <a:bodyPr lIns="0" anchor="t">
            <a:noAutofit/>
          </a:bodyPr>
          <a:lstStyle>
            <a:lvl1pPr>
              <a:lnSpc>
                <a:spcPts val="11000"/>
              </a:lnSpc>
              <a:defRPr sz="12500">
                <a:solidFill>
                  <a:schemeClr val="tx1"/>
                </a:solidFill>
                <a:latin typeface="Proxima Nova Black" panose="02000506030000020004" pitchFamily="50" charset="0"/>
              </a:defRPr>
            </a:lvl1pPr>
          </a:lstStyle>
          <a:p>
            <a:r>
              <a:rPr lang="en-US"/>
              <a:t>TITLE TO BE CAPITALIZED</a:t>
            </a:r>
          </a:p>
        </p:txBody>
      </p:sp>
      <p:sp>
        <p:nvSpPr>
          <p:cNvPr id="4"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7" name="Picture 6">
            <a:extLst>
              <a:ext uri="{FF2B5EF4-FFF2-40B4-BE49-F238E27FC236}">
                <a16:creationId xmlns:a16="http://schemas.microsoft.com/office/drawing/2014/main" xmlns="" id="{19906801-963A-2748-A48D-2607EEFEA3B7}"/>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17487657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ONE-COLUMN-DARK">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3" name="Rectangle 2"/>
          <p:cNvSpPr/>
          <p:nvPr userDrawn="1"/>
        </p:nvSpPr>
        <p:spPr>
          <a:xfrm>
            <a:off x="0" y="1744980"/>
            <a:ext cx="12192000" cy="51130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61750" y="5906728"/>
            <a:ext cx="1541845" cy="265471"/>
          </a:xfrm>
          <a:prstGeom prst="rect">
            <a:avLst/>
          </a:prstGeom>
        </p:spPr>
      </p:pic>
    </p:spTree>
    <p:extLst>
      <p:ext uri="{BB962C8B-B14F-4D97-AF65-F5344CB8AC3E}">
        <p14:creationId xmlns:p14="http://schemas.microsoft.com/office/powerpoint/2010/main" val="31246408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OR ICONS">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870443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FOR ICON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22737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ACKGROUND_GRADIENT">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xmlns="" id="{21C47469-3B03-E44C-89B5-F697BC2200BB}"/>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42466676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TWO-COLUMNS-GRADIENT">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5174998"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6330696" y="2057400"/>
            <a:ext cx="5175504"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63711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THREE-COLUMNS-GRADIENT">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4363212" y="2057400"/>
            <a:ext cx="3465576"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5" name="Text Placeholder 6"/>
          <p:cNvSpPr>
            <a:spLocks noGrp="1"/>
          </p:cNvSpPr>
          <p:nvPr>
            <p:ph type="body" sz="quarter" idx="12" hasCustomPrompt="1"/>
          </p:nvPr>
        </p:nvSpPr>
        <p:spPr>
          <a:xfrm>
            <a:off x="80391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572389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DESCRIPTION-SIDETEXT-GRADIENT">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82486"/>
            <a:ext cx="7124700" cy="4103914"/>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a:t>
            </a:r>
            <a:r>
              <a:rPr lang="uk-UA"/>
              <a:t/>
            </a:r>
            <a:br>
              <a:rPr lang="uk-UA"/>
            </a:br>
            <a:r>
              <a:rPr lang="en-US"/>
              <a:t>BE CAPITA</a:t>
            </a:r>
            <a:r>
              <a:rPr lang="uk-UA"/>
              <a:t/>
            </a:r>
            <a:br>
              <a:rPr lang="uk-UA"/>
            </a:br>
            <a:r>
              <a:rPr lang="en-US"/>
              <a:t>LIZED</a:t>
            </a:r>
          </a:p>
        </p:txBody>
      </p:sp>
      <p:sp>
        <p:nvSpPr>
          <p:cNvPr id="8" name="Text Placeholder 6"/>
          <p:cNvSpPr>
            <a:spLocks noGrp="1"/>
          </p:cNvSpPr>
          <p:nvPr>
            <p:ph type="body" sz="quarter" idx="13" hasCustomPrompt="1"/>
          </p:nvPr>
        </p:nvSpPr>
        <p:spPr>
          <a:xfrm>
            <a:off x="685800" y="3429001"/>
            <a:ext cx="3467100" cy="2057400"/>
          </a:xfrm>
          <a:prstGeom prst="rect">
            <a:avLst/>
          </a:prstGeom>
        </p:spPr>
        <p:txBody>
          <a:bodyPr lIns="0"/>
          <a:lstStyle>
            <a:lvl1pPr marL="0" indent="0">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Tree>
    <p:extLst>
      <p:ext uri="{BB962C8B-B14F-4D97-AF65-F5344CB8AC3E}">
        <p14:creationId xmlns:p14="http://schemas.microsoft.com/office/powerpoint/2010/main" val="32967322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HOTO-LEFT-GRADIEN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6210300" y="2743200"/>
            <a:ext cx="5295900" cy="27432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210300" y="1371601"/>
            <a:ext cx="5295900" cy="1371600"/>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 BE CAPITALIZED</a:t>
            </a:r>
          </a:p>
        </p:txBody>
      </p:sp>
      <p:sp>
        <p:nvSpPr>
          <p:cNvPr id="4" name="Picture Placeholder 3"/>
          <p:cNvSpPr>
            <a:spLocks noGrp="1"/>
          </p:cNvSpPr>
          <p:nvPr>
            <p:ph type="pic" sz="quarter" idx="13"/>
          </p:nvPr>
        </p:nvSpPr>
        <p:spPr>
          <a:xfrm>
            <a:off x="0" y="0"/>
            <a:ext cx="5295900" cy="6858000"/>
          </a:xfrm>
          <a:prstGeom prst="rect">
            <a:avLst/>
          </a:prstGeom>
        </p:spPr>
        <p:txBody>
          <a:bodyPr/>
          <a:lstStyle/>
          <a:p>
            <a:r>
              <a:rPr lang="en-US"/>
              <a:t>Click icon to add picture</a:t>
            </a:r>
          </a:p>
        </p:txBody>
      </p:sp>
    </p:spTree>
    <p:extLst>
      <p:ext uri="{BB962C8B-B14F-4D97-AF65-F5344CB8AC3E}">
        <p14:creationId xmlns:p14="http://schemas.microsoft.com/office/powerpoint/2010/main" val="27082367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SIDETEXT-PROCESS-GRADIENT">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20" name="Text Placeholder 6"/>
          <p:cNvSpPr>
            <a:spLocks noGrp="1"/>
          </p:cNvSpPr>
          <p:nvPr>
            <p:ph type="body" sz="quarter" idx="13" hasCustomPrompt="1"/>
          </p:nvPr>
        </p:nvSpPr>
        <p:spPr>
          <a:xfrm>
            <a:off x="6858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2" name="Text Placeholder 6"/>
          <p:cNvSpPr>
            <a:spLocks noGrp="1"/>
          </p:cNvSpPr>
          <p:nvPr>
            <p:ph type="body" sz="quarter" idx="14" hasCustomPrompt="1"/>
          </p:nvPr>
        </p:nvSpPr>
        <p:spPr>
          <a:xfrm>
            <a:off x="28956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3" name="Text Placeholder 6"/>
          <p:cNvSpPr>
            <a:spLocks noGrp="1"/>
          </p:cNvSpPr>
          <p:nvPr>
            <p:ph type="body" sz="quarter" idx="15" hasCustomPrompt="1"/>
          </p:nvPr>
        </p:nvSpPr>
        <p:spPr>
          <a:xfrm>
            <a:off x="5105400" y="2057401"/>
            <a:ext cx="1981200" cy="685800"/>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4" name="Text Placeholder 6"/>
          <p:cNvSpPr>
            <a:spLocks noGrp="1"/>
          </p:cNvSpPr>
          <p:nvPr>
            <p:ph type="body" sz="quarter" idx="16" hasCustomPrompt="1"/>
          </p:nvPr>
        </p:nvSpPr>
        <p:spPr>
          <a:xfrm>
            <a:off x="73152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5" name="Text Placeholder 6"/>
          <p:cNvSpPr>
            <a:spLocks noGrp="1"/>
          </p:cNvSpPr>
          <p:nvPr>
            <p:ph type="body" sz="quarter" idx="17" hasCustomPrompt="1"/>
          </p:nvPr>
        </p:nvSpPr>
        <p:spPr>
          <a:xfrm>
            <a:off x="9525000" y="2057401"/>
            <a:ext cx="1981200" cy="685800"/>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10" name="Title 1">
            <a:extLst>
              <a:ext uri="{FF2B5EF4-FFF2-40B4-BE49-F238E27FC236}">
                <a16:creationId xmlns:a16="http://schemas.microsoft.com/office/drawing/2014/main" xmlns="" id="{B4B68A2E-49F8-4BDA-BD1A-488169336555}"/>
              </a:ext>
            </a:extLst>
          </p:cNvPr>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Tree>
    <p:extLst>
      <p:ext uri="{BB962C8B-B14F-4D97-AF65-F5344CB8AC3E}">
        <p14:creationId xmlns:p14="http://schemas.microsoft.com/office/powerpoint/2010/main" val="36662433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SLIDE-DARK-1">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08308" y="174928"/>
            <a:ext cx="12390783" cy="5459753"/>
          </a:xfrm>
          <a:prstGeom prst="rect">
            <a:avLst/>
          </a:prstGeom>
        </p:spPr>
        <p:txBody>
          <a:bodyPr anchor="t">
            <a:noAutofit/>
          </a:bodyPr>
          <a:lstStyle>
            <a:lvl1pPr>
              <a:lnSpc>
                <a:spcPts val="10500"/>
              </a:lnSpc>
              <a:defRPr sz="15000">
                <a:solidFill>
                  <a:schemeClr val="tx1"/>
                </a:solidFill>
                <a:latin typeface="Proxima Nova Black" panose="02000506030000020004" pitchFamily="50" charset="0"/>
              </a:defRPr>
            </a:lvl1pPr>
          </a:lstStyle>
          <a:p>
            <a:r>
              <a:rPr lang="en-US"/>
              <a:t>TITLE</a:t>
            </a:r>
            <a:r>
              <a:rPr lang="uk-UA"/>
              <a:t/>
            </a:r>
            <a:br>
              <a:rPr lang="uk-UA"/>
            </a:br>
            <a:r>
              <a:rPr lang="en-US"/>
              <a:t>TO</a:t>
            </a:r>
            <a:r>
              <a:rPr lang="uk-UA"/>
              <a:t> </a:t>
            </a:r>
            <a:r>
              <a:rPr lang="en-US"/>
              <a:t>BE</a:t>
            </a:r>
            <a:r>
              <a:rPr lang="uk-UA"/>
              <a:t> </a:t>
            </a:r>
            <a:r>
              <a:rPr lang="en-US"/>
              <a:t>CAPI</a:t>
            </a:r>
            <a:r>
              <a:rPr lang="uk-UA"/>
              <a:t/>
            </a:r>
            <a:br>
              <a:rPr lang="uk-UA"/>
            </a:br>
            <a:r>
              <a:rPr lang="en-US"/>
              <a:t>TALIZED</a:t>
            </a:r>
          </a:p>
        </p:txBody>
      </p:sp>
      <p:sp>
        <p:nvSpPr>
          <p:cNvPr id="20"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8" name="Picture 7">
            <a:extLst>
              <a:ext uri="{FF2B5EF4-FFF2-40B4-BE49-F238E27FC236}">
                <a16:creationId xmlns:a16="http://schemas.microsoft.com/office/drawing/2014/main" xmlns="" id="{1CF45043-0DF6-7844-A454-194D648F98F1}"/>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93497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SLIDE-DARK-2">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85801" y="685799"/>
            <a:ext cx="10820400" cy="4800601"/>
          </a:xfrm>
          <a:prstGeom prst="rect">
            <a:avLst/>
          </a:prstGeom>
        </p:spPr>
        <p:txBody>
          <a:bodyPr lIns="0" anchor="t">
            <a:noAutofit/>
          </a:bodyPr>
          <a:lstStyle>
            <a:lvl1pPr>
              <a:lnSpc>
                <a:spcPts val="11000"/>
              </a:lnSpc>
              <a:defRPr sz="12500">
                <a:solidFill>
                  <a:schemeClr val="tx1"/>
                </a:solidFill>
                <a:latin typeface="Proxima Nova Black" panose="02000506030000020004" pitchFamily="50" charset="0"/>
              </a:defRPr>
            </a:lvl1pPr>
          </a:lstStyle>
          <a:p>
            <a:r>
              <a:rPr lang="en-US"/>
              <a:t>TITLE TO BE CAPITALIZED</a:t>
            </a:r>
          </a:p>
        </p:txBody>
      </p:sp>
      <p:sp>
        <p:nvSpPr>
          <p:cNvPr id="4"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7" name="Picture 6">
            <a:extLst>
              <a:ext uri="{FF2B5EF4-FFF2-40B4-BE49-F238E27FC236}">
                <a16:creationId xmlns:a16="http://schemas.microsoft.com/office/drawing/2014/main" xmlns="" id="{19906801-963A-2748-A48D-2607EEFEA3B7}"/>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13684854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EXT-ONE-COLUMN-DARK">
    <p:bg>
      <p:bgPr>
        <a:gradFill flip="none" rotWithShape="1">
          <a:gsLst>
            <a:gs pos="0">
              <a:schemeClr val="accent6"/>
            </a:gs>
            <a:gs pos="30000">
              <a:schemeClr val="accent6"/>
            </a:gs>
            <a:gs pos="100000">
              <a:srgbClr val="7030A0"/>
            </a:gs>
          </a:gsLst>
          <a:lin ang="10800000" scaled="0"/>
          <a:tileRect/>
        </a:gradFill>
        <a:effectLst/>
      </p:bgPr>
    </p:bg>
    <p:spTree>
      <p:nvGrpSpPr>
        <p:cNvPr id="1" name=""/>
        <p:cNvGrpSpPr/>
        <p:nvPr/>
      </p:nvGrpSpPr>
      <p:grpSpPr>
        <a:xfrm>
          <a:off x="0" y="0"/>
          <a:ext cx="0" cy="0"/>
          <a:chOff x="0" y="0"/>
          <a:chExt cx="0" cy="0"/>
        </a:xfrm>
      </p:grpSpPr>
      <p:sp>
        <p:nvSpPr>
          <p:cNvPr id="3" name="Rectangle 2"/>
          <p:cNvSpPr/>
          <p:nvPr userDrawn="1"/>
        </p:nvSpPr>
        <p:spPr>
          <a:xfrm>
            <a:off x="0" y="1744980"/>
            <a:ext cx="12192000" cy="51130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61750" y="5906728"/>
            <a:ext cx="1541845" cy="265471"/>
          </a:xfrm>
          <a:prstGeom prst="rect">
            <a:avLst/>
          </a:prstGeom>
        </p:spPr>
      </p:pic>
      <p:sp>
        <p:nvSpPr>
          <p:cNvPr id="6" name="Text Placeholder 6">
            <a:extLst>
              <a:ext uri="{FF2B5EF4-FFF2-40B4-BE49-F238E27FC236}">
                <a16:creationId xmlns:a16="http://schemas.microsoft.com/office/drawing/2014/main" xmlns="" id="{6DDF5AB6-195E-47F9-91E3-98E599C01EFB}"/>
              </a:ext>
            </a:extLst>
          </p:cNvPr>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39531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TEXT-ONE-COLUMN-DARK">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xmlns="" id="{320D1B1E-8401-8049-8729-0C74A6C1928C}"/>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18536307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FOR ICON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27206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ustom Layout">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5631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EXT-TWO-COLUMNS-GRADIENT">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5174998"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6330696" y="2057400"/>
            <a:ext cx="5175504"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7112178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EXT-THREE-COLUMNS-GRADIENT">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4363212" y="2057400"/>
            <a:ext cx="3465576"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5" name="Text Placeholder 6"/>
          <p:cNvSpPr>
            <a:spLocks noGrp="1"/>
          </p:cNvSpPr>
          <p:nvPr>
            <p:ph type="body" sz="quarter" idx="12" hasCustomPrompt="1"/>
          </p:nvPr>
        </p:nvSpPr>
        <p:spPr>
          <a:xfrm>
            <a:off x="80391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986831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TITLE-DESCRIPTION-SIDETEXT-GRADIENT">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82486"/>
            <a:ext cx="7124700" cy="4103914"/>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a:t>
            </a:r>
            <a:r>
              <a:rPr lang="uk-UA"/>
              <a:t/>
            </a:r>
            <a:br>
              <a:rPr lang="uk-UA"/>
            </a:br>
            <a:r>
              <a:rPr lang="en-US"/>
              <a:t>BE CAPITA</a:t>
            </a:r>
            <a:r>
              <a:rPr lang="uk-UA"/>
              <a:t/>
            </a:r>
            <a:br>
              <a:rPr lang="uk-UA"/>
            </a:br>
            <a:r>
              <a:rPr lang="en-US"/>
              <a:t>LIZED</a:t>
            </a:r>
          </a:p>
        </p:txBody>
      </p:sp>
      <p:sp>
        <p:nvSpPr>
          <p:cNvPr id="8" name="Text Placeholder 6"/>
          <p:cNvSpPr>
            <a:spLocks noGrp="1"/>
          </p:cNvSpPr>
          <p:nvPr>
            <p:ph type="body" sz="quarter" idx="13" hasCustomPrompt="1"/>
          </p:nvPr>
        </p:nvSpPr>
        <p:spPr>
          <a:xfrm>
            <a:off x="685800" y="3429001"/>
            <a:ext cx="3467100" cy="2057400"/>
          </a:xfrm>
          <a:prstGeom prst="rect">
            <a:avLst/>
          </a:prstGeom>
        </p:spPr>
        <p:txBody>
          <a:bodyPr lIns="0"/>
          <a:lstStyle>
            <a:lvl1pPr marL="0" indent="0">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Tree>
    <p:extLst>
      <p:ext uri="{BB962C8B-B14F-4D97-AF65-F5344CB8AC3E}">
        <p14:creationId xmlns:p14="http://schemas.microsoft.com/office/powerpoint/2010/main" val="25208856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PHOTO-LEFT-GRADIEN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6210300" y="2743200"/>
            <a:ext cx="5295900" cy="27432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210300" y="1371601"/>
            <a:ext cx="5295900" cy="1371600"/>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 BE CAPITALIZED</a:t>
            </a:r>
          </a:p>
        </p:txBody>
      </p:sp>
      <p:sp>
        <p:nvSpPr>
          <p:cNvPr id="4" name="Picture Placeholder 3"/>
          <p:cNvSpPr>
            <a:spLocks noGrp="1"/>
          </p:cNvSpPr>
          <p:nvPr>
            <p:ph type="pic" sz="quarter" idx="13"/>
          </p:nvPr>
        </p:nvSpPr>
        <p:spPr>
          <a:xfrm>
            <a:off x="0" y="0"/>
            <a:ext cx="5295900" cy="6858000"/>
          </a:xfrm>
          <a:prstGeom prst="rect">
            <a:avLst/>
          </a:prstGeom>
        </p:spPr>
        <p:txBody>
          <a:bodyPr/>
          <a:lstStyle/>
          <a:p>
            <a:r>
              <a:rPr lang="en-US"/>
              <a:t>Click icon to add picture</a:t>
            </a:r>
          </a:p>
        </p:txBody>
      </p:sp>
    </p:spTree>
    <p:extLst>
      <p:ext uri="{BB962C8B-B14F-4D97-AF65-F5344CB8AC3E}">
        <p14:creationId xmlns:p14="http://schemas.microsoft.com/office/powerpoint/2010/main" val="23885753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TIMELINE-DARK">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20" name="Text Placeholder 6"/>
          <p:cNvSpPr>
            <a:spLocks noGrp="1"/>
          </p:cNvSpPr>
          <p:nvPr>
            <p:ph type="body" sz="quarter" idx="13" hasCustomPrompt="1"/>
          </p:nvPr>
        </p:nvSpPr>
        <p:spPr>
          <a:xfrm>
            <a:off x="6858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21"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cxnSp>
        <p:nvCxnSpPr>
          <p:cNvPr id="6" name="Straight Connector 5"/>
          <p:cNvCxnSpPr/>
          <p:nvPr userDrawn="1"/>
        </p:nvCxnSpPr>
        <p:spPr>
          <a:xfrm>
            <a:off x="-28575" y="2743200"/>
            <a:ext cx="1225296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p:cNvSpPr/>
          <p:nvPr userDrawn="1"/>
        </p:nvSpPr>
        <p:spPr>
          <a:xfrm>
            <a:off x="617220" y="2674620"/>
            <a:ext cx="137160" cy="1371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6" name="Oval 25"/>
          <p:cNvSpPr/>
          <p:nvPr userDrawn="1"/>
        </p:nvSpPr>
        <p:spPr>
          <a:xfrm>
            <a:off x="2827020" y="2674620"/>
            <a:ext cx="137160" cy="1371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7" name="Oval 26"/>
          <p:cNvSpPr/>
          <p:nvPr userDrawn="1"/>
        </p:nvSpPr>
        <p:spPr>
          <a:xfrm>
            <a:off x="5036820" y="2674620"/>
            <a:ext cx="137160" cy="1371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8" name="Oval 27"/>
          <p:cNvSpPr/>
          <p:nvPr userDrawn="1"/>
        </p:nvSpPr>
        <p:spPr>
          <a:xfrm>
            <a:off x="7246620" y="2674620"/>
            <a:ext cx="137160" cy="1371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9" name="Oval 28"/>
          <p:cNvSpPr/>
          <p:nvPr userDrawn="1"/>
        </p:nvSpPr>
        <p:spPr>
          <a:xfrm>
            <a:off x="9456420" y="2674620"/>
            <a:ext cx="137160" cy="1371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0" name="Text Placeholder 6"/>
          <p:cNvSpPr>
            <a:spLocks noGrp="1"/>
          </p:cNvSpPr>
          <p:nvPr>
            <p:ph type="body" sz="quarter" idx="18" hasCustomPrompt="1"/>
          </p:nvPr>
        </p:nvSpPr>
        <p:spPr>
          <a:xfrm>
            <a:off x="28956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1" name="Text Placeholder 6"/>
          <p:cNvSpPr>
            <a:spLocks noGrp="1"/>
          </p:cNvSpPr>
          <p:nvPr>
            <p:ph type="body" sz="quarter" idx="19" hasCustomPrompt="1"/>
          </p:nvPr>
        </p:nvSpPr>
        <p:spPr>
          <a:xfrm>
            <a:off x="5114925" y="2057400"/>
            <a:ext cx="1466850" cy="809897"/>
          </a:xfrm>
          <a:prstGeom prst="rect">
            <a:avLst/>
          </a:prstGeom>
          <a:noFill/>
          <a:ln>
            <a:noFill/>
          </a:ln>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2" name="Text Placeholder 6"/>
          <p:cNvSpPr>
            <a:spLocks noGrp="1"/>
          </p:cNvSpPr>
          <p:nvPr>
            <p:ph type="body" sz="quarter" idx="20" hasCustomPrompt="1"/>
          </p:nvPr>
        </p:nvSpPr>
        <p:spPr>
          <a:xfrm>
            <a:off x="73152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3" name="Text Placeholder 6"/>
          <p:cNvSpPr>
            <a:spLocks noGrp="1"/>
          </p:cNvSpPr>
          <p:nvPr>
            <p:ph type="body" sz="quarter" idx="21" hasCustomPrompt="1"/>
          </p:nvPr>
        </p:nvSpPr>
        <p:spPr>
          <a:xfrm>
            <a:off x="9534525" y="207645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4" name="Text Placeholder 6"/>
          <p:cNvSpPr>
            <a:spLocks noGrp="1"/>
          </p:cNvSpPr>
          <p:nvPr>
            <p:ph type="body" sz="quarter" idx="12" hasCustomPrompt="1"/>
          </p:nvPr>
        </p:nvSpPr>
        <p:spPr>
          <a:xfrm>
            <a:off x="6858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5" name="Text Placeholder 6"/>
          <p:cNvSpPr>
            <a:spLocks noGrp="1"/>
          </p:cNvSpPr>
          <p:nvPr>
            <p:ph type="body" sz="quarter" idx="22" hasCustomPrompt="1"/>
          </p:nvPr>
        </p:nvSpPr>
        <p:spPr>
          <a:xfrm>
            <a:off x="28956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6" name="Text Placeholder 6"/>
          <p:cNvSpPr>
            <a:spLocks noGrp="1"/>
          </p:cNvSpPr>
          <p:nvPr>
            <p:ph type="body" sz="quarter" idx="23" hasCustomPrompt="1"/>
          </p:nvPr>
        </p:nvSpPr>
        <p:spPr>
          <a:xfrm>
            <a:off x="511492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7" name="Text Placeholder 6"/>
          <p:cNvSpPr>
            <a:spLocks noGrp="1"/>
          </p:cNvSpPr>
          <p:nvPr>
            <p:ph type="body" sz="quarter" idx="24" hasCustomPrompt="1"/>
          </p:nvPr>
        </p:nvSpPr>
        <p:spPr>
          <a:xfrm>
            <a:off x="73152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8" name="Text Placeholder 6"/>
          <p:cNvSpPr>
            <a:spLocks noGrp="1"/>
          </p:cNvSpPr>
          <p:nvPr>
            <p:ph type="body" sz="quarter" idx="25" hasCustomPrompt="1"/>
          </p:nvPr>
        </p:nvSpPr>
        <p:spPr>
          <a:xfrm>
            <a:off x="951547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pic>
        <p:nvPicPr>
          <p:cNvPr id="22" name="Picture 21">
            <a:extLst>
              <a:ext uri="{FF2B5EF4-FFF2-40B4-BE49-F238E27FC236}">
                <a16:creationId xmlns:a16="http://schemas.microsoft.com/office/drawing/2014/main" xmlns="" id="{D2C70A87-6824-3248-B448-307E7C5BC0C9}"/>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983028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emf"/><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1.emf"/><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4"/>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3674229508"/>
      </p:ext>
    </p:extLst>
  </p:cSld>
  <p:clrMap bg1="dk1" tx1="lt1" bg2="dk2" tx2="lt2" accent1="accent1" accent2="accent2" accent3="accent3" accent4="accent4" accent5="accent5" accent6="accent6" hlink="hlink" folHlink="folHlink"/>
  <p:sldLayoutIdLst>
    <p:sldLayoutId id="2147484778" r:id="rId1"/>
    <p:sldLayoutId id="2147484779" r:id="rId2"/>
    <p:sldLayoutId id="2147484780" r:id="rId3"/>
    <p:sldLayoutId id="2147484802" r:id="rId4"/>
    <p:sldLayoutId id="2147484781" r:id="rId5"/>
    <p:sldLayoutId id="2147484782" r:id="rId6"/>
    <p:sldLayoutId id="2147484783" r:id="rId7"/>
    <p:sldLayoutId id="2147484784" r:id="rId8"/>
    <p:sldLayoutId id="2147484785" r:id="rId9"/>
    <p:sldLayoutId id="2147484786" r:id="rId10"/>
    <p:sldLayoutId id="2147484787" r:id="rId11"/>
    <p:sldLayoutId id="214748478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432">
          <p15:clr>
            <a:srgbClr val="F26B43"/>
          </p15:clr>
        </p15:guide>
        <p15:guide id="4" pos="7248">
          <p15:clr>
            <a:srgbClr val="F26B43"/>
          </p15:clr>
        </p15:guide>
        <p15:guide id="5" orient="horz" pos="432">
          <p15:clr>
            <a:srgbClr val="F26B43"/>
          </p15:clr>
        </p15:guide>
        <p15:guide id="6" orient="horz" pos="864">
          <p15:clr>
            <a:srgbClr val="F26B43"/>
          </p15:clr>
        </p15:guide>
        <p15:guide id="7" orient="horz" pos="3456">
          <p15:clr>
            <a:srgbClr val="F26B43"/>
          </p15:clr>
        </p15:guide>
        <p15:guide id="8" orient="horz" pos="3888">
          <p15:clr>
            <a:srgbClr val="F26B43"/>
          </p15:clr>
        </p15:guide>
        <p15:guide id="9" pos="1680">
          <p15:clr>
            <a:srgbClr val="F26B43"/>
          </p15:clr>
        </p15:guide>
        <p15:guide id="10" pos="1824">
          <p15:clr>
            <a:srgbClr val="F26B43"/>
          </p15:clr>
        </p15:guide>
        <p15:guide id="11" pos="2616">
          <p15:clr>
            <a:srgbClr val="F26B43"/>
          </p15:clr>
        </p15:guide>
        <p15:guide id="12" pos="3072">
          <p15:clr>
            <a:srgbClr val="F26B43"/>
          </p15:clr>
        </p15:guide>
        <p15:guide id="13" pos="2760">
          <p15:clr>
            <a:srgbClr val="F26B43"/>
          </p15:clr>
        </p15:guide>
        <p15:guide id="14" pos="3216">
          <p15:clr>
            <a:srgbClr val="F26B43"/>
          </p15:clr>
        </p15:guide>
        <p15:guide id="15" pos="4464">
          <p15:clr>
            <a:srgbClr val="F26B43"/>
          </p15:clr>
        </p15:guide>
        <p15:guide id="16" pos="4608">
          <p15:clr>
            <a:srgbClr val="F26B43"/>
          </p15:clr>
        </p15:guide>
        <p15:guide id="17" pos="4920">
          <p15:clr>
            <a:srgbClr val="F26B43"/>
          </p15:clr>
        </p15:guide>
        <p15:guide id="18" pos="5064">
          <p15:clr>
            <a:srgbClr val="F26B43"/>
          </p15:clr>
        </p15:guide>
        <p15:guide id="19" pos="5856">
          <p15:clr>
            <a:srgbClr val="F26B43"/>
          </p15:clr>
        </p15:guide>
        <p15:guide id="20" pos="6000">
          <p15:clr>
            <a:srgbClr val="F26B43"/>
          </p15:clr>
        </p15:guide>
        <p15:guide id="21" orient="horz" pos="1296">
          <p15:clr>
            <a:srgbClr val="F26B43"/>
          </p15:clr>
        </p15:guide>
        <p15:guide id="22" orient="horz" pos="1728">
          <p15:clr>
            <a:srgbClr val="F26B43"/>
          </p15:clr>
        </p15:guide>
        <p15:guide id="23" pos="3768">
          <p15:clr>
            <a:srgbClr val="F26B43"/>
          </p15:clr>
        </p15:guide>
        <p15:guide id="24" pos="391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3"/>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341790936"/>
      </p:ext>
    </p:extLst>
  </p:cSld>
  <p:clrMap bg1="dk1" tx1="lt1" bg2="dk2" tx2="lt2" accent1="accent1" accent2="accent2" accent3="accent3" accent4="accent4" accent5="accent5" accent6="accent6" hlink="hlink" folHlink="folHlink"/>
  <p:sldLayoutIdLst>
    <p:sldLayoutId id="2147484790" r:id="rId1"/>
    <p:sldLayoutId id="2147484791" r:id="rId2"/>
    <p:sldLayoutId id="2147484792" r:id="rId3"/>
    <p:sldLayoutId id="2147484793" r:id="rId4"/>
    <p:sldLayoutId id="2147484803" r:id="rId5"/>
    <p:sldLayoutId id="2147484794" r:id="rId6"/>
    <p:sldLayoutId id="2147484795" r:id="rId7"/>
    <p:sldLayoutId id="2147484796" r:id="rId8"/>
    <p:sldLayoutId id="2147484797" r:id="rId9"/>
    <p:sldLayoutId id="2147484798" r:id="rId10"/>
    <p:sldLayoutId id="214748479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432">
          <p15:clr>
            <a:srgbClr val="F26B43"/>
          </p15:clr>
        </p15:guide>
        <p15:guide id="4" pos="7248">
          <p15:clr>
            <a:srgbClr val="F26B43"/>
          </p15:clr>
        </p15:guide>
        <p15:guide id="5" orient="horz" pos="432">
          <p15:clr>
            <a:srgbClr val="F26B43"/>
          </p15:clr>
        </p15:guide>
        <p15:guide id="6" orient="horz" pos="864">
          <p15:clr>
            <a:srgbClr val="F26B43"/>
          </p15:clr>
        </p15:guide>
        <p15:guide id="7" orient="horz" pos="3456">
          <p15:clr>
            <a:srgbClr val="F26B43"/>
          </p15:clr>
        </p15:guide>
        <p15:guide id="8" orient="horz" pos="3888">
          <p15:clr>
            <a:srgbClr val="F26B43"/>
          </p15:clr>
        </p15:guide>
        <p15:guide id="9" pos="1680">
          <p15:clr>
            <a:srgbClr val="F26B43"/>
          </p15:clr>
        </p15:guide>
        <p15:guide id="10" pos="1824">
          <p15:clr>
            <a:srgbClr val="F26B43"/>
          </p15:clr>
        </p15:guide>
        <p15:guide id="11" pos="2616">
          <p15:clr>
            <a:srgbClr val="F26B43"/>
          </p15:clr>
        </p15:guide>
        <p15:guide id="12" pos="3072">
          <p15:clr>
            <a:srgbClr val="F26B43"/>
          </p15:clr>
        </p15:guide>
        <p15:guide id="13" pos="2760">
          <p15:clr>
            <a:srgbClr val="F26B43"/>
          </p15:clr>
        </p15:guide>
        <p15:guide id="14" pos="3216">
          <p15:clr>
            <a:srgbClr val="F26B43"/>
          </p15:clr>
        </p15:guide>
        <p15:guide id="15" pos="4464">
          <p15:clr>
            <a:srgbClr val="F26B43"/>
          </p15:clr>
        </p15:guide>
        <p15:guide id="16" pos="4608">
          <p15:clr>
            <a:srgbClr val="F26B43"/>
          </p15:clr>
        </p15:guide>
        <p15:guide id="17" pos="4920">
          <p15:clr>
            <a:srgbClr val="F26B43"/>
          </p15:clr>
        </p15:guide>
        <p15:guide id="18" pos="5064">
          <p15:clr>
            <a:srgbClr val="F26B43"/>
          </p15:clr>
        </p15:guide>
        <p15:guide id="19" pos="5856">
          <p15:clr>
            <a:srgbClr val="F26B43"/>
          </p15:clr>
        </p15:guide>
        <p15:guide id="20" pos="6000">
          <p15:clr>
            <a:srgbClr val="F26B43"/>
          </p15:clr>
        </p15:guide>
        <p15:guide id="21" orient="horz" pos="1296">
          <p15:clr>
            <a:srgbClr val="F26B43"/>
          </p15:clr>
        </p15:guide>
        <p15:guide id="22" orient="horz" pos="1728">
          <p15:clr>
            <a:srgbClr val="F26B43"/>
          </p15:clr>
        </p15:guide>
        <p15:guide id="23" pos="3768">
          <p15:clr>
            <a:srgbClr val="F26B43"/>
          </p15:clr>
        </p15:guide>
        <p15:guide id="24" pos="391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3"/>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3849270835"/>
      </p:ext>
    </p:extLst>
  </p:cSld>
  <p:clrMap bg1="dk1" tx1="lt1" bg2="dk2" tx2="lt2" accent1="accent1" accent2="accent2" accent3="accent3" accent4="accent4" accent5="accent5" accent6="accent6" hlink="hlink" folHlink="folHlink"/>
  <p:sldLayoutIdLst>
    <p:sldLayoutId id="2147484844" r:id="rId1"/>
    <p:sldLayoutId id="2147484845" r:id="rId2"/>
    <p:sldLayoutId id="2147484850" r:id="rId3"/>
    <p:sldLayoutId id="2147484849" r:id="rId4"/>
    <p:sldLayoutId id="2147484853" r:id="rId5"/>
    <p:sldLayoutId id="2147484854" r:id="rId6"/>
    <p:sldLayoutId id="2147484855" r:id="rId7"/>
    <p:sldLayoutId id="2147484856" r:id="rId8"/>
    <p:sldLayoutId id="2147484857" r:id="rId9"/>
    <p:sldLayoutId id="2147484858" r:id="rId10"/>
    <p:sldLayoutId id="214748485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432">
          <p15:clr>
            <a:srgbClr val="F26B43"/>
          </p15:clr>
        </p15:guide>
        <p15:guide id="4" pos="7248">
          <p15:clr>
            <a:srgbClr val="F26B43"/>
          </p15:clr>
        </p15:guide>
        <p15:guide id="5" orient="horz" pos="432">
          <p15:clr>
            <a:srgbClr val="F26B43"/>
          </p15:clr>
        </p15:guide>
        <p15:guide id="6" orient="horz" pos="864">
          <p15:clr>
            <a:srgbClr val="F26B43"/>
          </p15:clr>
        </p15:guide>
        <p15:guide id="7" orient="horz" pos="3456">
          <p15:clr>
            <a:srgbClr val="F26B43"/>
          </p15:clr>
        </p15:guide>
        <p15:guide id="8" orient="horz" pos="3888">
          <p15:clr>
            <a:srgbClr val="F26B43"/>
          </p15:clr>
        </p15:guide>
        <p15:guide id="9" pos="1680">
          <p15:clr>
            <a:srgbClr val="F26B43"/>
          </p15:clr>
        </p15:guide>
        <p15:guide id="10" pos="1824">
          <p15:clr>
            <a:srgbClr val="F26B43"/>
          </p15:clr>
        </p15:guide>
        <p15:guide id="11" pos="2616">
          <p15:clr>
            <a:srgbClr val="F26B43"/>
          </p15:clr>
        </p15:guide>
        <p15:guide id="12" pos="3072">
          <p15:clr>
            <a:srgbClr val="F26B43"/>
          </p15:clr>
        </p15:guide>
        <p15:guide id="13" pos="2760">
          <p15:clr>
            <a:srgbClr val="F26B43"/>
          </p15:clr>
        </p15:guide>
        <p15:guide id="14" pos="3216">
          <p15:clr>
            <a:srgbClr val="F26B43"/>
          </p15:clr>
        </p15:guide>
        <p15:guide id="15" pos="4464">
          <p15:clr>
            <a:srgbClr val="F26B43"/>
          </p15:clr>
        </p15:guide>
        <p15:guide id="16" pos="4608">
          <p15:clr>
            <a:srgbClr val="F26B43"/>
          </p15:clr>
        </p15:guide>
        <p15:guide id="17" pos="4920">
          <p15:clr>
            <a:srgbClr val="F26B43"/>
          </p15:clr>
        </p15:guide>
        <p15:guide id="18" pos="5064">
          <p15:clr>
            <a:srgbClr val="F26B43"/>
          </p15:clr>
        </p15:guide>
        <p15:guide id="19" pos="5856">
          <p15:clr>
            <a:srgbClr val="F26B43"/>
          </p15:clr>
        </p15:guide>
        <p15:guide id="20" pos="6000">
          <p15:clr>
            <a:srgbClr val="F26B43"/>
          </p15:clr>
        </p15:guide>
        <p15:guide id="21" orient="horz" pos="1296">
          <p15:clr>
            <a:srgbClr val="F26B43"/>
          </p15:clr>
        </p15:guide>
        <p15:guide id="22" orient="horz" pos="1728">
          <p15:clr>
            <a:srgbClr val="F26B43"/>
          </p15:clr>
        </p15:guide>
        <p15:guide id="23" pos="3768">
          <p15:clr>
            <a:srgbClr val="F26B43"/>
          </p15:clr>
        </p15:guide>
        <p15:guide id="24" pos="391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9.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xmlns="" id="{C6BFCD7C-0C79-467A-9369-0675D4B541D4}"/>
              </a:ext>
            </a:extLst>
          </p:cNvPr>
          <p:cNvSpPr>
            <a:spLocks noGrp="1"/>
          </p:cNvSpPr>
          <p:nvPr>
            <p:ph type="body" sz="quarter" idx="4294967295"/>
          </p:nvPr>
        </p:nvSpPr>
        <p:spPr>
          <a:xfrm>
            <a:off x="0" y="5915025"/>
            <a:ext cx="3467100" cy="295275"/>
          </a:xfrm>
          <a:prstGeom prst="rect">
            <a:avLst/>
          </a:prstGeom>
        </p:spPr>
        <p:txBody>
          <a:bodyPr/>
          <a:lstStyle/>
          <a:p>
            <a:r>
              <a:rPr lang="en-US" dirty="0" smtClean="0"/>
              <a:t>By </a:t>
            </a:r>
            <a:r>
              <a:rPr lang="en-US" dirty="0" err="1" smtClean="0"/>
              <a:t>Yuliia</a:t>
            </a:r>
            <a:r>
              <a:rPr lang="en-US" dirty="0" smtClean="0"/>
              <a:t> </a:t>
            </a:r>
            <a:r>
              <a:rPr lang="en-US" dirty="0" err="1" smtClean="0"/>
              <a:t>Tsurkan</a:t>
            </a:r>
            <a:endParaRPr lang="uk-UA" dirty="0"/>
          </a:p>
        </p:txBody>
      </p:sp>
      <p:sp>
        <p:nvSpPr>
          <p:cNvPr id="2" name="Title 1">
            <a:extLst>
              <a:ext uri="{FF2B5EF4-FFF2-40B4-BE49-F238E27FC236}">
                <a16:creationId xmlns:a16="http://schemas.microsoft.com/office/drawing/2014/main" xmlns="" id="{3F314A52-F715-4894-9739-384FC3085337}"/>
              </a:ext>
            </a:extLst>
          </p:cNvPr>
          <p:cNvSpPr>
            <a:spLocks noGrp="1"/>
          </p:cNvSpPr>
          <p:nvPr>
            <p:ph type="title" idx="4294967295"/>
          </p:nvPr>
        </p:nvSpPr>
        <p:spPr>
          <a:xfrm>
            <a:off x="0" y="174625"/>
            <a:ext cx="12390438" cy="4887913"/>
          </a:xfrm>
          <a:prstGeom prst="rect">
            <a:avLst/>
          </a:prstGeom>
        </p:spPr>
        <p:txBody>
          <a:bodyPr/>
          <a:lstStyle/>
          <a:p>
            <a:pPr lvl="0"/>
            <a:r>
              <a:rPr lang="en-US" sz="10000" dirty="0"/>
              <a:t>Memory </a:t>
            </a:r>
            <a:r>
              <a:rPr lang="en-US" sz="10000" dirty="0" smtClean="0"/>
              <a:t>management. </a:t>
            </a:r>
            <a:r>
              <a:rPr lang="en-US" sz="10000" dirty="0"/>
              <a:t>Garbage collector</a:t>
            </a:r>
          </a:p>
        </p:txBody>
      </p:sp>
    </p:spTree>
    <p:extLst>
      <p:ext uri="{BB962C8B-B14F-4D97-AF65-F5344CB8AC3E}">
        <p14:creationId xmlns:p14="http://schemas.microsoft.com/office/powerpoint/2010/main" val="400119327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Stack Vs Heap Memory - C#">
            <a:extLst>
              <a:ext uri="{FF2B5EF4-FFF2-40B4-BE49-F238E27FC236}">
                <a16:creationId xmlns="" xmlns:a16="http://schemas.microsoft.com/office/drawing/2014/main" xmlns:lc="http://schemas.openxmlformats.org/drawingml/2006/lockedCanvas" id="{ADEC85ED-2F20-4FA3-9305-ABDE4A8E85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1502" y="823059"/>
            <a:ext cx="9163933" cy="5004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31759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en-US" altLang="en-US" dirty="0"/>
              <a:t>Value-types and Reference-types</a:t>
            </a:r>
            <a:endParaRPr lang="ru-RU" dirty="0"/>
          </a:p>
        </p:txBody>
      </p:sp>
      <p:sp>
        <p:nvSpPr>
          <p:cNvPr id="3" name="Текст 2"/>
          <p:cNvSpPr>
            <a:spLocks noGrp="1"/>
          </p:cNvSpPr>
          <p:nvPr>
            <p:ph type="body" sz="quarter" idx="10"/>
          </p:nvPr>
        </p:nvSpPr>
        <p:spPr/>
        <p:txBody>
          <a:bodyPr/>
          <a:lstStyle/>
          <a:p>
            <a:r>
              <a:rPr lang="en-US" b="1" dirty="0"/>
              <a:t>Stack: </a:t>
            </a:r>
            <a:r>
              <a:rPr lang="en-US" dirty="0"/>
              <a:t>A memory area that is used sequentially when calling functions, storing value types and a heap reference for reference </a:t>
            </a:r>
            <a:r>
              <a:rPr lang="en-US" dirty="0" smtClean="0"/>
              <a:t>values.</a:t>
            </a:r>
            <a:endParaRPr lang="en-US" dirty="0"/>
          </a:p>
          <a:p>
            <a:endParaRPr lang="en-US" dirty="0"/>
          </a:p>
          <a:p>
            <a:r>
              <a:rPr lang="en-US" b="1" dirty="0"/>
              <a:t>Heap: </a:t>
            </a:r>
            <a:r>
              <a:rPr lang="en-US" dirty="0"/>
              <a:t>Memory is allocated and released inconsistently and as </a:t>
            </a:r>
            <a:r>
              <a:rPr lang="en-US" dirty="0" smtClean="0"/>
              <a:t>needed.</a:t>
            </a:r>
          </a:p>
          <a:p>
            <a:endParaRPr lang="en-US" dirty="0" smtClean="0"/>
          </a:p>
          <a:p>
            <a:pPr algn="just">
              <a:defRPr/>
            </a:pPr>
            <a:r>
              <a:rPr lang="en-US" altLang="en-US" b="1" dirty="0"/>
              <a:t>Value-types</a:t>
            </a:r>
            <a:r>
              <a:rPr lang="en-US" altLang="en-US" dirty="0"/>
              <a:t> are stored in scope completely and for reference-types only reference to their location is put in scope. They themselves are located in place called "memory heap".</a:t>
            </a:r>
            <a:endParaRPr lang="ru-RU" altLang="en-US" dirty="0"/>
          </a:p>
          <a:p>
            <a:pPr algn="just">
              <a:defRPr/>
            </a:pPr>
            <a:endParaRPr lang="ru-RU" altLang="en-US" sz="900" dirty="0"/>
          </a:p>
          <a:p>
            <a:pPr algn="just">
              <a:defRPr/>
            </a:pPr>
            <a:r>
              <a:rPr lang="en-US" altLang="en-US" dirty="0"/>
              <a:t>String and all Objects are </a:t>
            </a:r>
            <a:r>
              <a:rPr lang="en-US" altLang="en-US" b="1" dirty="0"/>
              <a:t>reference-types</a:t>
            </a:r>
            <a:r>
              <a:rPr lang="en-US" altLang="en-US" dirty="0"/>
              <a:t>. Other data types are stored in scope.</a:t>
            </a:r>
          </a:p>
          <a:p>
            <a:endParaRPr lang="ru-RU" dirty="0"/>
          </a:p>
        </p:txBody>
      </p:sp>
    </p:spTree>
    <p:extLst>
      <p:ext uri="{BB962C8B-B14F-4D97-AF65-F5344CB8AC3E}">
        <p14:creationId xmlns:p14="http://schemas.microsoft.com/office/powerpoint/2010/main" val="39700633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en-US" b="1" dirty="0"/>
              <a:t>Memory life cycle</a:t>
            </a:r>
            <a:br>
              <a:rPr lang="en-US" b="1" dirty="0"/>
            </a:br>
            <a:endParaRPr lang="ru-RU" dirty="0"/>
          </a:p>
        </p:txBody>
      </p:sp>
      <p:pic>
        <p:nvPicPr>
          <p:cNvPr id="4" name="Picture 2" descr="Image for post">
            <a:extLst>
              <a:ext uri="{FF2B5EF4-FFF2-40B4-BE49-F238E27FC236}">
                <a16:creationId xmlns="" xmlns:a16="http://schemas.microsoft.com/office/drawing/2014/main" xmlns:lc="http://schemas.openxmlformats.org/drawingml/2006/lockedCanvas" id="{4F156223-144C-4FFA-BC43-684542979A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833" y="1801505"/>
            <a:ext cx="10739367" cy="4677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70581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en-US" dirty="0"/>
              <a:t>Manual </a:t>
            </a:r>
            <a:r>
              <a:rPr lang="en-US" dirty="0" smtClean="0"/>
              <a:t>Vs. </a:t>
            </a:r>
            <a:r>
              <a:rPr lang="en-US" dirty="0"/>
              <a:t>Automatic</a:t>
            </a:r>
            <a:endParaRPr lang="ru-RU" dirty="0"/>
          </a:p>
        </p:txBody>
      </p:sp>
      <p:sp>
        <p:nvSpPr>
          <p:cNvPr id="3" name="Текст 2"/>
          <p:cNvSpPr>
            <a:spLocks noGrp="1"/>
          </p:cNvSpPr>
          <p:nvPr>
            <p:ph type="body" sz="quarter" idx="10"/>
          </p:nvPr>
        </p:nvSpPr>
        <p:spPr>
          <a:xfrm>
            <a:off x="685801" y="2057400"/>
            <a:ext cx="5264624" cy="3347113"/>
          </a:xfrm>
        </p:spPr>
        <p:txBody>
          <a:bodyPr/>
          <a:lstStyle/>
          <a:p>
            <a:r>
              <a:rPr lang="en-US" b="1" dirty="0"/>
              <a:t>Manual control: </a:t>
            </a:r>
            <a:r>
              <a:rPr lang="en-US" dirty="0"/>
              <a:t>every </a:t>
            </a:r>
            <a:r>
              <a:rPr lang="en-US" dirty="0" smtClean="0"/>
              <a:t>time  </a:t>
            </a:r>
            <a:r>
              <a:rPr lang="en-US" dirty="0"/>
              <a:t>we create an object in a heap, we have to delete it when it becomes </a:t>
            </a:r>
            <a:r>
              <a:rPr lang="en-US" dirty="0" smtClean="0"/>
              <a:t>unnecessary.</a:t>
            </a:r>
          </a:p>
          <a:p>
            <a:r>
              <a:rPr lang="en-US" b="1" dirty="0"/>
              <a:t>Automatic</a:t>
            </a:r>
            <a:r>
              <a:rPr lang="en-US" dirty="0"/>
              <a:t> </a:t>
            </a:r>
            <a:r>
              <a:rPr lang="en-US" b="1" dirty="0" smtClean="0"/>
              <a:t>: </a:t>
            </a:r>
            <a:r>
              <a:rPr lang="en-US" dirty="0"/>
              <a:t>no need to explicitly delete an object, just stop using it, garbage collector will do it itself when there are no active links to </a:t>
            </a:r>
            <a:r>
              <a:rPr lang="en-US" dirty="0" smtClean="0"/>
              <a:t>it.</a:t>
            </a:r>
            <a:endParaRPr lang="ru-RU" dirty="0"/>
          </a:p>
        </p:txBody>
      </p:sp>
      <p:graphicFrame>
        <p:nvGraphicFramePr>
          <p:cNvPr id="5" name="Diagram 2">
            <a:extLst>
              <a:ext uri="{FF2B5EF4-FFF2-40B4-BE49-F238E27FC236}">
                <a16:creationId xmlns="" xmlns:a16="http://schemas.microsoft.com/office/drawing/2014/main" xmlns:lc="http://schemas.openxmlformats.org/drawingml/2006/lockedCanvas" id="{42A40B24-49BD-4384-9199-1483A57C7B15}"/>
              </a:ext>
            </a:extLst>
          </p:cNvPr>
          <p:cNvGraphicFramePr/>
          <p:nvPr>
            <p:extLst>
              <p:ext uri="{D42A27DB-BD31-4B8C-83A1-F6EECF244321}">
                <p14:modId xmlns:p14="http://schemas.microsoft.com/office/powerpoint/2010/main" val="4177678826"/>
              </p:ext>
            </p:extLst>
          </p:nvPr>
        </p:nvGraphicFramePr>
        <p:xfrm>
          <a:off x="5456685" y="2158550"/>
          <a:ext cx="6573962" cy="43969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443416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en-US" altLang="en-US" dirty="0"/>
              <a:t>Garbage collector</a:t>
            </a:r>
            <a:endParaRPr lang="ru-RU" dirty="0"/>
          </a:p>
        </p:txBody>
      </p:sp>
      <p:sp>
        <p:nvSpPr>
          <p:cNvPr id="3" name="Текст 2"/>
          <p:cNvSpPr>
            <a:spLocks noGrp="1"/>
          </p:cNvSpPr>
          <p:nvPr>
            <p:ph type="body" sz="quarter" idx="10"/>
          </p:nvPr>
        </p:nvSpPr>
        <p:spPr/>
        <p:txBody>
          <a:bodyPr/>
          <a:lstStyle/>
          <a:p>
            <a:pPr algn="just"/>
            <a:r>
              <a:rPr lang="en-US" altLang="en-US" dirty="0"/>
              <a:t>Garbage collector is responsible for the cleanup of unreachable objects.</a:t>
            </a:r>
          </a:p>
          <a:p>
            <a:pPr algn="just"/>
            <a:endParaRPr lang="en-US" altLang="en-US" sz="1000" dirty="0"/>
          </a:p>
          <a:p>
            <a:pPr algn="just"/>
            <a:r>
              <a:rPr lang="en-US" altLang="en-US" dirty="0"/>
              <a:t>It's a special utility that will launch automatically if there isn’t enough space in the sandbox. </a:t>
            </a:r>
          </a:p>
          <a:p>
            <a:pPr algn="just"/>
            <a:endParaRPr lang="en-US" altLang="en-US" sz="1000" dirty="0"/>
          </a:p>
          <a:p>
            <a:pPr algn="just"/>
            <a:r>
              <a:rPr lang="en-US" altLang="en-US" dirty="0"/>
              <a:t>If an object has at least one reference it is still reachable and will survive after memory cleaning.</a:t>
            </a:r>
          </a:p>
          <a:p>
            <a:endParaRPr lang="ru-RU" dirty="0"/>
          </a:p>
        </p:txBody>
      </p:sp>
    </p:spTree>
    <p:extLst>
      <p:ext uri="{BB962C8B-B14F-4D97-AF65-F5344CB8AC3E}">
        <p14:creationId xmlns:p14="http://schemas.microsoft.com/office/powerpoint/2010/main" val="23778005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Схема 1"/>
          <p:cNvGraphicFramePr/>
          <p:nvPr>
            <p:extLst>
              <p:ext uri="{D42A27DB-BD31-4B8C-83A1-F6EECF244321}">
                <p14:modId xmlns:p14="http://schemas.microsoft.com/office/powerpoint/2010/main" val="2750996851"/>
              </p:ext>
            </p:extLst>
          </p:nvPr>
        </p:nvGraphicFramePr>
        <p:xfrm>
          <a:off x="764274" y="105517"/>
          <a:ext cx="10590663"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472692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title"/>
          </p:nvPr>
        </p:nvSpPr>
        <p:spPr/>
        <p:txBody>
          <a:bodyPr/>
          <a:lstStyle/>
          <a:p>
            <a:r>
              <a:rPr lang="en-US" dirty="0"/>
              <a:t>Reference-counting garbage collection</a:t>
            </a:r>
            <a:endParaRPr lang="ru-RU" dirty="0"/>
          </a:p>
        </p:txBody>
      </p:sp>
      <p:sp>
        <p:nvSpPr>
          <p:cNvPr id="2" name="Текст 1"/>
          <p:cNvSpPr>
            <a:spLocks noGrp="1"/>
          </p:cNvSpPr>
          <p:nvPr>
            <p:ph type="body" sz="quarter" idx="10"/>
          </p:nvPr>
        </p:nvSpPr>
        <p:spPr>
          <a:xfrm>
            <a:off x="685800" y="2057400"/>
            <a:ext cx="6396616" cy="3429000"/>
          </a:xfrm>
        </p:spPr>
        <p:txBody>
          <a:bodyPr/>
          <a:lstStyle/>
          <a:p>
            <a:r>
              <a:rPr lang="en-US" dirty="0"/>
              <a:t>This algorithm reduces the problem from determining whether or not an object is still needed to determining if an object still has any other objects referencing it. An object is said to be "garbage", or collectible if there are zero references pointing to it.</a:t>
            </a:r>
            <a:endParaRPr lang="ru-RU" dirty="0"/>
          </a:p>
        </p:txBody>
      </p:sp>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3329" y="1848802"/>
            <a:ext cx="2602496" cy="3688430"/>
          </a:xfrm>
          <a:prstGeom prst="rect">
            <a:avLst/>
          </a:prstGeom>
        </p:spPr>
      </p:pic>
    </p:spTree>
    <p:extLst>
      <p:ext uri="{BB962C8B-B14F-4D97-AF65-F5344CB8AC3E}">
        <p14:creationId xmlns:p14="http://schemas.microsoft.com/office/powerpoint/2010/main" val="39599346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title"/>
          </p:nvPr>
        </p:nvSpPr>
        <p:spPr/>
        <p:txBody>
          <a:bodyPr/>
          <a:lstStyle/>
          <a:p>
            <a:pPr algn="ctr"/>
            <a:r>
              <a:rPr lang="en-US" b="1" dirty="0"/>
              <a:t>Limitation: Circular references</a:t>
            </a:r>
          </a:p>
        </p:txBody>
      </p:sp>
      <p:pic>
        <p:nvPicPr>
          <p:cNvPr id="5" name="Рисунок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95272" y="2229681"/>
            <a:ext cx="4544618" cy="3100533"/>
          </a:xfrm>
          <a:prstGeom prst="rect">
            <a:avLst/>
          </a:prstGeom>
        </p:spPr>
      </p:pic>
      <p:sp>
        <p:nvSpPr>
          <p:cNvPr id="6" name="Текст 5"/>
          <p:cNvSpPr>
            <a:spLocks noGrp="1"/>
          </p:cNvSpPr>
          <p:nvPr>
            <p:ph type="body" sz="quarter" idx="10"/>
          </p:nvPr>
        </p:nvSpPr>
        <p:spPr>
          <a:xfrm>
            <a:off x="685800" y="2073498"/>
            <a:ext cx="2495282" cy="3412901"/>
          </a:xfrm>
        </p:spPr>
        <p:txBody>
          <a:bodyPr/>
          <a:lstStyle/>
          <a:p>
            <a:endParaRPr lang="ru-RU" dirty="0"/>
          </a:p>
        </p:txBody>
      </p:sp>
    </p:spTree>
    <p:extLst>
      <p:ext uri="{BB962C8B-B14F-4D97-AF65-F5344CB8AC3E}">
        <p14:creationId xmlns:p14="http://schemas.microsoft.com/office/powerpoint/2010/main" val="3356727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8937" y="1915887"/>
            <a:ext cx="7620000" cy="4029075"/>
          </a:xfrm>
          <a:prstGeom prst="rect">
            <a:avLst/>
          </a:prstGeom>
        </p:spPr>
      </p:pic>
      <p:sp>
        <p:nvSpPr>
          <p:cNvPr id="2" name="Заголовок 1"/>
          <p:cNvSpPr>
            <a:spLocks noGrp="1"/>
          </p:cNvSpPr>
          <p:nvPr>
            <p:ph type="title"/>
          </p:nvPr>
        </p:nvSpPr>
        <p:spPr/>
        <p:txBody>
          <a:bodyPr/>
          <a:lstStyle/>
          <a:p>
            <a:pPr lvl="0" algn="ctr"/>
            <a:r>
              <a:rPr lang="en-US" dirty="0"/>
              <a:t>Mark-and-sweep algorithm</a:t>
            </a:r>
            <a:r>
              <a:rPr lang="ru-RU" dirty="0"/>
              <a:t/>
            </a:r>
            <a:br>
              <a:rPr lang="ru-RU" dirty="0"/>
            </a:br>
            <a:endParaRPr lang="ru-RU" dirty="0"/>
          </a:p>
        </p:txBody>
      </p:sp>
    </p:spTree>
    <p:extLst>
      <p:ext uri="{BB962C8B-B14F-4D97-AF65-F5344CB8AC3E}">
        <p14:creationId xmlns:p14="http://schemas.microsoft.com/office/powerpoint/2010/main" val="12485547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asted-image.png"/>
          <p:cNvPicPr>
            <a:picLocks noChangeAspect="1"/>
          </p:cNvPicPr>
          <p:nvPr/>
        </p:nvPicPr>
        <p:blipFill>
          <a:blip r:embed="rId2"/>
          <a:stretch>
            <a:fillRect/>
          </a:stretch>
        </p:blipFill>
        <p:spPr>
          <a:xfrm>
            <a:off x="0" y="0"/>
            <a:ext cx="12192000" cy="6858000"/>
          </a:xfrm>
          <a:prstGeom prst="rect">
            <a:avLst/>
          </a:prstGeom>
          <a:ln w="12700">
            <a:miter lim="400000"/>
          </a:ln>
        </p:spPr>
      </p:pic>
    </p:spTree>
    <p:extLst>
      <p:ext uri="{BB962C8B-B14F-4D97-AF65-F5344CB8AC3E}">
        <p14:creationId xmlns:p14="http://schemas.microsoft.com/office/powerpoint/2010/main" val="1735758878"/>
      </p:ext>
    </p:extLst>
  </p:cSld>
  <p:clrMapOvr>
    <a:masterClrMapping/>
  </p:clrMapOvr>
  <p:timing>
    <p:tnLst>
      <p:par>
        <p:cTn id="1" dur="indefinite" restart="never" nodeType="tmRoot"/>
      </p:par>
    </p:tnLst>
  </p:timing>
</p:sld>
</file>

<file path=ppt/theme/theme1.xml><?xml version="1.0" encoding="utf-8"?>
<a:theme xmlns:a="http://schemas.openxmlformats.org/drawingml/2006/main" name="1_GRADIENT THEME">
  <a:themeElements>
    <a:clrScheme name="SOFTSERV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Custom 1">
      <a:majorFont>
        <a:latin typeface="Proxima Nova Black"/>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EDBDD289-3946-6C44-95DC-76383EF7028A}" vid="{6D763B00-EF50-F542-BB8F-59F84E5659F4}"/>
    </a:ext>
  </a:extLst>
</a:theme>
</file>

<file path=ppt/theme/theme2.xml><?xml version="1.0" encoding="utf-8"?>
<a:theme xmlns:a="http://schemas.openxmlformats.org/drawingml/2006/main" name="2_GRADIENT THEME">
  <a:themeElements>
    <a:clrScheme name="SOFTSERV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Custom 1">
      <a:majorFont>
        <a:latin typeface="Proxima Nova Black"/>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EDBDD289-3946-6C44-95DC-76383EF7028A}" vid="{6D763B00-EF50-F542-BB8F-59F84E5659F4}"/>
    </a:ext>
  </a:extLst>
</a:theme>
</file>

<file path=ppt/theme/theme3.xml><?xml version="1.0" encoding="utf-8"?>
<a:theme xmlns:a="http://schemas.openxmlformats.org/drawingml/2006/main" name="2_DARK THEME">
  <a:themeElements>
    <a:clrScheme name="SOFTSERV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Custom 1">
      <a:majorFont>
        <a:latin typeface="Proxima Nova Black"/>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EDBDD289-3946-6C44-95DC-76383EF7028A}" vid="{6D763B00-EF50-F542-BB8F-59F84E5659F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x041a__x043e__x043c__x0435__x0442__x0430__x0440_ xmlns="835f28f2-30f1-4728-84d2-86d96e14348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195FC54A15F344D83577B1CDDD67A5D" ma:contentTypeVersion="13" ma:contentTypeDescription="Create a new document." ma:contentTypeScope="" ma:versionID="30ded57c9b2156718eb8cc7b0e4246dc">
  <xsd:schema xmlns:xsd="http://www.w3.org/2001/XMLSchema" xmlns:xs="http://www.w3.org/2001/XMLSchema" xmlns:p="http://schemas.microsoft.com/office/2006/metadata/properties" xmlns:ns2="341e6018-ac0a-4dfb-8409-db9e0d25502e" xmlns:ns3="835f28f2-30f1-4728-84d2-86d96e143488" targetNamespace="http://schemas.microsoft.com/office/2006/metadata/properties" ma:root="true" ma:fieldsID="a0d1831635397921c92a19e568dfc949" ns2:_="" ns3:_="">
    <xsd:import namespace="341e6018-ac0a-4dfb-8409-db9e0d25502e"/>
    <xsd:import namespace="835f28f2-30f1-4728-84d2-86d96e14348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_x041a__x043e__x043c__x0435__x0442__x0430__x0440_" minOccurs="0"/>
                <xsd:element ref="ns3:MediaServiceGenerationTime" minOccurs="0"/>
                <xsd:element ref="ns3:MediaServiceEventHashCode"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1e6018-ac0a-4dfb-8409-db9e0d25502e"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35f28f2-30f1-4728-84d2-86d96e143488"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internalName="MediaServiceAutoTags" ma:readOnly="true">
      <xsd:simpleType>
        <xsd:restriction base="dms:Text"/>
      </xsd:simpleType>
    </xsd:element>
    <xsd:element name="MediaServiceLocation" ma:index="14" nillable="true" ma:displayName="MediaServiceLocation" ma:description="" ma:internalName="MediaServiceLocatio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_x041a__x043e__x043c__x0435__x0442__x0430__x0440_" ma:index="16" nillable="true" ma:displayName="Кометар" ma:internalName="_x041a__x043e__x043c__x0435__x0442__x0430__x0440_">
      <xsd:simpleType>
        <xsd:restriction base="dms:Text">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9033E08-7FE9-4F6D-B155-A8777B4A5A57}">
  <ds:schemaRefs>
    <ds:schemaRef ds:uri="http://schemas.microsoft.com/office/2006/metadata/properties"/>
    <ds:schemaRef ds:uri="835f28f2-30f1-4728-84d2-86d96e143488"/>
    <ds:schemaRef ds:uri="http://schemas.microsoft.com/office/infopath/2007/PartnerControls"/>
    <ds:schemaRef ds:uri="http://schemas.microsoft.com/office/2006/documentManagement/types"/>
    <ds:schemaRef ds:uri="http://schemas.openxmlformats.org/package/2006/metadata/core-properties"/>
    <ds:schemaRef ds:uri="http://purl.org/dc/dcmitype/"/>
    <ds:schemaRef ds:uri="http://purl.org/dc/elements/1.1/"/>
    <ds:schemaRef ds:uri="341e6018-ac0a-4dfb-8409-db9e0d25502e"/>
    <ds:schemaRef ds:uri="http://www.w3.org/XML/1998/namespace"/>
    <ds:schemaRef ds:uri="http://purl.org/dc/terms/"/>
  </ds:schemaRefs>
</ds:datastoreItem>
</file>

<file path=customXml/itemProps2.xml><?xml version="1.0" encoding="utf-8"?>
<ds:datastoreItem xmlns:ds="http://schemas.openxmlformats.org/officeDocument/2006/customXml" ds:itemID="{5BCFD5A9-9FF3-42E0-89D7-BF5BFC61DD60}">
  <ds:schemaRefs>
    <ds:schemaRef ds:uri="341e6018-ac0a-4dfb-8409-db9e0d25502e"/>
    <ds:schemaRef ds:uri="835f28f2-30f1-4728-84d2-86d96e14348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96B3B9E-03D8-4766-BF45-6129617CF02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1573</TotalTime>
  <Words>265</Words>
  <Application>Microsoft Office PowerPoint</Application>
  <PresentationFormat>Широкоэкранный</PresentationFormat>
  <Paragraphs>38</Paragraphs>
  <Slides>11</Slides>
  <Notes>1</Notes>
  <HiddenSlides>0</HiddenSlides>
  <MMClips>0</MMClips>
  <ScaleCrop>false</ScaleCrop>
  <HeadingPairs>
    <vt:vector size="6" baseType="variant">
      <vt:variant>
        <vt:lpstr>Использованные шрифты</vt:lpstr>
      </vt:variant>
      <vt:variant>
        <vt:i4>5</vt:i4>
      </vt:variant>
      <vt:variant>
        <vt:lpstr>Тема</vt:lpstr>
      </vt:variant>
      <vt:variant>
        <vt:i4>3</vt:i4>
      </vt:variant>
      <vt:variant>
        <vt:lpstr>Заголовки слайдов</vt:lpstr>
      </vt:variant>
      <vt:variant>
        <vt:i4>11</vt:i4>
      </vt:variant>
    </vt:vector>
  </HeadingPairs>
  <TitlesOfParts>
    <vt:vector size="19" baseType="lpstr">
      <vt:lpstr>Arial</vt:lpstr>
      <vt:lpstr>Calibri</vt:lpstr>
      <vt:lpstr>Open Sans</vt:lpstr>
      <vt:lpstr>Open Sans Regular</vt:lpstr>
      <vt:lpstr>Proxima Nova Black</vt:lpstr>
      <vt:lpstr>1_GRADIENT THEME</vt:lpstr>
      <vt:lpstr>2_GRADIENT THEME</vt:lpstr>
      <vt:lpstr>2_DARK THEME</vt:lpstr>
      <vt:lpstr>Memory management. Garbage collector</vt:lpstr>
      <vt:lpstr>Презентация PowerPoint</vt:lpstr>
      <vt:lpstr>Value-types and Reference-types</vt:lpstr>
      <vt:lpstr>Memory life cycle </vt:lpstr>
      <vt:lpstr>Manual Vs. Automatic</vt:lpstr>
      <vt:lpstr>Garbage collector</vt:lpstr>
      <vt:lpstr>Презентация PowerPoint</vt:lpstr>
      <vt:lpstr>Reference-counting garbage collection</vt:lpstr>
      <vt:lpstr>Limitation: Circular references</vt:lpstr>
      <vt:lpstr>Mark-and-sweep algorithm </vt:lpstr>
      <vt:lpstr>Презентация PowerPoint</vt:lpstr>
    </vt:vector>
  </TitlesOfParts>
  <Company>Verint Systems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508/WCAG SERVICE</dc:title>
  <dc:creator>Strutynska, Viktoriya</dc:creator>
  <cp:lastModifiedBy>Юлія Цуркан</cp:lastModifiedBy>
  <cp:revision>25</cp:revision>
  <dcterms:created xsi:type="dcterms:W3CDTF">2018-11-02T13:55:27Z</dcterms:created>
  <dcterms:modified xsi:type="dcterms:W3CDTF">2020-09-21T20:10:33Z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0x0101004195FC54A15F344D83577B1CDDD67A5D</vt:lpwstr>
  </property>
</Properties>
</file>