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77" r:id="rId4"/>
    <p:sldMasterId id="2147484789" r:id="rId5"/>
    <p:sldMasterId id="2147484842" r:id="rId6"/>
  </p:sldMasterIdLst>
  <p:notesMasterIdLst>
    <p:notesMasterId r:id="rId33"/>
  </p:notesMasterIdLst>
  <p:sldIdLst>
    <p:sldId id="1224" r:id="rId7"/>
    <p:sldId id="1239" r:id="rId8"/>
    <p:sldId id="1227" r:id="rId9"/>
    <p:sldId id="1225" r:id="rId10"/>
    <p:sldId id="1249" r:id="rId11"/>
    <p:sldId id="1247" r:id="rId12"/>
    <p:sldId id="1228" r:id="rId13"/>
    <p:sldId id="1248" r:id="rId14"/>
    <p:sldId id="1253" r:id="rId15"/>
    <p:sldId id="1260" r:id="rId16"/>
    <p:sldId id="1264" r:id="rId17"/>
    <p:sldId id="1235" r:id="rId18"/>
    <p:sldId id="1258" r:id="rId19"/>
    <p:sldId id="1261" r:id="rId20"/>
    <p:sldId id="1263" r:id="rId21"/>
    <p:sldId id="1241" r:id="rId22"/>
    <p:sldId id="1230" r:id="rId23"/>
    <p:sldId id="1259" r:id="rId24"/>
    <p:sldId id="1257" r:id="rId25"/>
    <p:sldId id="1262" r:id="rId26"/>
    <p:sldId id="1256" r:id="rId27"/>
    <p:sldId id="1255" r:id="rId28"/>
    <p:sldId id="1252" r:id="rId29"/>
    <p:sldId id="1246" r:id="rId30"/>
    <p:sldId id="1251" r:id="rId31"/>
    <p:sldId id="1206" r:id="rId3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p:defaultTextStyle>
  <p:extLst>
    <p:ext uri="{521415D9-36F7-43E2-AB2F-B90AF26B5E84}">
      <p14:sectionLst xmlns:p14="http://schemas.microsoft.com/office/powerpoint/2010/main">
        <p14:section name="Default Section" id="{5993470C-4786-4D38-90BE-AF14FB3A0120}">
          <p14:sldIdLst>
            <p14:sldId id="1224"/>
            <p14:sldId id="1239"/>
            <p14:sldId id="1227"/>
            <p14:sldId id="1225"/>
            <p14:sldId id="1249"/>
            <p14:sldId id="1247"/>
            <p14:sldId id="1228"/>
            <p14:sldId id="1248"/>
            <p14:sldId id="1253"/>
            <p14:sldId id="1260"/>
            <p14:sldId id="1264"/>
            <p14:sldId id="1235"/>
            <p14:sldId id="1258"/>
            <p14:sldId id="1261"/>
            <p14:sldId id="1263"/>
            <p14:sldId id="1241"/>
            <p14:sldId id="1230"/>
            <p14:sldId id="1259"/>
            <p14:sldId id="1257"/>
            <p14:sldId id="1262"/>
            <p14:sldId id="1256"/>
            <p14:sldId id="1255"/>
            <p14:sldId id="1252"/>
            <p14:sldId id="1246"/>
            <p14:sldId id="1251"/>
            <p14:sldId id="1206"/>
          </p14:sldIdLst>
        </p14:section>
      </p14:sectionLst>
    </p:ext>
    <p:ext uri="{EFAFB233-063F-42B5-8137-9DF3F51BA10A}">
      <p15:sldGuideLst xmlns:p15="http://schemas.microsoft.com/office/powerpoint/2012/main">
        <p15:guide id="1" orient="horz" pos="1979" userDrawn="1">
          <p15:clr>
            <a:srgbClr val="A4A3A4"/>
          </p15:clr>
        </p15:guide>
        <p15:guide id="2" pos="688" userDrawn="1">
          <p15:clr>
            <a:srgbClr val="A4A3A4"/>
          </p15:clr>
        </p15:guide>
        <p15:guide id="3" orient="horz" pos="1729" userDrawn="1">
          <p15:clr>
            <a:srgbClr val="A4A3A4"/>
          </p15:clr>
        </p15:guide>
        <p15:guide id="4" pos="7242" userDrawn="1">
          <p15:clr>
            <a:srgbClr val="A4A3A4"/>
          </p15:clr>
        </p15:guide>
        <p15:guide id="5" orient="horz" pos="12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ktoriya Shyryayeva" initials="" lastIdx="3" clrIdx="0"/>
  <p:cmAuthor id="2" name="Alona Golopuz" initials="AG" lastIdx="3" clrIdx="1"/>
  <p:cmAuthor id="3" name="Tania Kuz" initials="TK" lastIdx="7" clrIdx="2"/>
  <p:cmAuthor id="4" name="Viktoriya Shyryayeva" initials="VS" lastIdx="29" clrIdx="3"/>
  <p:cmAuthor id="5" name="Shaun Greene" initials="SG" lastIdx="1" clrIdx="4">
    <p:extLst>
      <p:ext uri="{19B8F6BF-5375-455C-9EA6-DF929625EA0E}">
        <p15:presenceInfo xmlns:p15="http://schemas.microsoft.com/office/powerpoint/2012/main" userId="S::sgree@softserveinc.com::aada7fc0-4079-4dff-b590-112c10cd22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B0A"/>
    <a:srgbClr val="0F45B1"/>
    <a:srgbClr val="8F2585"/>
    <a:srgbClr val="F26D26"/>
    <a:srgbClr val="BA124A"/>
    <a:srgbClr val="E93BDD"/>
    <a:srgbClr val="F49EEE"/>
    <a:srgbClr val="42D109"/>
    <a:srgbClr val="159B3B"/>
    <a:srgbClr val="E360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0A7EBB-A71E-E244-9638-CA7B1C0FB579}" v="4" dt="2020-02-11T15:37:01.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89" autoAdjust="0"/>
  </p:normalViewPr>
  <p:slideViewPr>
    <p:cSldViewPr snapToGrid="0">
      <p:cViewPr varScale="1">
        <p:scale>
          <a:sx n="66" d="100"/>
          <a:sy n="66" d="100"/>
        </p:scale>
        <p:origin x="876" y="66"/>
      </p:cViewPr>
      <p:guideLst>
        <p:guide orient="horz" pos="1979"/>
        <p:guide pos="688"/>
        <p:guide orient="horz" pos="1729"/>
        <p:guide pos="7242"/>
        <p:guide orient="horz" pos="129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heme" Target="theme/theme1.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s Lopushanskyi" userId="7b479547-1ac6-4c3e-bfc7-6a03fe16e469" providerId="ADAL" clId="{A68BF3D1-7A73-6B4B-B776-FB4227A94BC4}"/>
    <pc:docChg chg="addSld modSld sldOrd modMainMaster">
      <pc:chgData name="Taras Lopushanskyi" userId="7b479547-1ac6-4c3e-bfc7-6a03fe16e469" providerId="ADAL" clId="{A68BF3D1-7A73-6B4B-B776-FB4227A94BC4}" dt="2019-10-31T13:17:38.316" v="6"/>
      <pc:docMkLst>
        <pc:docMk/>
      </pc:docMkLst>
      <pc:sldChg chg="ord">
        <pc:chgData name="Taras Lopushanskyi" userId="7b479547-1ac6-4c3e-bfc7-6a03fe16e469" providerId="ADAL" clId="{A68BF3D1-7A73-6B4B-B776-FB4227A94BC4}" dt="2019-10-31T13:16:23.350" v="4"/>
        <pc:sldMkLst>
          <pc:docMk/>
          <pc:sldMk cId="1735758878" sldId="1206"/>
        </pc:sldMkLst>
      </pc:sldChg>
      <pc:sldChg chg="addSp delSp modSp add">
        <pc:chgData name="Taras Lopushanskyi" userId="7b479547-1ac6-4c3e-bfc7-6a03fe16e469" providerId="ADAL" clId="{A68BF3D1-7A73-6B4B-B776-FB4227A94BC4}" dt="2019-10-31T13:16:12.015" v="1"/>
        <pc:sldMkLst>
          <pc:docMk/>
          <pc:sldMk cId="1639771642" sldId="1225"/>
        </pc:sldMkLst>
        <pc:spChg chg="del">
          <ac:chgData name="Taras Lopushanskyi" userId="7b479547-1ac6-4c3e-bfc7-6a03fe16e469" providerId="ADAL" clId="{A68BF3D1-7A73-6B4B-B776-FB4227A94BC4}" dt="2019-10-31T13:16:12.015" v="1"/>
          <ac:spMkLst>
            <pc:docMk/>
            <pc:sldMk cId="1639771642" sldId="1225"/>
            <ac:spMk id="2" creationId="{8076658C-F2A3-8D4A-86D8-FEBF3263A091}"/>
          </ac:spMkLst>
        </pc:spChg>
        <pc:spChg chg="del">
          <ac:chgData name="Taras Lopushanskyi" userId="7b479547-1ac6-4c3e-bfc7-6a03fe16e469" providerId="ADAL" clId="{A68BF3D1-7A73-6B4B-B776-FB4227A94BC4}" dt="2019-10-31T13:16:12.015" v="1"/>
          <ac:spMkLst>
            <pc:docMk/>
            <pc:sldMk cId="1639771642" sldId="1225"/>
            <ac:spMk id="3" creationId="{56A54168-4AEC-104E-9045-AB55EC5D9176}"/>
          </ac:spMkLst>
        </pc:spChg>
        <pc:spChg chg="add mod">
          <ac:chgData name="Taras Lopushanskyi" userId="7b479547-1ac6-4c3e-bfc7-6a03fe16e469" providerId="ADAL" clId="{A68BF3D1-7A73-6B4B-B776-FB4227A94BC4}" dt="2019-10-31T13:16:12.015" v="1"/>
          <ac:spMkLst>
            <pc:docMk/>
            <pc:sldMk cId="1639771642" sldId="1225"/>
            <ac:spMk id="4" creationId="{C6AC858A-ED29-5C41-BD32-8ECE7DBAE66B}"/>
          </ac:spMkLst>
        </pc:spChg>
        <pc:spChg chg="add mod">
          <ac:chgData name="Taras Lopushanskyi" userId="7b479547-1ac6-4c3e-bfc7-6a03fe16e469" providerId="ADAL" clId="{A68BF3D1-7A73-6B4B-B776-FB4227A94BC4}" dt="2019-10-31T13:16:12.015" v="1"/>
          <ac:spMkLst>
            <pc:docMk/>
            <pc:sldMk cId="1639771642" sldId="1225"/>
            <ac:spMk id="5" creationId="{19780850-A300-724E-8E7E-7AB9F732A244}"/>
          </ac:spMkLst>
        </pc:spChg>
      </pc:sldChg>
      <pc:sldChg chg="addSp delSp modSp add">
        <pc:chgData name="Taras Lopushanskyi" userId="7b479547-1ac6-4c3e-bfc7-6a03fe16e469" providerId="ADAL" clId="{A68BF3D1-7A73-6B4B-B776-FB4227A94BC4}" dt="2019-10-31T13:17:38.316" v="6"/>
        <pc:sldMkLst>
          <pc:docMk/>
          <pc:sldMk cId="671565239" sldId="1226"/>
        </pc:sldMkLst>
        <pc:spChg chg="del">
          <ac:chgData name="Taras Lopushanskyi" userId="7b479547-1ac6-4c3e-bfc7-6a03fe16e469" providerId="ADAL" clId="{A68BF3D1-7A73-6B4B-B776-FB4227A94BC4}" dt="2019-10-31T13:16:19.054" v="3"/>
          <ac:spMkLst>
            <pc:docMk/>
            <pc:sldMk cId="671565239" sldId="1226"/>
            <ac:spMk id="2" creationId="{73C71268-C3B4-B347-BA8C-4F1ECD4E1265}"/>
          </ac:spMkLst>
        </pc:spChg>
        <pc:spChg chg="del">
          <ac:chgData name="Taras Lopushanskyi" userId="7b479547-1ac6-4c3e-bfc7-6a03fe16e469" providerId="ADAL" clId="{A68BF3D1-7A73-6B4B-B776-FB4227A94BC4}" dt="2019-10-31T13:16:19.054" v="3"/>
          <ac:spMkLst>
            <pc:docMk/>
            <pc:sldMk cId="671565239" sldId="1226"/>
            <ac:spMk id="3" creationId="{B2456797-FD03-3A46-87F7-7B63AF16E6B2}"/>
          </ac:spMkLst>
        </pc:spChg>
        <pc:spChg chg="add del mod">
          <ac:chgData name="Taras Lopushanskyi" userId="7b479547-1ac6-4c3e-bfc7-6a03fe16e469" providerId="ADAL" clId="{A68BF3D1-7A73-6B4B-B776-FB4227A94BC4}" dt="2019-10-31T13:17:38.316" v="6"/>
          <ac:spMkLst>
            <pc:docMk/>
            <pc:sldMk cId="671565239" sldId="1226"/>
            <ac:spMk id="4" creationId="{71432E24-899F-EA4A-ABC5-5AB32C618634}"/>
          </ac:spMkLst>
        </pc:spChg>
        <pc:spChg chg="add del mod">
          <ac:chgData name="Taras Lopushanskyi" userId="7b479547-1ac6-4c3e-bfc7-6a03fe16e469" providerId="ADAL" clId="{A68BF3D1-7A73-6B4B-B776-FB4227A94BC4}" dt="2019-10-31T13:17:38.316" v="6"/>
          <ac:spMkLst>
            <pc:docMk/>
            <pc:sldMk cId="671565239" sldId="1226"/>
            <ac:spMk id="5" creationId="{751E9ABB-000C-C54F-A157-7FFE41A08932}"/>
          </ac:spMkLst>
        </pc:spChg>
        <pc:spChg chg="add mod">
          <ac:chgData name="Taras Lopushanskyi" userId="7b479547-1ac6-4c3e-bfc7-6a03fe16e469" providerId="ADAL" clId="{A68BF3D1-7A73-6B4B-B776-FB4227A94BC4}" dt="2019-10-31T13:17:38.316" v="6"/>
          <ac:spMkLst>
            <pc:docMk/>
            <pc:sldMk cId="671565239" sldId="1226"/>
            <ac:spMk id="6" creationId="{AC9F75E4-15BC-FC4F-9F29-F0D3A14A0B0C}"/>
          </ac:spMkLst>
        </pc:spChg>
        <pc:spChg chg="add mod">
          <ac:chgData name="Taras Lopushanskyi" userId="7b479547-1ac6-4c3e-bfc7-6a03fe16e469" providerId="ADAL" clId="{A68BF3D1-7A73-6B4B-B776-FB4227A94BC4}" dt="2019-10-31T13:17:38.316" v="6"/>
          <ac:spMkLst>
            <pc:docMk/>
            <pc:sldMk cId="671565239" sldId="1226"/>
            <ac:spMk id="7" creationId="{1A16E419-1C84-E041-B29C-349214FCE0D2}"/>
          </ac:spMkLst>
        </pc:spChg>
      </pc:sldChg>
      <pc:sldMasterChg chg="modSldLayout">
        <pc:chgData name="Taras Lopushanskyi" userId="7b479547-1ac6-4c3e-bfc7-6a03fe16e469" providerId="ADAL" clId="{A68BF3D1-7A73-6B4B-B776-FB4227A94BC4}" dt="2019-10-31T13:17:22.654" v="5" actId="207"/>
        <pc:sldMasterMkLst>
          <pc:docMk/>
          <pc:sldMasterMk cId="3674229508" sldId="2147484777"/>
        </pc:sldMasterMkLst>
        <pc:sldLayoutChg chg="modSp">
          <pc:chgData name="Taras Lopushanskyi" userId="7b479547-1ac6-4c3e-bfc7-6a03fe16e469" providerId="ADAL" clId="{A68BF3D1-7A73-6B4B-B776-FB4227A94BC4}" dt="2019-10-31T13:17:22.654" v="5" actId="207"/>
          <pc:sldLayoutMkLst>
            <pc:docMk/>
            <pc:sldMasterMk cId="3674229508" sldId="2147484777"/>
            <pc:sldLayoutMk cId="103784457" sldId="2147484780"/>
          </pc:sldLayoutMkLst>
          <pc:spChg chg="mod">
            <ac:chgData name="Taras Lopushanskyi" userId="7b479547-1ac6-4c3e-bfc7-6a03fe16e469" providerId="ADAL" clId="{A68BF3D1-7A73-6B4B-B776-FB4227A94BC4}" dt="2019-10-31T13:17:22.654" v="5" actId="207"/>
            <ac:spMkLst>
              <pc:docMk/>
              <pc:sldMasterMk cId="3674229508" sldId="2147484777"/>
              <pc:sldLayoutMk cId="103784457" sldId="2147484780"/>
              <ac:spMk id="7" creationId="{00000000-0000-0000-0000-000000000000}"/>
            </ac:spMkLst>
          </pc:spChg>
        </pc:sldLayoutChg>
      </pc:sldMasterChg>
    </pc:docChg>
  </pc:docChgLst>
  <pc:docChgLst>
    <pc:chgData name="Olha Kuklieva" userId="8058d566-3e94-4190-bb8d-b787b7329c88" providerId="ADAL" clId="{82B65C56-0DDA-4F6B-BC61-117E65D91B3A}"/>
    <pc:docChg chg="undo custSel addSld delSld modSld sldOrd modMainMaster modSection">
      <pc:chgData name="Olha Kuklieva" userId="8058d566-3e94-4190-bb8d-b787b7329c88" providerId="ADAL" clId="{82B65C56-0DDA-4F6B-BC61-117E65D91B3A}" dt="2019-10-31T13:25:54.541" v="67" actId="2696"/>
      <pc:docMkLst>
        <pc:docMk/>
      </pc:docMkLst>
      <pc:sldChg chg="modSp">
        <pc:chgData name="Olha Kuklieva" userId="8058d566-3e94-4190-bb8d-b787b7329c88" providerId="ADAL" clId="{82B65C56-0DDA-4F6B-BC61-117E65D91B3A}" dt="2019-10-31T13:19:23.257" v="10" actId="20577"/>
        <pc:sldMkLst>
          <pc:docMk/>
          <pc:sldMk cId="4001193277" sldId="1224"/>
        </pc:sldMkLst>
        <pc:spChg chg="mod">
          <ac:chgData name="Olha Kuklieva" userId="8058d566-3e94-4190-bb8d-b787b7329c88" providerId="ADAL" clId="{82B65C56-0DDA-4F6B-BC61-117E65D91B3A}" dt="2019-10-31T13:19:23.257" v="10" actId="20577"/>
          <ac:spMkLst>
            <pc:docMk/>
            <pc:sldMk cId="4001193277" sldId="1224"/>
            <ac:spMk id="4" creationId="{C6BFCD7C-0C79-467A-9369-0675D4B541D4}"/>
          </ac:spMkLst>
        </pc:spChg>
      </pc:sldChg>
      <pc:sldChg chg="addSp delSp modSp add">
        <pc:chgData name="Olha Kuklieva" userId="8058d566-3e94-4190-bb8d-b787b7329c88" providerId="ADAL" clId="{82B65C56-0DDA-4F6B-BC61-117E65D91B3A}" dt="2019-10-31T13:20:31.922" v="33"/>
        <pc:sldMkLst>
          <pc:docMk/>
          <pc:sldMk cId="759534034" sldId="1225"/>
        </pc:sldMkLst>
        <pc:spChg chg="add del">
          <ac:chgData name="Olha Kuklieva" userId="8058d566-3e94-4190-bb8d-b787b7329c88" providerId="ADAL" clId="{82B65C56-0DDA-4F6B-BC61-117E65D91B3A}" dt="2019-10-31T13:20:31.922" v="33"/>
          <ac:spMkLst>
            <pc:docMk/>
            <pc:sldMk cId="759534034" sldId="1225"/>
            <ac:spMk id="2" creationId="{595464EC-D1C5-456B-B9F8-1F6E06556084}"/>
          </ac:spMkLst>
        </pc:spChg>
        <pc:spChg chg="add del">
          <ac:chgData name="Olha Kuklieva" userId="8058d566-3e94-4190-bb8d-b787b7329c88" providerId="ADAL" clId="{82B65C56-0DDA-4F6B-BC61-117E65D91B3A}" dt="2019-10-31T13:20:31.922" v="33"/>
          <ac:spMkLst>
            <pc:docMk/>
            <pc:sldMk cId="759534034" sldId="1225"/>
            <ac:spMk id="3" creationId="{03225F8D-77CD-4007-8F3A-710F10C8E7DD}"/>
          </ac:spMkLst>
        </pc:spChg>
        <pc:spChg chg="add del mod">
          <ac:chgData name="Olha Kuklieva" userId="8058d566-3e94-4190-bb8d-b787b7329c88" providerId="ADAL" clId="{82B65C56-0DDA-4F6B-BC61-117E65D91B3A}" dt="2019-10-31T13:19:32.530" v="18"/>
          <ac:spMkLst>
            <pc:docMk/>
            <pc:sldMk cId="759534034" sldId="1225"/>
            <ac:spMk id="4" creationId="{BCA96069-B365-4100-9F96-5D807972B8B9}"/>
          </ac:spMkLst>
        </pc:spChg>
        <pc:spChg chg="add del mod">
          <ac:chgData name="Olha Kuklieva" userId="8058d566-3e94-4190-bb8d-b787b7329c88" providerId="ADAL" clId="{82B65C56-0DDA-4F6B-BC61-117E65D91B3A}" dt="2019-10-31T13:19:32.530" v="18"/>
          <ac:spMkLst>
            <pc:docMk/>
            <pc:sldMk cId="759534034" sldId="1225"/>
            <ac:spMk id="5" creationId="{C6A279E8-94D6-4886-8FF6-8A8EC28F6554}"/>
          </ac:spMkLst>
        </pc:spChg>
        <pc:spChg chg="add mod">
          <ac:chgData name="Olha Kuklieva" userId="8058d566-3e94-4190-bb8d-b787b7329c88" providerId="ADAL" clId="{82B65C56-0DDA-4F6B-BC61-117E65D91B3A}" dt="2019-10-31T13:20:31.922" v="33"/>
          <ac:spMkLst>
            <pc:docMk/>
            <pc:sldMk cId="759534034" sldId="1225"/>
            <ac:spMk id="6" creationId="{C26BA086-93B2-44A2-8B1B-22E693D2ABB6}"/>
          </ac:spMkLst>
        </pc:spChg>
        <pc:spChg chg="add mod">
          <ac:chgData name="Olha Kuklieva" userId="8058d566-3e94-4190-bb8d-b787b7329c88" providerId="ADAL" clId="{82B65C56-0DDA-4F6B-BC61-117E65D91B3A}" dt="2019-10-31T13:20:31.922" v="33"/>
          <ac:spMkLst>
            <pc:docMk/>
            <pc:sldMk cId="759534034" sldId="1225"/>
            <ac:spMk id="7" creationId="{B3EDC24C-EE02-4845-99B9-F77A9B3BC1BB}"/>
          </ac:spMkLst>
        </pc:spChg>
      </pc:sldChg>
      <pc:sldChg chg="add del">
        <pc:chgData name="Olha Kuklieva" userId="8058d566-3e94-4190-bb8d-b787b7329c88" providerId="ADAL" clId="{82B65C56-0DDA-4F6B-BC61-117E65D91B3A}" dt="2019-10-31T13:19:19.956" v="6"/>
        <pc:sldMkLst>
          <pc:docMk/>
          <pc:sldMk cId="2522737897" sldId="1225"/>
        </pc:sldMkLst>
      </pc:sldChg>
      <pc:sldChg chg="addSp delSp modSp add">
        <pc:chgData name="Olha Kuklieva" userId="8058d566-3e94-4190-bb8d-b787b7329c88" providerId="ADAL" clId="{82B65C56-0DDA-4F6B-BC61-117E65D91B3A}" dt="2019-10-31T13:20:37.163" v="35"/>
        <pc:sldMkLst>
          <pc:docMk/>
          <pc:sldMk cId="2736104985" sldId="1226"/>
        </pc:sldMkLst>
        <pc:spChg chg="del">
          <ac:chgData name="Olha Kuklieva" userId="8058d566-3e94-4190-bb8d-b787b7329c88" providerId="ADAL" clId="{82B65C56-0DDA-4F6B-BC61-117E65D91B3A}" dt="2019-10-31T13:20:37.163" v="35"/>
          <ac:spMkLst>
            <pc:docMk/>
            <pc:sldMk cId="2736104985" sldId="1226"/>
            <ac:spMk id="2" creationId="{5AF2CF7F-B1CA-40D9-B487-7FC1D9DEF6F7}"/>
          </ac:spMkLst>
        </pc:spChg>
        <pc:spChg chg="del">
          <ac:chgData name="Olha Kuklieva" userId="8058d566-3e94-4190-bb8d-b787b7329c88" providerId="ADAL" clId="{82B65C56-0DDA-4F6B-BC61-117E65D91B3A}" dt="2019-10-31T13:20:37.163" v="35"/>
          <ac:spMkLst>
            <pc:docMk/>
            <pc:sldMk cId="2736104985" sldId="1226"/>
            <ac:spMk id="3" creationId="{61A4F8C9-BE4C-4212-A593-B334DC08425C}"/>
          </ac:spMkLst>
        </pc:spChg>
        <pc:spChg chg="add mod">
          <ac:chgData name="Olha Kuklieva" userId="8058d566-3e94-4190-bb8d-b787b7329c88" providerId="ADAL" clId="{82B65C56-0DDA-4F6B-BC61-117E65D91B3A}" dt="2019-10-31T13:20:37.163" v="35"/>
          <ac:spMkLst>
            <pc:docMk/>
            <pc:sldMk cId="2736104985" sldId="1226"/>
            <ac:spMk id="4" creationId="{99B3B0FC-3F87-4318-A857-A0F462CAFFEA}"/>
          </ac:spMkLst>
        </pc:spChg>
        <pc:spChg chg="add mod">
          <ac:chgData name="Olha Kuklieva" userId="8058d566-3e94-4190-bb8d-b787b7329c88" providerId="ADAL" clId="{82B65C56-0DDA-4F6B-BC61-117E65D91B3A}" dt="2019-10-31T13:20:37.163" v="35"/>
          <ac:spMkLst>
            <pc:docMk/>
            <pc:sldMk cId="2736104985" sldId="1226"/>
            <ac:spMk id="5" creationId="{3A9FB3B7-57FB-42BB-B446-0677226703DE}"/>
          </ac:spMkLst>
        </pc:spChg>
        <pc:spChg chg="add mod">
          <ac:chgData name="Olha Kuklieva" userId="8058d566-3e94-4190-bb8d-b787b7329c88" providerId="ADAL" clId="{82B65C56-0DDA-4F6B-BC61-117E65D91B3A}" dt="2019-10-31T13:20:37.163" v="35"/>
          <ac:spMkLst>
            <pc:docMk/>
            <pc:sldMk cId="2736104985" sldId="1226"/>
            <ac:spMk id="6" creationId="{86CCEA01-F57D-41CB-89BB-D59127C3A278}"/>
          </ac:spMkLst>
        </pc:spChg>
        <pc:spChg chg="add mod">
          <ac:chgData name="Olha Kuklieva" userId="8058d566-3e94-4190-bb8d-b787b7329c88" providerId="ADAL" clId="{82B65C56-0DDA-4F6B-BC61-117E65D91B3A}" dt="2019-10-31T13:20:37.163" v="35"/>
          <ac:spMkLst>
            <pc:docMk/>
            <pc:sldMk cId="2736104985" sldId="1226"/>
            <ac:spMk id="7" creationId="{899447FB-C7CD-42DA-AEBC-3440527073AC}"/>
          </ac:spMkLst>
        </pc:spChg>
      </pc:sldChg>
      <pc:sldChg chg="addSp delSp modSp add">
        <pc:chgData name="Olha Kuklieva" userId="8058d566-3e94-4190-bb8d-b787b7329c88" providerId="ADAL" clId="{82B65C56-0DDA-4F6B-BC61-117E65D91B3A}" dt="2019-10-31T13:22:27.303" v="63"/>
        <pc:sldMkLst>
          <pc:docMk/>
          <pc:sldMk cId="175485925" sldId="1227"/>
        </pc:sldMkLst>
        <pc:spChg chg="del">
          <ac:chgData name="Olha Kuklieva" userId="8058d566-3e94-4190-bb8d-b787b7329c88" providerId="ADAL" clId="{82B65C56-0DDA-4F6B-BC61-117E65D91B3A}" dt="2019-10-31T13:20:47.224" v="37"/>
          <ac:spMkLst>
            <pc:docMk/>
            <pc:sldMk cId="175485925" sldId="1227"/>
            <ac:spMk id="2" creationId="{327513D4-3B83-4300-B69B-4AC85EEDC8D9}"/>
          </ac:spMkLst>
        </pc:spChg>
        <pc:spChg chg="del">
          <ac:chgData name="Olha Kuklieva" userId="8058d566-3e94-4190-bb8d-b787b7329c88" providerId="ADAL" clId="{82B65C56-0DDA-4F6B-BC61-117E65D91B3A}" dt="2019-10-31T13:20:47.224" v="37"/>
          <ac:spMkLst>
            <pc:docMk/>
            <pc:sldMk cId="175485925" sldId="1227"/>
            <ac:spMk id="3" creationId="{C55CDE06-A103-4615-A5CF-0D391BC50FC5}"/>
          </ac:spMkLst>
        </pc:spChg>
        <pc:spChg chg="del">
          <ac:chgData name="Olha Kuklieva" userId="8058d566-3e94-4190-bb8d-b787b7329c88" providerId="ADAL" clId="{82B65C56-0DDA-4F6B-BC61-117E65D91B3A}" dt="2019-10-31T13:20:47.224" v="37"/>
          <ac:spMkLst>
            <pc:docMk/>
            <pc:sldMk cId="175485925" sldId="1227"/>
            <ac:spMk id="4" creationId="{0512DBA5-833F-4171-ABFB-4276D6BF0A4C}"/>
          </ac:spMkLst>
        </pc:spChg>
        <pc:spChg chg="del">
          <ac:chgData name="Olha Kuklieva" userId="8058d566-3e94-4190-bb8d-b787b7329c88" providerId="ADAL" clId="{82B65C56-0DDA-4F6B-BC61-117E65D91B3A}" dt="2019-10-31T13:20:47.224" v="37"/>
          <ac:spMkLst>
            <pc:docMk/>
            <pc:sldMk cId="175485925" sldId="1227"/>
            <ac:spMk id="5" creationId="{6D0FE103-98B7-4675-A27D-E67C87E88899}"/>
          </ac:spMkLst>
        </pc:spChg>
        <pc:spChg chg="add del mod">
          <ac:chgData name="Olha Kuklieva" userId="8058d566-3e94-4190-bb8d-b787b7329c88" providerId="ADAL" clId="{82B65C56-0DDA-4F6B-BC61-117E65D91B3A}" dt="2019-10-31T13:22:27.303" v="63"/>
          <ac:spMkLst>
            <pc:docMk/>
            <pc:sldMk cId="175485925" sldId="1227"/>
            <ac:spMk id="6" creationId="{FBDCDD2A-4E15-469D-BEA3-61049F5145CD}"/>
          </ac:spMkLst>
        </pc:spChg>
        <pc:spChg chg="add del mod">
          <ac:chgData name="Olha Kuklieva" userId="8058d566-3e94-4190-bb8d-b787b7329c88" providerId="ADAL" clId="{82B65C56-0DDA-4F6B-BC61-117E65D91B3A}" dt="2019-10-31T13:22:27.303" v="63"/>
          <ac:spMkLst>
            <pc:docMk/>
            <pc:sldMk cId="175485925" sldId="1227"/>
            <ac:spMk id="7" creationId="{83416B48-18DC-4F3C-9537-87FB8BA8E8A1}"/>
          </ac:spMkLst>
        </pc:spChg>
        <pc:spChg chg="add mod">
          <ac:chgData name="Olha Kuklieva" userId="8058d566-3e94-4190-bb8d-b787b7329c88" providerId="ADAL" clId="{82B65C56-0DDA-4F6B-BC61-117E65D91B3A}" dt="2019-10-31T13:22:27.303" v="63"/>
          <ac:spMkLst>
            <pc:docMk/>
            <pc:sldMk cId="175485925" sldId="1227"/>
            <ac:spMk id="8" creationId="{1C879ED0-FB0F-496C-A28D-E63CA7ACFAFF}"/>
          </ac:spMkLst>
        </pc:spChg>
        <pc:spChg chg="add mod">
          <ac:chgData name="Olha Kuklieva" userId="8058d566-3e94-4190-bb8d-b787b7329c88" providerId="ADAL" clId="{82B65C56-0DDA-4F6B-BC61-117E65D91B3A}" dt="2019-10-31T13:22:27.303" v="63"/>
          <ac:spMkLst>
            <pc:docMk/>
            <pc:sldMk cId="175485925" sldId="1227"/>
            <ac:spMk id="9" creationId="{CA4E5058-9026-462C-B16F-44D90B73FCAD}"/>
          </ac:spMkLst>
        </pc:spChg>
        <pc:spChg chg="add mod">
          <ac:chgData name="Olha Kuklieva" userId="8058d566-3e94-4190-bb8d-b787b7329c88" providerId="ADAL" clId="{82B65C56-0DDA-4F6B-BC61-117E65D91B3A}" dt="2019-10-31T13:22:27.303" v="63"/>
          <ac:spMkLst>
            <pc:docMk/>
            <pc:sldMk cId="175485925" sldId="1227"/>
            <ac:spMk id="10" creationId="{0055DE7F-03EA-4D23-AD9C-CE1E65F90EFD}"/>
          </ac:spMkLst>
        </pc:spChg>
        <pc:spChg chg="add mod">
          <ac:chgData name="Olha Kuklieva" userId="8058d566-3e94-4190-bb8d-b787b7329c88" providerId="ADAL" clId="{82B65C56-0DDA-4F6B-BC61-117E65D91B3A}" dt="2019-10-31T13:22:27.303" v="63"/>
          <ac:spMkLst>
            <pc:docMk/>
            <pc:sldMk cId="175485925" sldId="1227"/>
            <ac:spMk id="11" creationId="{E6D38E12-0B8B-4A45-AA22-FFF26BA4BDCF}"/>
          </ac:spMkLst>
        </pc:spChg>
        <pc:spChg chg="add mod">
          <ac:chgData name="Olha Kuklieva" userId="8058d566-3e94-4190-bb8d-b787b7329c88" providerId="ADAL" clId="{82B65C56-0DDA-4F6B-BC61-117E65D91B3A}" dt="2019-10-31T13:22:27.303" v="63"/>
          <ac:spMkLst>
            <pc:docMk/>
            <pc:sldMk cId="175485925" sldId="1227"/>
            <ac:spMk id="12" creationId="{DDF14CDB-48E1-4C5B-B40C-D700FCD6F957}"/>
          </ac:spMkLst>
        </pc:spChg>
        <pc:spChg chg="add mod">
          <ac:chgData name="Olha Kuklieva" userId="8058d566-3e94-4190-bb8d-b787b7329c88" providerId="ADAL" clId="{82B65C56-0DDA-4F6B-BC61-117E65D91B3A}" dt="2019-10-31T13:22:27.303" v="63"/>
          <ac:spMkLst>
            <pc:docMk/>
            <pc:sldMk cId="175485925" sldId="1227"/>
            <ac:spMk id="13" creationId="{276D560C-9AA8-4A22-A278-EE90E939A6AC}"/>
          </ac:spMkLst>
        </pc:spChg>
      </pc:sldChg>
      <pc:sldChg chg="addSp delSp modSp add ord">
        <pc:chgData name="Olha Kuklieva" userId="8058d566-3e94-4190-bb8d-b787b7329c88" providerId="ADAL" clId="{82B65C56-0DDA-4F6B-BC61-117E65D91B3A}" dt="2019-10-31T13:20:58.460" v="40"/>
        <pc:sldMkLst>
          <pc:docMk/>
          <pc:sldMk cId="1943036412" sldId="1228"/>
        </pc:sldMkLst>
        <pc:spChg chg="del">
          <ac:chgData name="Olha Kuklieva" userId="8058d566-3e94-4190-bb8d-b787b7329c88" providerId="ADAL" clId="{82B65C56-0DDA-4F6B-BC61-117E65D91B3A}" dt="2019-10-31T13:20:55.616" v="39"/>
          <ac:spMkLst>
            <pc:docMk/>
            <pc:sldMk cId="1943036412" sldId="1228"/>
            <ac:spMk id="2" creationId="{243A08A1-FE81-4669-8010-AB512AEBF8B5}"/>
          </ac:spMkLst>
        </pc:spChg>
        <pc:spChg chg="del">
          <ac:chgData name="Olha Kuklieva" userId="8058d566-3e94-4190-bb8d-b787b7329c88" providerId="ADAL" clId="{82B65C56-0DDA-4F6B-BC61-117E65D91B3A}" dt="2019-10-31T13:20:55.616" v="39"/>
          <ac:spMkLst>
            <pc:docMk/>
            <pc:sldMk cId="1943036412" sldId="1228"/>
            <ac:spMk id="3" creationId="{93B389C7-D385-4774-9726-10C8CAF10EAE}"/>
          </ac:spMkLst>
        </pc:spChg>
        <pc:spChg chg="add mod">
          <ac:chgData name="Olha Kuklieva" userId="8058d566-3e94-4190-bb8d-b787b7329c88" providerId="ADAL" clId="{82B65C56-0DDA-4F6B-BC61-117E65D91B3A}" dt="2019-10-31T13:20:55.616" v="39"/>
          <ac:spMkLst>
            <pc:docMk/>
            <pc:sldMk cId="1943036412" sldId="1228"/>
            <ac:spMk id="4" creationId="{CA236E6E-CCA1-48F4-8FC1-2690E5DA5F74}"/>
          </ac:spMkLst>
        </pc:spChg>
        <pc:spChg chg="add mod">
          <ac:chgData name="Olha Kuklieva" userId="8058d566-3e94-4190-bb8d-b787b7329c88" providerId="ADAL" clId="{82B65C56-0DDA-4F6B-BC61-117E65D91B3A}" dt="2019-10-31T13:20:55.616" v="39"/>
          <ac:spMkLst>
            <pc:docMk/>
            <pc:sldMk cId="1943036412" sldId="1228"/>
            <ac:spMk id="5" creationId="{9C6E0AE2-DB35-40C9-B9A1-25494B29AECD}"/>
          </ac:spMkLst>
        </pc:spChg>
      </pc:sldChg>
      <pc:sldChg chg="addSp delSp modSp add">
        <pc:chgData name="Olha Kuklieva" userId="8058d566-3e94-4190-bb8d-b787b7329c88" providerId="ADAL" clId="{82B65C56-0DDA-4F6B-BC61-117E65D91B3A}" dt="2019-10-31T13:21:09.202" v="42"/>
        <pc:sldMkLst>
          <pc:docMk/>
          <pc:sldMk cId="796952511" sldId="1229"/>
        </pc:sldMkLst>
        <pc:spChg chg="del">
          <ac:chgData name="Olha Kuklieva" userId="8058d566-3e94-4190-bb8d-b787b7329c88" providerId="ADAL" clId="{82B65C56-0DDA-4F6B-BC61-117E65D91B3A}" dt="2019-10-31T13:21:09.202" v="42"/>
          <ac:spMkLst>
            <pc:docMk/>
            <pc:sldMk cId="796952511" sldId="1229"/>
            <ac:spMk id="2" creationId="{E6E13410-90BD-470E-AA47-C4C5C4C388EC}"/>
          </ac:spMkLst>
        </pc:spChg>
        <pc:spChg chg="del">
          <ac:chgData name="Olha Kuklieva" userId="8058d566-3e94-4190-bb8d-b787b7329c88" providerId="ADAL" clId="{82B65C56-0DDA-4F6B-BC61-117E65D91B3A}" dt="2019-10-31T13:21:09.202" v="42"/>
          <ac:spMkLst>
            <pc:docMk/>
            <pc:sldMk cId="796952511" sldId="1229"/>
            <ac:spMk id="3" creationId="{D6DB02A1-9EBB-4826-8D38-69FD1460AFF5}"/>
          </ac:spMkLst>
        </pc:spChg>
        <pc:spChg chg="add mod">
          <ac:chgData name="Olha Kuklieva" userId="8058d566-3e94-4190-bb8d-b787b7329c88" providerId="ADAL" clId="{82B65C56-0DDA-4F6B-BC61-117E65D91B3A}" dt="2019-10-31T13:21:09.202" v="42"/>
          <ac:spMkLst>
            <pc:docMk/>
            <pc:sldMk cId="796952511" sldId="1229"/>
            <ac:spMk id="4" creationId="{5831415F-B9DB-4820-AEA0-7D4B3738F685}"/>
          </ac:spMkLst>
        </pc:spChg>
        <pc:spChg chg="add mod">
          <ac:chgData name="Olha Kuklieva" userId="8058d566-3e94-4190-bb8d-b787b7329c88" providerId="ADAL" clId="{82B65C56-0DDA-4F6B-BC61-117E65D91B3A}" dt="2019-10-31T13:21:09.202" v="42"/>
          <ac:spMkLst>
            <pc:docMk/>
            <pc:sldMk cId="796952511" sldId="1229"/>
            <ac:spMk id="5" creationId="{548BC74F-B18A-4578-98FC-BCE7C88CA179}"/>
          </ac:spMkLst>
        </pc:spChg>
      </pc:sldChg>
      <pc:sldChg chg="addSp delSp modSp add">
        <pc:chgData name="Olha Kuklieva" userId="8058d566-3e94-4190-bb8d-b787b7329c88" providerId="ADAL" clId="{82B65C56-0DDA-4F6B-BC61-117E65D91B3A}" dt="2019-10-31T13:21:13.117" v="44"/>
        <pc:sldMkLst>
          <pc:docMk/>
          <pc:sldMk cId="1856492653" sldId="1230"/>
        </pc:sldMkLst>
        <pc:spChg chg="del">
          <ac:chgData name="Olha Kuklieva" userId="8058d566-3e94-4190-bb8d-b787b7329c88" providerId="ADAL" clId="{82B65C56-0DDA-4F6B-BC61-117E65D91B3A}" dt="2019-10-31T13:21:13.117" v="44"/>
          <ac:spMkLst>
            <pc:docMk/>
            <pc:sldMk cId="1856492653" sldId="1230"/>
            <ac:spMk id="2" creationId="{0AC469AC-C6FF-4003-B95F-89980C5C3E02}"/>
          </ac:spMkLst>
        </pc:spChg>
        <pc:spChg chg="del">
          <ac:chgData name="Olha Kuklieva" userId="8058d566-3e94-4190-bb8d-b787b7329c88" providerId="ADAL" clId="{82B65C56-0DDA-4F6B-BC61-117E65D91B3A}" dt="2019-10-31T13:21:13.117" v="44"/>
          <ac:spMkLst>
            <pc:docMk/>
            <pc:sldMk cId="1856492653" sldId="1230"/>
            <ac:spMk id="3" creationId="{534F63C9-4974-45FF-8754-4E152E5BF9FC}"/>
          </ac:spMkLst>
        </pc:spChg>
        <pc:spChg chg="add mod">
          <ac:chgData name="Olha Kuklieva" userId="8058d566-3e94-4190-bb8d-b787b7329c88" providerId="ADAL" clId="{82B65C56-0DDA-4F6B-BC61-117E65D91B3A}" dt="2019-10-31T13:21:13.117" v="44"/>
          <ac:spMkLst>
            <pc:docMk/>
            <pc:sldMk cId="1856492653" sldId="1230"/>
            <ac:spMk id="4" creationId="{AAFA0E05-D6A3-44DB-8E1F-AE9104489031}"/>
          </ac:spMkLst>
        </pc:spChg>
        <pc:spChg chg="add mod">
          <ac:chgData name="Olha Kuklieva" userId="8058d566-3e94-4190-bb8d-b787b7329c88" providerId="ADAL" clId="{82B65C56-0DDA-4F6B-BC61-117E65D91B3A}" dt="2019-10-31T13:21:13.117" v="44"/>
          <ac:spMkLst>
            <pc:docMk/>
            <pc:sldMk cId="1856492653" sldId="1230"/>
            <ac:spMk id="5" creationId="{817D4F48-03D6-4A34-979F-5C60DD1330B6}"/>
          </ac:spMkLst>
        </pc:spChg>
      </pc:sldChg>
      <pc:sldChg chg="addSp delSp modSp add">
        <pc:chgData name="Olha Kuklieva" userId="8058d566-3e94-4190-bb8d-b787b7329c88" providerId="ADAL" clId="{82B65C56-0DDA-4F6B-BC61-117E65D91B3A}" dt="2019-10-31T13:21:18.439" v="46"/>
        <pc:sldMkLst>
          <pc:docMk/>
          <pc:sldMk cId="3440774989" sldId="1231"/>
        </pc:sldMkLst>
        <pc:spChg chg="del">
          <ac:chgData name="Olha Kuklieva" userId="8058d566-3e94-4190-bb8d-b787b7329c88" providerId="ADAL" clId="{82B65C56-0DDA-4F6B-BC61-117E65D91B3A}" dt="2019-10-31T13:21:18.439" v="46"/>
          <ac:spMkLst>
            <pc:docMk/>
            <pc:sldMk cId="3440774989" sldId="1231"/>
            <ac:spMk id="2" creationId="{414DAAB3-A6A9-41E2-B080-6E455B2E14B5}"/>
          </ac:spMkLst>
        </pc:spChg>
        <pc:spChg chg="del">
          <ac:chgData name="Olha Kuklieva" userId="8058d566-3e94-4190-bb8d-b787b7329c88" providerId="ADAL" clId="{82B65C56-0DDA-4F6B-BC61-117E65D91B3A}" dt="2019-10-31T13:21:18.439" v="46"/>
          <ac:spMkLst>
            <pc:docMk/>
            <pc:sldMk cId="3440774989" sldId="1231"/>
            <ac:spMk id="3" creationId="{D9233D15-17C2-49C8-AD55-6911C3DEBA37}"/>
          </ac:spMkLst>
        </pc:spChg>
        <pc:spChg chg="add mod">
          <ac:chgData name="Olha Kuklieva" userId="8058d566-3e94-4190-bb8d-b787b7329c88" providerId="ADAL" clId="{82B65C56-0DDA-4F6B-BC61-117E65D91B3A}" dt="2019-10-31T13:21:18.439" v="46"/>
          <ac:spMkLst>
            <pc:docMk/>
            <pc:sldMk cId="3440774989" sldId="1231"/>
            <ac:spMk id="4" creationId="{B89C1B92-534C-47A0-B35C-7F8EBB8DA40C}"/>
          </ac:spMkLst>
        </pc:spChg>
        <pc:spChg chg="add mod">
          <ac:chgData name="Olha Kuklieva" userId="8058d566-3e94-4190-bb8d-b787b7329c88" providerId="ADAL" clId="{82B65C56-0DDA-4F6B-BC61-117E65D91B3A}" dt="2019-10-31T13:21:18.439" v="46"/>
          <ac:spMkLst>
            <pc:docMk/>
            <pc:sldMk cId="3440774989" sldId="1231"/>
            <ac:spMk id="5" creationId="{8FA807B4-AFD7-4059-940E-031033A6C169}"/>
          </ac:spMkLst>
        </pc:spChg>
      </pc:sldChg>
      <pc:sldChg chg="addSp delSp modSp add">
        <pc:chgData name="Olha Kuklieva" userId="8058d566-3e94-4190-bb8d-b787b7329c88" providerId="ADAL" clId="{82B65C56-0DDA-4F6B-BC61-117E65D91B3A}" dt="2019-10-31T13:21:30.607" v="48"/>
        <pc:sldMkLst>
          <pc:docMk/>
          <pc:sldMk cId="370164559" sldId="1232"/>
        </pc:sldMkLst>
        <pc:spChg chg="del">
          <ac:chgData name="Olha Kuklieva" userId="8058d566-3e94-4190-bb8d-b787b7329c88" providerId="ADAL" clId="{82B65C56-0DDA-4F6B-BC61-117E65D91B3A}" dt="2019-10-31T13:21:30.607" v="48"/>
          <ac:spMkLst>
            <pc:docMk/>
            <pc:sldMk cId="370164559" sldId="1232"/>
            <ac:spMk id="2" creationId="{AEFF3FA5-4F9A-47C5-9282-15004FDD5FA0}"/>
          </ac:spMkLst>
        </pc:spChg>
        <pc:spChg chg="del">
          <ac:chgData name="Olha Kuklieva" userId="8058d566-3e94-4190-bb8d-b787b7329c88" providerId="ADAL" clId="{82B65C56-0DDA-4F6B-BC61-117E65D91B3A}" dt="2019-10-31T13:21:30.607" v="48"/>
          <ac:spMkLst>
            <pc:docMk/>
            <pc:sldMk cId="370164559" sldId="1232"/>
            <ac:spMk id="3" creationId="{6AA47D9C-991C-44A7-B46B-E6C01B7D3F19}"/>
          </ac:spMkLst>
        </pc:spChg>
        <pc:spChg chg="add mod">
          <ac:chgData name="Olha Kuklieva" userId="8058d566-3e94-4190-bb8d-b787b7329c88" providerId="ADAL" clId="{82B65C56-0DDA-4F6B-BC61-117E65D91B3A}" dt="2019-10-31T13:21:30.607" v="48"/>
          <ac:spMkLst>
            <pc:docMk/>
            <pc:sldMk cId="370164559" sldId="1232"/>
            <ac:spMk id="4" creationId="{C4F1E8A9-C2C6-413C-BF2D-8D22F2332193}"/>
          </ac:spMkLst>
        </pc:spChg>
        <pc:spChg chg="add mod">
          <ac:chgData name="Olha Kuklieva" userId="8058d566-3e94-4190-bb8d-b787b7329c88" providerId="ADAL" clId="{82B65C56-0DDA-4F6B-BC61-117E65D91B3A}" dt="2019-10-31T13:21:30.607" v="48"/>
          <ac:spMkLst>
            <pc:docMk/>
            <pc:sldMk cId="370164559" sldId="1232"/>
            <ac:spMk id="5" creationId="{61B47164-5C4E-46ED-A751-8C8D4443061B}"/>
          </ac:spMkLst>
        </pc:spChg>
        <pc:spChg chg="add mod">
          <ac:chgData name="Olha Kuklieva" userId="8058d566-3e94-4190-bb8d-b787b7329c88" providerId="ADAL" clId="{82B65C56-0DDA-4F6B-BC61-117E65D91B3A}" dt="2019-10-31T13:21:30.607" v="48"/>
          <ac:spMkLst>
            <pc:docMk/>
            <pc:sldMk cId="370164559" sldId="1232"/>
            <ac:spMk id="6" creationId="{74334EBB-850A-4BB3-AD6E-C0E5759930A3}"/>
          </ac:spMkLst>
        </pc:spChg>
      </pc:sldChg>
      <pc:sldChg chg="addSp delSp modSp add">
        <pc:chgData name="Olha Kuklieva" userId="8058d566-3e94-4190-bb8d-b787b7329c88" providerId="ADAL" clId="{82B65C56-0DDA-4F6B-BC61-117E65D91B3A}" dt="2019-10-31T13:21:35.157" v="50"/>
        <pc:sldMkLst>
          <pc:docMk/>
          <pc:sldMk cId="2206258584" sldId="1233"/>
        </pc:sldMkLst>
        <pc:spChg chg="del">
          <ac:chgData name="Olha Kuklieva" userId="8058d566-3e94-4190-bb8d-b787b7329c88" providerId="ADAL" clId="{82B65C56-0DDA-4F6B-BC61-117E65D91B3A}" dt="2019-10-31T13:21:35.157" v="50"/>
          <ac:spMkLst>
            <pc:docMk/>
            <pc:sldMk cId="2206258584" sldId="1233"/>
            <ac:spMk id="2" creationId="{F1E522FB-5637-4F0F-B84F-6172AF70EDE3}"/>
          </ac:spMkLst>
        </pc:spChg>
        <pc:spChg chg="del">
          <ac:chgData name="Olha Kuklieva" userId="8058d566-3e94-4190-bb8d-b787b7329c88" providerId="ADAL" clId="{82B65C56-0DDA-4F6B-BC61-117E65D91B3A}" dt="2019-10-31T13:21:35.157" v="50"/>
          <ac:spMkLst>
            <pc:docMk/>
            <pc:sldMk cId="2206258584" sldId="1233"/>
            <ac:spMk id="3" creationId="{C3DDFADB-9649-4C6A-ACE2-244024000276}"/>
          </ac:spMkLst>
        </pc:spChg>
        <pc:spChg chg="del">
          <ac:chgData name="Olha Kuklieva" userId="8058d566-3e94-4190-bb8d-b787b7329c88" providerId="ADAL" clId="{82B65C56-0DDA-4F6B-BC61-117E65D91B3A}" dt="2019-10-31T13:21:35.157" v="50"/>
          <ac:spMkLst>
            <pc:docMk/>
            <pc:sldMk cId="2206258584" sldId="1233"/>
            <ac:spMk id="4" creationId="{F97ED3CC-02AE-4272-836A-215B3EB3F8AA}"/>
          </ac:spMkLst>
        </pc:spChg>
        <pc:spChg chg="add mod">
          <ac:chgData name="Olha Kuklieva" userId="8058d566-3e94-4190-bb8d-b787b7329c88" providerId="ADAL" clId="{82B65C56-0DDA-4F6B-BC61-117E65D91B3A}" dt="2019-10-31T13:21:35.157" v="50"/>
          <ac:spMkLst>
            <pc:docMk/>
            <pc:sldMk cId="2206258584" sldId="1233"/>
            <ac:spMk id="5" creationId="{07F232F8-3DCC-42F6-918D-253C12D87F55}"/>
          </ac:spMkLst>
        </pc:spChg>
        <pc:spChg chg="add mod">
          <ac:chgData name="Olha Kuklieva" userId="8058d566-3e94-4190-bb8d-b787b7329c88" providerId="ADAL" clId="{82B65C56-0DDA-4F6B-BC61-117E65D91B3A}" dt="2019-10-31T13:21:35.157" v="50"/>
          <ac:spMkLst>
            <pc:docMk/>
            <pc:sldMk cId="2206258584" sldId="1233"/>
            <ac:spMk id="6" creationId="{3BD6F3A0-B8BF-41EB-A614-48D90DB3A7F7}"/>
          </ac:spMkLst>
        </pc:spChg>
        <pc:spChg chg="add mod">
          <ac:chgData name="Olha Kuklieva" userId="8058d566-3e94-4190-bb8d-b787b7329c88" providerId="ADAL" clId="{82B65C56-0DDA-4F6B-BC61-117E65D91B3A}" dt="2019-10-31T13:21:35.157" v="50"/>
          <ac:spMkLst>
            <pc:docMk/>
            <pc:sldMk cId="2206258584" sldId="1233"/>
            <ac:spMk id="7" creationId="{2FF701EB-017D-4DCB-8484-2297D8189D7A}"/>
          </ac:spMkLst>
        </pc:spChg>
        <pc:spChg chg="add mod">
          <ac:chgData name="Olha Kuklieva" userId="8058d566-3e94-4190-bb8d-b787b7329c88" providerId="ADAL" clId="{82B65C56-0DDA-4F6B-BC61-117E65D91B3A}" dt="2019-10-31T13:21:35.157" v="50"/>
          <ac:spMkLst>
            <pc:docMk/>
            <pc:sldMk cId="2206258584" sldId="1233"/>
            <ac:spMk id="8" creationId="{F7F2DB32-9C4E-4DB0-886F-43B87BC86204}"/>
          </ac:spMkLst>
        </pc:spChg>
        <pc:spChg chg="add mod">
          <ac:chgData name="Olha Kuklieva" userId="8058d566-3e94-4190-bb8d-b787b7329c88" providerId="ADAL" clId="{82B65C56-0DDA-4F6B-BC61-117E65D91B3A}" dt="2019-10-31T13:21:35.157" v="50"/>
          <ac:spMkLst>
            <pc:docMk/>
            <pc:sldMk cId="2206258584" sldId="1233"/>
            <ac:spMk id="9" creationId="{C884F33B-DAF6-48C5-B73F-15CA78409C7A}"/>
          </ac:spMkLst>
        </pc:spChg>
        <pc:spChg chg="add mod">
          <ac:chgData name="Olha Kuklieva" userId="8058d566-3e94-4190-bb8d-b787b7329c88" providerId="ADAL" clId="{82B65C56-0DDA-4F6B-BC61-117E65D91B3A}" dt="2019-10-31T13:21:35.157" v="50"/>
          <ac:spMkLst>
            <pc:docMk/>
            <pc:sldMk cId="2206258584" sldId="1233"/>
            <ac:spMk id="10" creationId="{EB64B8B9-D9F6-4431-B684-602795A15DDD}"/>
          </ac:spMkLst>
        </pc:spChg>
      </pc:sldChg>
      <pc:sldChg chg="addSp delSp modSp add">
        <pc:chgData name="Olha Kuklieva" userId="8058d566-3e94-4190-bb8d-b787b7329c88" providerId="ADAL" clId="{82B65C56-0DDA-4F6B-BC61-117E65D91B3A}" dt="2019-10-31T13:21:48.777" v="55"/>
        <pc:sldMkLst>
          <pc:docMk/>
          <pc:sldMk cId="138160587" sldId="1234"/>
        </pc:sldMkLst>
        <pc:spChg chg="del">
          <ac:chgData name="Olha Kuklieva" userId="8058d566-3e94-4190-bb8d-b787b7329c88" providerId="ADAL" clId="{82B65C56-0DDA-4F6B-BC61-117E65D91B3A}" dt="2019-10-31T13:21:41.006" v="52"/>
          <ac:spMkLst>
            <pc:docMk/>
            <pc:sldMk cId="138160587" sldId="1234"/>
            <ac:spMk id="2" creationId="{176F6549-E1E7-4A73-BA3F-66D5A69F98EB}"/>
          </ac:spMkLst>
        </pc:spChg>
        <pc:spChg chg="del">
          <ac:chgData name="Olha Kuklieva" userId="8058d566-3e94-4190-bb8d-b787b7329c88" providerId="ADAL" clId="{82B65C56-0DDA-4F6B-BC61-117E65D91B3A}" dt="2019-10-31T13:21:41.006" v="52"/>
          <ac:spMkLst>
            <pc:docMk/>
            <pc:sldMk cId="138160587" sldId="1234"/>
            <ac:spMk id="3" creationId="{AC47A63F-3C3D-4ECB-AB6F-A1712D885026}"/>
          </ac:spMkLst>
        </pc:spChg>
        <pc:spChg chg="del">
          <ac:chgData name="Olha Kuklieva" userId="8058d566-3e94-4190-bb8d-b787b7329c88" providerId="ADAL" clId="{82B65C56-0DDA-4F6B-BC61-117E65D91B3A}" dt="2019-10-31T13:21:41.006" v="52"/>
          <ac:spMkLst>
            <pc:docMk/>
            <pc:sldMk cId="138160587" sldId="1234"/>
            <ac:spMk id="4" creationId="{4C0B0985-B27B-459A-943D-2997DA842B16}"/>
          </ac:spMkLst>
        </pc:spChg>
        <pc:spChg chg="del">
          <ac:chgData name="Olha Kuklieva" userId="8058d566-3e94-4190-bb8d-b787b7329c88" providerId="ADAL" clId="{82B65C56-0DDA-4F6B-BC61-117E65D91B3A}" dt="2019-10-31T13:21:41.006" v="52"/>
          <ac:spMkLst>
            <pc:docMk/>
            <pc:sldMk cId="138160587" sldId="1234"/>
            <ac:spMk id="5" creationId="{AA329F11-EC5C-4BA6-8036-5D41DEA89FAD}"/>
          </ac:spMkLst>
        </pc:spChg>
        <pc:spChg chg="del">
          <ac:chgData name="Olha Kuklieva" userId="8058d566-3e94-4190-bb8d-b787b7329c88" providerId="ADAL" clId="{82B65C56-0DDA-4F6B-BC61-117E65D91B3A}" dt="2019-10-31T13:21:41.006" v="52"/>
          <ac:spMkLst>
            <pc:docMk/>
            <pc:sldMk cId="138160587" sldId="1234"/>
            <ac:spMk id="6" creationId="{609B4149-A2B1-4FB0-A323-C5ACB9F5F87B}"/>
          </ac:spMkLst>
        </pc:spChg>
        <pc:spChg chg="del">
          <ac:chgData name="Olha Kuklieva" userId="8058d566-3e94-4190-bb8d-b787b7329c88" providerId="ADAL" clId="{82B65C56-0DDA-4F6B-BC61-117E65D91B3A}" dt="2019-10-31T13:21:41.006" v="52"/>
          <ac:spMkLst>
            <pc:docMk/>
            <pc:sldMk cId="138160587" sldId="1234"/>
            <ac:spMk id="7" creationId="{5CC034BD-2514-4DEE-9F20-591D91F0F473}"/>
          </ac:spMkLst>
        </pc:spChg>
        <pc:spChg chg="add del mod">
          <ac:chgData name="Olha Kuklieva" userId="8058d566-3e94-4190-bb8d-b787b7329c88" providerId="ADAL" clId="{82B65C56-0DDA-4F6B-BC61-117E65D91B3A}" dt="2019-10-31T13:21:48.777" v="55"/>
          <ac:spMkLst>
            <pc:docMk/>
            <pc:sldMk cId="138160587" sldId="1234"/>
            <ac:spMk id="8" creationId="{63DEA8AE-C6CF-4784-93A5-86DD907A9A5C}"/>
          </ac:spMkLst>
        </pc:spChg>
        <pc:spChg chg="add del mod">
          <ac:chgData name="Olha Kuklieva" userId="8058d566-3e94-4190-bb8d-b787b7329c88" providerId="ADAL" clId="{82B65C56-0DDA-4F6B-BC61-117E65D91B3A}" dt="2019-10-31T13:21:48.777" v="55"/>
          <ac:spMkLst>
            <pc:docMk/>
            <pc:sldMk cId="138160587" sldId="1234"/>
            <ac:spMk id="9" creationId="{9680BDFE-7646-4F3A-BCA5-F47C02A39C05}"/>
          </ac:spMkLst>
        </pc:spChg>
        <pc:spChg chg="add mod">
          <ac:chgData name="Olha Kuklieva" userId="8058d566-3e94-4190-bb8d-b787b7329c88" providerId="ADAL" clId="{82B65C56-0DDA-4F6B-BC61-117E65D91B3A}" dt="2019-10-31T13:21:48.777" v="55"/>
          <ac:spMkLst>
            <pc:docMk/>
            <pc:sldMk cId="138160587" sldId="1234"/>
            <ac:spMk id="10" creationId="{C2C01860-88AA-4983-9D84-DB6CD67B99FA}"/>
          </ac:spMkLst>
        </pc:spChg>
        <pc:spChg chg="add mod">
          <ac:chgData name="Olha Kuklieva" userId="8058d566-3e94-4190-bb8d-b787b7329c88" providerId="ADAL" clId="{82B65C56-0DDA-4F6B-BC61-117E65D91B3A}" dt="2019-10-31T13:21:48.777" v="55"/>
          <ac:spMkLst>
            <pc:docMk/>
            <pc:sldMk cId="138160587" sldId="1234"/>
            <ac:spMk id="11" creationId="{CF3D1018-5EBF-47E8-BCA9-73CE5FFDDFC4}"/>
          </ac:spMkLst>
        </pc:spChg>
      </pc:sldChg>
      <pc:sldChg chg="addSp delSp modSp add">
        <pc:chgData name="Olha Kuklieva" userId="8058d566-3e94-4190-bb8d-b787b7329c88" providerId="ADAL" clId="{82B65C56-0DDA-4F6B-BC61-117E65D91B3A}" dt="2019-10-31T13:21:52.450" v="56"/>
        <pc:sldMkLst>
          <pc:docMk/>
          <pc:sldMk cId="1929071914" sldId="1235"/>
        </pc:sldMkLst>
        <pc:spChg chg="del">
          <ac:chgData name="Olha Kuklieva" userId="8058d566-3e94-4190-bb8d-b787b7329c88" providerId="ADAL" clId="{82B65C56-0DDA-4F6B-BC61-117E65D91B3A}" dt="2019-10-31T13:21:44.502" v="54"/>
          <ac:spMkLst>
            <pc:docMk/>
            <pc:sldMk cId="1929071914" sldId="1235"/>
            <ac:spMk id="2" creationId="{461BE51E-4C08-41AA-80FA-11C38A0245D2}"/>
          </ac:spMkLst>
        </pc:spChg>
        <pc:spChg chg="del">
          <ac:chgData name="Olha Kuklieva" userId="8058d566-3e94-4190-bb8d-b787b7329c88" providerId="ADAL" clId="{82B65C56-0DDA-4F6B-BC61-117E65D91B3A}" dt="2019-10-31T13:21:44.502" v="54"/>
          <ac:spMkLst>
            <pc:docMk/>
            <pc:sldMk cId="1929071914" sldId="1235"/>
            <ac:spMk id="3" creationId="{3E51AC74-5C4C-4D8B-8CDE-5A0F2C1E9D9C}"/>
          </ac:spMkLst>
        </pc:spChg>
        <pc:spChg chg="add del mod">
          <ac:chgData name="Olha Kuklieva" userId="8058d566-3e94-4190-bb8d-b787b7329c88" providerId="ADAL" clId="{82B65C56-0DDA-4F6B-BC61-117E65D91B3A}" dt="2019-10-31T13:21:52.450" v="56"/>
          <ac:spMkLst>
            <pc:docMk/>
            <pc:sldMk cId="1929071914" sldId="1235"/>
            <ac:spMk id="4" creationId="{7CE279CF-3BD5-4824-A27C-DC37634BDC47}"/>
          </ac:spMkLst>
        </pc:spChg>
        <pc:spChg chg="add del mod">
          <ac:chgData name="Olha Kuklieva" userId="8058d566-3e94-4190-bb8d-b787b7329c88" providerId="ADAL" clId="{82B65C56-0DDA-4F6B-BC61-117E65D91B3A}" dt="2019-10-31T13:21:52.450" v="56"/>
          <ac:spMkLst>
            <pc:docMk/>
            <pc:sldMk cId="1929071914" sldId="1235"/>
            <ac:spMk id="5" creationId="{D455A3A1-0149-49CA-9D4F-AD68D4166B21}"/>
          </ac:spMkLst>
        </pc:spChg>
        <pc:spChg chg="add mod">
          <ac:chgData name="Olha Kuklieva" userId="8058d566-3e94-4190-bb8d-b787b7329c88" providerId="ADAL" clId="{82B65C56-0DDA-4F6B-BC61-117E65D91B3A}" dt="2019-10-31T13:21:52.450" v="56"/>
          <ac:spMkLst>
            <pc:docMk/>
            <pc:sldMk cId="1929071914" sldId="1235"/>
            <ac:spMk id="6" creationId="{E7799C24-7F17-4319-B7A6-4385F217E7DA}"/>
          </ac:spMkLst>
        </pc:spChg>
        <pc:spChg chg="add mod">
          <ac:chgData name="Olha Kuklieva" userId="8058d566-3e94-4190-bb8d-b787b7329c88" providerId="ADAL" clId="{82B65C56-0DDA-4F6B-BC61-117E65D91B3A}" dt="2019-10-31T13:21:52.450" v="56"/>
          <ac:spMkLst>
            <pc:docMk/>
            <pc:sldMk cId="1929071914" sldId="1235"/>
            <ac:spMk id="7" creationId="{BB481E08-7C2D-4866-9DA7-E948FC06EE63}"/>
          </ac:spMkLst>
        </pc:spChg>
      </pc:sldChg>
      <pc:sldChg chg="addSp delSp modSp add">
        <pc:chgData name="Olha Kuklieva" userId="8058d566-3e94-4190-bb8d-b787b7329c88" providerId="ADAL" clId="{82B65C56-0DDA-4F6B-BC61-117E65D91B3A}" dt="2019-10-31T13:21:56.198" v="58"/>
        <pc:sldMkLst>
          <pc:docMk/>
          <pc:sldMk cId="1483906705" sldId="1236"/>
        </pc:sldMkLst>
        <pc:spChg chg="del">
          <ac:chgData name="Olha Kuklieva" userId="8058d566-3e94-4190-bb8d-b787b7329c88" providerId="ADAL" clId="{82B65C56-0DDA-4F6B-BC61-117E65D91B3A}" dt="2019-10-31T13:21:56.198" v="58"/>
          <ac:spMkLst>
            <pc:docMk/>
            <pc:sldMk cId="1483906705" sldId="1236"/>
            <ac:spMk id="2" creationId="{95DFADC9-7335-4F78-A5D4-A7BF31752D7F}"/>
          </ac:spMkLst>
        </pc:spChg>
        <pc:spChg chg="del">
          <ac:chgData name="Olha Kuklieva" userId="8058d566-3e94-4190-bb8d-b787b7329c88" providerId="ADAL" clId="{82B65C56-0DDA-4F6B-BC61-117E65D91B3A}" dt="2019-10-31T13:21:56.198" v="58"/>
          <ac:spMkLst>
            <pc:docMk/>
            <pc:sldMk cId="1483906705" sldId="1236"/>
            <ac:spMk id="3" creationId="{0269A099-CDF6-4EBA-A514-A2DAB86EFC04}"/>
          </ac:spMkLst>
        </pc:spChg>
        <pc:spChg chg="add mod">
          <ac:chgData name="Olha Kuklieva" userId="8058d566-3e94-4190-bb8d-b787b7329c88" providerId="ADAL" clId="{82B65C56-0DDA-4F6B-BC61-117E65D91B3A}" dt="2019-10-31T13:21:56.198" v="58"/>
          <ac:spMkLst>
            <pc:docMk/>
            <pc:sldMk cId="1483906705" sldId="1236"/>
            <ac:spMk id="4" creationId="{9C0E98AF-C5CD-4FAB-A01E-D24E37D15F8E}"/>
          </ac:spMkLst>
        </pc:spChg>
        <pc:spChg chg="add mod">
          <ac:chgData name="Olha Kuklieva" userId="8058d566-3e94-4190-bb8d-b787b7329c88" providerId="ADAL" clId="{82B65C56-0DDA-4F6B-BC61-117E65D91B3A}" dt="2019-10-31T13:21:56.198" v="58"/>
          <ac:spMkLst>
            <pc:docMk/>
            <pc:sldMk cId="1483906705" sldId="1236"/>
            <ac:spMk id="5" creationId="{2D815465-9810-4297-B7C7-CB93EFFC3510}"/>
          </ac:spMkLst>
        </pc:spChg>
      </pc:sldChg>
      <pc:sldChg chg="delSp add">
        <pc:chgData name="Olha Kuklieva" userId="8058d566-3e94-4190-bb8d-b787b7329c88" providerId="ADAL" clId="{82B65C56-0DDA-4F6B-BC61-117E65D91B3A}" dt="2019-10-31T13:22:04.395" v="60"/>
        <pc:sldMkLst>
          <pc:docMk/>
          <pc:sldMk cId="1744341630" sldId="1237"/>
        </pc:sldMkLst>
        <pc:spChg chg="del">
          <ac:chgData name="Olha Kuklieva" userId="8058d566-3e94-4190-bb8d-b787b7329c88" providerId="ADAL" clId="{82B65C56-0DDA-4F6B-BC61-117E65D91B3A}" dt="2019-10-31T13:22:04.395" v="60"/>
          <ac:spMkLst>
            <pc:docMk/>
            <pc:sldMk cId="1744341630" sldId="1237"/>
            <ac:spMk id="2" creationId="{1498270B-F795-4657-B078-0A65B2F27EA8}"/>
          </ac:spMkLst>
        </pc:spChg>
        <pc:spChg chg="del">
          <ac:chgData name="Olha Kuklieva" userId="8058d566-3e94-4190-bb8d-b787b7329c88" providerId="ADAL" clId="{82B65C56-0DDA-4F6B-BC61-117E65D91B3A}" dt="2019-10-31T13:22:04.395" v="60"/>
          <ac:spMkLst>
            <pc:docMk/>
            <pc:sldMk cId="1744341630" sldId="1237"/>
            <ac:spMk id="3" creationId="{73635B2F-3EEC-4D33-BAC8-1F7FD7E72004}"/>
          </ac:spMkLst>
        </pc:spChg>
      </pc:sldChg>
      <pc:sldChg chg="addSp modSp add">
        <pc:chgData name="Olha Kuklieva" userId="8058d566-3e94-4190-bb8d-b787b7329c88" providerId="ADAL" clId="{82B65C56-0DDA-4F6B-BC61-117E65D91B3A}" dt="2019-10-31T13:22:12.857" v="62"/>
        <pc:sldMkLst>
          <pc:docMk/>
          <pc:sldMk cId="2199953829" sldId="1238"/>
        </pc:sldMkLst>
        <pc:spChg chg="add mod">
          <ac:chgData name="Olha Kuklieva" userId="8058d566-3e94-4190-bb8d-b787b7329c88" providerId="ADAL" clId="{82B65C56-0DDA-4F6B-BC61-117E65D91B3A}" dt="2019-10-31T13:22:12.857" v="62"/>
          <ac:spMkLst>
            <pc:docMk/>
            <pc:sldMk cId="2199953829" sldId="1238"/>
            <ac:spMk id="2" creationId="{8C88C5F5-6CB3-4FAC-992E-C7AF0C1AEAA9}"/>
          </ac:spMkLst>
        </pc:spChg>
        <pc:spChg chg="add mod">
          <ac:chgData name="Olha Kuklieva" userId="8058d566-3e94-4190-bb8d-b787b7329c88" providerId="ADAL" clId="{82B65C56-0DDA-4F6B-BC61-117E65D91B3A}" dt="2019-10-31T13:22:12.857" v="62"/>
          <ac:spMkLst>
            <pc:docMk/>
            <pc:sldMk cId="2199953829" sldId="1238"/>
            <ac:spMk id="3" creationId="{84A8E77E-B539-4F18-9F02-51D8362FC622}"/>
          </ac:spMkLst>
        </pc:spChg>
        <pc:spChg chg="add mod">
          <ac:chgData name="Olha Kuklieva" userId="8058d566-3e94-4190-bb8d-b787b7329c88" providerId="ADAL" clId="{82B65C56-0DDA-4F6B-BC61-117E65D91B3A}" dt="2019-10-31T13:22:12.857" v="62"/>
          <ac:spMkLst>
            <pc:docMk/>
            <pc:sldMk cId="2199953829" sldId="1238"/>
            <ac:spMk id="4" creationId="{7F538B34-5B01-4C18-9A86-345B2E5C88AA}"/>
          </ac:spMkLst>
        </pc:spChg>
      </pc:sldChg>
      <pc:sldChg chg="del ord">
        <pc:chgData name="Olha Kuklieva" userId="8058d566-3e94-4190-bb8d-b787b7329c88" providerId="ADAL" clId="{82B65C56-0DDA-4F6B-BC61-117E65D91B3A}" dt="2019-10-31T13:25:54.534" v="66" actId="2696"/>
        <pc:sldMkLst>
          <pc:docMk/>
          <pc:sldMk cId="1639771642" sldId="1239"/>
        </pc:sldMkLst>
      </pc:sldChg>
      <pc:sldChg chg="del ord">
        <pc:chgData name="Olha Kuklieva" userId="8058d566-3e94-4190-bb8d-b787b7329c88" providerId="ADAL" clId="{82B65C56-0DDA-4F6B-BC61-117E65D91B3A}" dt="2019-10-31T13:25:54.541" v="67" actId="2696"/>
        <pc:sldMkLst>
          <pc:docMk/>
          <pc:sldMk cId="671565239" sldId="1240"/>
        </pc:sldMkLst>
      </pc:sldChg>
      <pc:sldMasterChg chg="modSldLayout">
        <pc:chgData name="Olha Kuklieva" userId="8058d566-3e94-4190-bb8d-b787b7329c88" providerId="ADAL" clId="{82B65C56-0DDA-4F6B-BC61-117E65D91B3A}" dt="2019-10-31T13:20:21.167" v="32"/>
        <pc:sldMasterMkLst>
          <pc:docMk/>
          <pc:sldMasterMk cId="3674229508" sldId="2147484777"/>
        </pc:sldMasterMkLst>
        <pc:sldLayoutChg chg="addSp delSp">
          <pc:chgData name="Olha Kuklieva" userId="8058d566-3e94-4190-bb8d-b787b7329c88" providerId="ADAL" clId="{82B65C56-0DDA-4F6B-BC61-117E65D91B3A}" dt="2019-10-31T13:20:21.167" v="32"/>
          <pc:sldLayoutMkLst>
            <pc:docMk/>
            <pc:sldMasterMk cId="3674229508" sldId="2147484777"/>
            <pc:sldLayoutMk cId="103784457" sldId="2147484780"/>
          </pc:sldLayoutMkLst>
          <pc:spChg chg="del">
            <ac:chgData name="Olha Kuklieva" userId="8058d566-3e94-4190-bb8d-b787b7329c88" providerId="ADAL" clId="{82B65C56-0DDA-4F6B-BC61-117E65D91B3A}" dt="2019-10-31T13:20:20.660" v="31" actId="478"/>
            <ac:spMkLst>
              <pc:docMk/>
              <pc:sldMasterMk cId="3674229508" sldId="2147484777"/>
              <pc:sldLayoutMk cId="103784457" sldId="2147484780"/>
              <ac:spMk id="7" creationId="{00000000-0000-0000-0000-000000000000}"/>
            </ac:spMkLst>
          </pc:spChg>
          <pc:spChg chg="add">
            <ac:chgData name="Olha Kuklieva" userId="8058d566-3e94-4190-bb8d-b787b7329c88" providerId="ADAL" clId="{82B65C56-0DDA-4F6B-BC61-117E65D91B3A}" dt="2019-10-31T13:20:21.167" v="32"/>
            <ac:spMkLst>
              <pc:docMk/>
              <pc:sldMasterMk cId="3674229508" sldId="2147484777"/>
              <pc:sldLayoutMk cId="103784457" sldId="2147484780"/>
              <ac:spMk id="10" creationId="{7E951F8F-95DA-4545-9B7B-92CF0D985F6F}"/>
            </ac:spMkLst>
          </pc:spChg>
        </pc:sldLayoutChg>
      </pc:sldMasterChg>
      <pc:sldMasterChg chg="modSldLayout">
        <pc:chgData name="Olha Kuklieva" userId="8058d566-3e94-4190-bb8d-b787b7329c88" providerId="ADAL" clId="{82B65C56-0DDA-4F6B-BC61-117E65D91B3A}" dt="2019-10-31T13:20:02.333" v="28" actId="1076"/>
        <pc:sldMasterMkLst>
          <pc:docMk/>
          <pc:sldMasterMk cId="341790936" sldId="2147484789"/>
        </pc:sldMasterMkLst>
        <pc:sldLayoutChg chg="modSp">
          <pc:chgData name="Olha Kuklieva" userId="8058d566-3e94-4190-bb8d-b787b7329c88" providerId="ADAL" clId="{82B65C56-0DDA-4F6B-BC61-117E65D91B3A}" dt="2019-10-31T13:20:02.333" v="28" actId="1076"/>
          <pc:sldLayoutMkLst>
            <pc:docMk/>
            <pc:sldMasterMk cId="341790936" sldId="2147484789"/>
            <pc:sldLayoutMk cId="3124640893" sldId="2147484792"/>
          </pc:sldLayoutMkLst>
          <pc:spChg chg="mod">
            <ac:chgData name="Olha Kuklieva" userId="8058d566-3e94-4190-bb8d-b787b7329c88" providerId="ADAL" clId="{82B65C56-0DDA-4F6B-BC61-117E65D91B3A}" dt="2019-10-31T13:19:18.002" v="5" actId="20577"/>
            <ac:spMkLst>
              <pc:docMk/>
              <pc:sldMasterMk cId="341790936" sldId="2147484789"/>
              <pc:sldLayoutMk cId="3124640893" sldId="2147484792"/>
              <ac:spMk id="3" creationId="{00000000-0000-0000-0000-000000000000}"/>
            </ac:spMkLst>
          </pc:spChg>
          <pc:spChg chg="mod">
            <ac:chgData name="Olha Kuklieva" userId="8058d566-3e94-4190-bb8d-b787b7329c88" providerId="ADAL" clId="{82B65C56-0DDA-4F6B-BC61-117E65D91B3A}" dt="2019-10-31T13:20:02.333" v="28" actId="1076"/>
            <ac:spMkLst>
              <pc:docMk/>
              <pc:sldMasterMk cId="341790936" sldId="2147484789"/>
              <pc:sldLayoutMk cId="3124640893" sldId="2147484792"/>
              <ac:spMk id="7" creationId="{00000000-0000-0000-0000-000000000000}"/>
            </ac:spMkLst>
          </pc:spChg>
        </pc:sldLayoutChg>
      </pc:sldMasterChg>
      <pc:sldMasterChg chg="modSldLayout">
        <pc:chgData name="Olha Kuklieva" userId="8058d566-3e94-4190-bb8d-b787b7329c88" providerId="ADAL" clId="{82B65C56-0DDA-4F6B-BC61-117E65D91B3A}" dt="2019-10-31T13:20:08.977" v="30"/>
        <pc:sldMasterMkLst>
          <pc:docMk/>
          <pc:sldMasterMk cId="3849270835" sldId="2147484842"/>
        </pc:sldMasterMkLst>
        <pc:sldLayoutChg chg="addSp delSp">
          <pc:chgData name="Olha Kuklieva" userId="8058d566-3e94-4190-bb8d-b787b7329c88" providerId="ADAL" clId="{82B65C56-0DDA-4F6B-BC61-117E65D91B3A}" dt="2019-10-31T13:20:08.977" v="30"/>
          <pc:sldLayoutMkLst>
            <pc:docMk/>
            <pc:sldMasterMk cId="3849270835" sldId="2147484842"/>
            <pc:sldLayoutMk cId="2933953185" sldId="2147484850"/>
          </pc:sldLayoutMkLst>
          <pc:spChg chg="add">
            <ac:chgData name="Olha Kuklieva" userId="8058d566-3e94-4190-bb8d-b787b7329c88" providerId="ADAL" clId="{82B65C56-0DDA-4F6B-BC61-117E65D91B3A}" dt="2019-10-31T13:20:08.977" v="30"/>
            <ac:spMkLst>
              <pc:docMk/>
              <pc:sldMasterMk cId="3849270835" sldId="2147484842"/>
              <pc:sldLayoutMk cId="2933953185" sldId="2147484850"/>
              <ac:spMk id="6" creationId="{6DDF5AB6-195E-47F9-91E3-98E599C01EFB}"/>
            </ac:spMkLst>
          </pc:spChg>
          <pc:spChg chg="del">
            <ac:chgData name="Olha Kuklieva" userId="8058d566-3e94-4190-bb8d-b787b7329c88" providerId="ADAL" clId="{82B65C56-0DDA-4F6B-BC61-117E65D91B3A}" dt="2019-10-31T13:20:08.389" v="29" actId="478"/>
            <ac:spMkLst>
              <pc:docMk/>
              <pc:sldMasterMk cId="3849270835" sldId="2147484842"/>
              <pc:sldLayoutMk cId="2933953185" sldId="2147484850"/>
              <ac:spMk id="7" creationId="{00000000-0000-0000-0000-000000000000}"/>
            </ac:spMkLst>
          </pc:spChg>
        </pc:sldLayoutChg>
      </pc:sldMasterChg>
    </pc:docChg>
  </pc:docChgLst>
  <pc:docChgLst>
    <pc:chgData name="Briana Mendoza" userId="c91bfef7-954f-4b54-95a0-187db890a228" providerId="ADAL" clId="{DE0A7EBB-A71E-E244-9638-CA7B1C0FB579}"/>
    <pc:docChg chg="addSld modSld">
      <pc:chgData name="Briana Mendoza" userId="c91bfef7-954f-4b54-95a0-187db890a228" providerId="ADAL" clId="{DE0A7EBB-A71E-E244-9638-CA7B1C0FB579}" dt="2020-02-11T15:37:01.634" v="2"/>
      <pc:docMkLst>
        <pc:docMk/>
      </pc:docMkLst>
      <pc:sldChg chg="addSp delSp modSp add">
        <pc:chgData name="Briana Mendoza" userId="c91bfef7-954f-4b54-95a0-187db890a228" providerId="ADAL" clId="{DE0A7EBB-A71E-E244-9638-CA7B1C0FB579}" dt="2020-02-11T15:37:01.634" v="2"/>
        <pc:sldMkLst>
          <pc:docMk/>
          <pc:sldMk cId="801574221" sldId="1239"/>
        </pc:sldMkLst>
        <pc:spChg chg="del">
          <ac:chgData name="Briana Mendoza" userId="c91bfef7-954f-4b54-95a0-187db890a228" providerId="ADAL" clId="{DE0A7EBB-A71E-E244-9638-CA7B1C0FB579}" dt="2020-02-11T15:36:41.101" v="1"/>
          <ac:spMkLst>
            <pc:docMk/>
            <pc:sldMk cId="801574221" sldId="1239"/>
            <ac:spMk id="2" creationId="{74E54B86-7300-084E-A2EA-4C64CC1F82ED}"/>
          </ac:spMkLst>
        </pc:spChg>
        <pc:spChg chg="del">
          <ac:chgData name="Briana Mendoza" userId="c91bfef7-954f-4b54-95a0-187db890a228" providerId="ADAL" clId="{DE0A7EBB-A71E-E244-9638-CA7B1C0FB579}" dt="2020-02-11T15:36:41.101" v="1"/>
          <ac:spMkLst>
            <pc:docMk/>
            <pc:sldMk cId="801574221" sldId="1239"/>
            <ac:spMk id="3" creationId="{2AC26678-36D1-1940-989C-87092E5FFD6F}"/>
          </ac:spMkLst>
        </pc:spChg>
        <pc:spChg chg="add del mod">
          <ac:chgData name="Briana Mendoza" userId="c91bfef7-954f-4b54-95a0-187db890a228" providerId="ADAL" clId="{DE0A7EBB-A71E-E244-9638-CA7B1C0FB579}" dt="2020-02-11T15:37:01.634" v="2"/>
          <ac:spMkLst>
            <pc:docMk/>
            <pc:sldMk cId="801574221" sldId="1239"/>
            <ac:spMk id="4" creationId="{40755D8C-6560-E04B-A898-B88A03B4DA47}"/>
          </ac:spMkLst>
        </pc:spChg>
        <pc:spChg chg="add del mod">
          <ac:chgData name="Briana Mendoza" userId="c91bfef7-954f-4b54-95a0-187db890a228" providerId="ADAL" clId="{DE0A7EBB-A71E-E244-9638-CA7B1C0FB579}" dt="2020-02-11T15:37:01.634" v="2"/>
          <ac:spMkLst>
            <pc:docMk/>
            <pc:sldMk cId="801574221" sldId="1239"/>
            <ac:spMk id="5" creationId="{EA190C6B-83CF-FA44-B2A2-0FC1B75C04A6}"/>
          </ac:spMkLst>
        </pc:spChg>
        <pc:spChg chg="add del mod">
          <ac:chgData name="Briana Mendoza" userId="c91bfef7-954f-4b54-95a0-187db890a228" providerId="ADAL" clId="{DE0A7EBB-A71E-E244-9638-CA7B1C0FB579}" dt="2020-02-11T15:37:01.634" v="2"/>
          <ac:spMkLst>
            <pc:docMk/>
            <pc:sldMk cId="801574221" sldId="1239"/>
            <ac:spMk id="6" creationId="{8E679A29-6F90-6C4C-970A-85B34E6A8B5C}"/>
          </ac:spMkLst>
        </pc:spChg>
        <pc:spChg chg="add del mod">
          <ac:chgData name="Briana Mendoza" userId="c91bfef7-954f-4b54-95a0-187db890a228" providerId="ADAL" clId="{DE0A7EBB-A71E-E244-9638-CA7B1C0FB579}" dt="2020-02-11T15:37:01.634" v="2"/>
          <ac:spMkLst>
            <pc:docMk/>
            <pc:sldMk cId="801574221" sldId="1239"/>
            <ac:spMk id="7" creationId="{E541A164-7EC1-2246-A6BF-402A097BD6ED}"/>
          </ac:spMkLst>
        </pc:spChg>
        <pc:spChg chg="add del mod">
          <ac:chgData name="Briana Mendoza" userId="c91bfef7-954f-4b54-95a0-187db890a228" providerId="ADAL" clId="{DE0A7EBB-A71E-E244-9638-CA7B1C0FB579}" dt="2020-02-11T15:37:01.634" v="2"/>
          <ac:spMkLst>
            <pc:docMk/>
            <pc:sldMk cId="801574221" sldId="1239"/>
            <ac:spMk id="8" creationId="{F64460B3-2375-9D4D-8234-4174BC3B6295}"/>
          </ac:spMkLst>
        </pc:spChg>
        <pc:spChg chg="add del mod">
          <ac:chgData name="Briana Mendoza" userId="c91bfef7-954f-4b54-95a0-187db890a228" providerId="ADAL" clId="{DE0A7EBB-A71E-E244-9638-CA7B1C0FB579}" dt="2020-02-11T15:37:01.634" v="2"/>
          <ac:spMkLst>
            <pc:docMk/>
            <pc:sldMk cId="801574221" sldId="1239"/>
            <ac:spMk id="9" creationId="{18176AEF-88AB-C24B-8F30-A8413B879A09}"/>
          </ac:spMkLst>
        </pc:spChg>
        <pc:spChg chg="add mod">
          <ac:chgData name="Briana Mendoza" userId="c91bfef7-954f-4b54-95a0-187db890a228" providerId="ADAL" clId="{DE0A7EBB-A71E-E244-9638-CA7B1C0FB579}" dt="2020-02-11T15:37:01.634" v="2"/>
          <ac:spMkLst>
            <pc:docMk/>
            <pc:sldMk cId="801574221" sldId="1239"/>
            <ac:spMk id="10" creationId="{FE6F92B3-0A64-344F-AACB-4E6E187DC37E}"/>
          </ac:spMkLst>
        </pc:spChg>
        <pc:spChg chg="add mod">
          <ac:chgData name="Briana Mendoza" userId="c91bfef7-954f-4b54-95a0-187db890a228" providerId="ADAL" clId="{DE0A7EBB-A71E-E244-9638-CA7B1C0FB579}" dt="2020-02-11T15:37:01.634" v="2"/>
          <ac:spMkLst>
            <pc:docMk/>
            <pc:sldMk cId="801574221" sldId="1239"/>
            <ac:spMk id="11" creationId="{C4182C9D-1897-824D-B491-0F7A8B610D23}"/>
          </ac:spMkLst>
        </pc:spChg>
        <pc:spChg chg="add mod">
          <ac:chgData name="Briana Mendoza" userId="c91bfef7-954f-4b54-95a0-187db890a228" providerId="ADAL" clId="{DE0A7EBB-A71E-E244-9638-CA7B1C0FB579}" dt="2020-02-11T15:37:01.634" v="2"/>
          <ac:spMkLst>
            <pc:docMk/>
            <pc:sldMk cId="801574221" sldId="1239"/>
            <ac:spMk id="12" creationId="{0BB31010-45BB-7746-BE81-D42559C95C3A}"/>
          </ac:spMkLst>
        </pc:spChg>
        <pc:spChg chg="add mod">
          <ac:chgData name="Briana Mendoza" userId="c91bfef7-954f-4b54-95a0-187db890a228" providerId="ADAL" clId="{DE0A7EBB-A71E-E244-9638-CA7B1C0FB579}" dt="2020-02-11T15:37:01.634" v="2"/>
          <ac:spMkLst>
            <pc:docMk/>
            <pc:sldMk cId="801574221" sldId="1239"/>
            <ac:spMk id="13" creationId="{D89F69B0-8928-7C44-AAF4-023C48E652CF}"/>
          </ac:spMkLst>
        </pc:spChg>
        <pc:spChg chg="add mod">
          <ac:chgData name="Briana Mendoza" userId="c91bfef7-954f-4b54-95a0-187db890a228" providerId="ADAL" clId="{DE0A7EBB-A71E-E244-9638-CA7B1C0FB579}" dt="2020-02-11T15:37:01.634" v="2"/>
          <ac:spMkLst>
            <pc:docMk/>
            <pc:sldMk cId="801574221" sldId="1239"/>
            <ac:spMk id="14" creationId="{16B6D339-815F-5140-BA2E-F4D179F7E23F}"/>
          </ac:spMkLst>
        </pc:spChg>
        <pc:spChg chg="add mod">
          <ac:chgData name="Briana Mendoza" userId="c91bfef7-954f-4b54-95a0-187db890a228" providerId="ADAL" clId="{DE0A7EBB-A71E-E244-9638-CA7B1C0FB579}" dt="2020-02-11T15:37:01.634" v="2"/>
          <ac:spMkLst>
            <pc:docMk/>
            <pc:sldMk cId="801574221" sldId="1239"/>
            <ac:spMk id="15" creationId="{3028D1EB-7057-3649-9CA8-4717FC9099A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3CCF91-EE0F-4230-84F3-9E49ABE19254}" type="doc">
      <dgm:prSet loTypeId="urn:microsoft.com/office/officeart/2005/8/layout/chevron1" loCatId="process" qsTypeId="urn:microsoft.com/office/officeart/2005/8/quickstyle/simple1" qsCatId="simple" csTypeId="urn:microsoft.com/office/officeart/2005/8/colors/accent1_2" csCatId="accent1" phldr="1"/>
      <dgm:spPr/>
    </dgm:pt>
    <dgm:pt modelId="{B64B6824-C1AC-4D38-8482-2F69684956B7}">
      <dgm:prSet phldrT="[Текст]">
        <dgm:style>
          <a:lnRef idx="3">
            <a:schemeClr val="lt1"/>
          </a:lnRef>
          <a:fillRef idx="1">
            <a:schemeClr val="accent3"/>
          </a:fillRef>
          <a:effectRef idx="1">
            <a:schemeClr val="accent3"/>
          </a:effectRef>
          <a:fontRef idx="minor">
            <a:schemeClr val="lt1"/>
          </a:fontRef>
        </dgm:style>
      </dgm:prSet>
      <dgm:spPr/>
      <dgm:t>
        <a:bodyPr/>
        <a:lstStyle/>
        <a:p>
          <a:r>
            <a:rPr lang="en-US" b="0" i="0" dirty="0" smtClean="0"/>
            <a:t>Procedural programming</a:t>
          </a:r>
          <a:endParaRPr lang="ru-RU" dirty="0"/>
        </a:p>
      </dgm:t>
    </dgm:pt>
    <dgm:pt modelId="{2279EE17-91B2-49C3-8CAD-D7EF41BB2E3D}" type="parTrans" cxnId="{D6F8B97D-0EFA-46D9-BAD5-AAC1AF512832}">
      <dgm:prSet/>
      <dgm:spPr/>
      <dgm:t>
        <a:bodyPr/>
        <a:lstStyle/>
        <a:p>
          <a:endParaRPr lang="ru-RU"/>
        </a:p>
      </dgm:t>
    </dgm:pt>
    <dgm:pt modelId="{3AA3B092-FE9D-4333-A112-3B8687194E74}" type="sibTrans" cxnId="{D6F8B97D-0EFA-46D9-BAD5-AAC1AF512832}">
      <dgm:prSet/>
      <dgm:spPr/>
      <dgm:t>
        <a:bodyPr/>
        <a:lstStyle/>
        <a:p>
          <a:endParaRPr lang="ru-RU"/>
        </a:p>
      </dgm:t>
    </dgm:pt>
    <dgm:pt modelId="{21365AF5-644F-43F0-89D9-EDFA2F8E7D82}">
      <dgm:prSet phldrT="[Текст]">
        <dgm:style>
          <a:lnRef idx="3">
            <a:schemeClr val="lt1"/>
          </a:lnRef>
          <a:fillRef idx="1">
            <a:schemeClr val="accent3"/>
          </a:fillRef>
          <a:effectRef idx="1">
            <a:schemeClr val="accent3"/>
          </a:effectRef>
          <a:fontRef idx="minor">
            <a:schemeClr val="lt1"/>
          </a:fontRef>
        </dgm:style>
      </dgm:prSet>
      <dgm:spPr/>
      <dgm:t>
        <a:bodyPr/>
        <a:lstStyle/>
        <a:p>
          <a:r>
            <a:rPr lang="en-US" dirty="0" smtClean="0">
              <a:latin typeface="Open Sans (Основной текст)"/>
            </a:rPr>
            <a:t>Object-oriented programming</a:t>
          </a:r>
          <a:endParaRPr lang="ru-RU" dirty="0"/>
        </a:p>
      </dgm:t>
    </dgm:pt>
    <dgm:pt modelId="{344FAE5A-6E3A-471C-858D-2F1353E6D272}" type="parTrans" cxnId="{912CE422-B23A-4FDD-8A9C-20E0697BA817}">
      <dgm:prSet/>
      <dgm:spPr/>
      <dgm:t>
        <a:bodyPr/>
        <a:lstStyle/>
        <a:p>
          <a:endParaRPr lang="ru-RU"/>
        </a:p>
      </dgm:t>
    </dgm:pt>
    <dgm:pt modelId="{8215B0B6-62FE-47EE-BDCE-D1A35BAA2003}" type="sibTrans" cxnId="{912CE422-B23A-4FDD-8A9C-20E0697BA817}">
      <dgm:prSet/>
      <dgm:spPr/>
      <dgm:t>
        <a:bodyPr/>
        <a:lstStyle/>
        <a:p>
          <a:endParaRPr lang="ru-RU"/>
        </a:p>
      </dgm:t>
    </dgm:pt>
    <dgm:pt modelId="{A45E0C56-1A5A-4EC2-B44F-F0B1461651E4}" type="pres">
      <dgm:prSet presAssocID="{BD3CCF91-EE0F-4230-84F3-9E49ABE19254}" presName="Name0" presStyleCnt="0">
        <dgm:presLayoutVars>
          <dgm:dir/>
          <dgm:animLvl val="lvl"/>
          <dgm:resizeHandles val="exact"/>
        </dgm:presLayoutVars>
      </dgm:prSet>
      <dgm:spPr/>
    </dgm:pt>
    <dgm:pt modelId="{222357EA-7D6F-4E27-9C68-FDA6BCBB2AAF}" type="pres">
      <dgm:prSet presAssocID="{B64B6824-C1AC-4D38-8482-2F69684956B7}" presName="parTxOnly" presStyleLbl="node1" presStyleIdx="0" presStyleCnt="2">
        <dgm:presLayoutVars>
          <dgm:chMax val="0"/>
          <dgm:chPref val="0"/>
          <dgm:bulletEnabled val="1"/>
        </dgm:presLayoutVars>
      </dgm:prSet>
      <dgm:spPr/>
      <dgm:t>
        <a:bodyPr/>
        <a:lstStyle/>
        <a:p>
          <a:endParaRPr lang="ru-RU"/>
        </a:p>
      </dgm:t>
    </dgm:pt>
    <dgm:pt modelId="{2EDFEAE9-C2DB-45B9-993E-16C48CBDF551}" type="pres">
      <dgm:prSet presAssocID="{3AA3B092-FE9D-4333-A112-3B8687194E74}" presName="parTxOnlySpace" presStyleCnt="0"/>
      <dgm:spPr/>
    </dgm:pt>
    <dgm:pt modelId="{E5C9D447-441A-407A-8ED8-783B6DCD9778}" type="pres">
      <dgm:prSet presAssocID="{21365AF5-644F-43F0-89D9-EDFA2F8E7D82}" presName="parTxOnly" presStyleLbl="node1" presStyleIdx="1" presStyleCnt="2">
        <dgm:presLayoutVars>
          <dgm:chMax val="0"/>
          <dgm:chPref val="0"/>
          <dgm:bulletEnabled val="1"/>
        </dgm:presLayoutVars>
      </dgm:prSet>
      <dgm:spPr/>
      <dgm:t>
        <a:bodyPr/>
        <a:lstStyle/>
        <a:p>
          <a:endParaRPr lang="ru-RU"/>
        </a:p>
      </dgm:t>
    </dgm:pt>
  </dgm:ptLst>
  <dgm:cxnLst>
    <dgm:cxn modelId="{D6F8B97D-0EFA-46D9-BAD5-AAC1AF512832}" srcId="{BD3CCF91-EE0F-4230-84F3-9E49ABE19254}" destId="{B64B6824-C1AC-4D38-8482-2F69684956B7}" srcOrd="0" destOrd="0" parTransId="{2279EE17-91B2-49C3-8CAD-D7EF41BB2E3D}" sibTransId="{3AA3B092-FE9D-4333-A112-3B8687194E74}"/>
    <dgm:cxn modelId="{7CBCA9B8-635E-49B9-9AF4-7ECF0FEAA65B}" type="presOf" srcId="{BD3CCF91-EE0F-4230-84F3-9E49ABE19254}" destId="{A45E0C56-1A5A-4EC2-B44F-F0B1461651E4}" srcOrd="0" destOrd="0" presId="urn:microsoft.com/office/officeart/2005/8/layout/chevron1"/>
    <dgm:cxn modelId="{B48C5332-F946-4985-AA8D-D1FA8AD63E36}" type="presOf" srcId="{B64B6824-C1AC-4D38-8482-2F69684956B7}" destId="{222357EA-7D6F-4E27-9C68-FDA6BCBB2AAF}" srcOrd="0" destOrd="0" presId="urn:microsoft.com/office/officeart/2005/8/layout/chevron1"/>
    <dgm:cxn modelId="{700A726C-B3C3-4299-A60F-764FEC3097E7}" type="presOf" srcId="{21365AF5-644F-43F0-89D9-EDFA2F8E7D82}" destId="{E5C9D447-441A-407A-8ED8-783B6DCD9778}" srcOrd="0" destOrd="0" presId="urn:microsoft.com/office/officeart/2005/8/layout/chevron1"/>
    <dgm:cxn modelId="{912CE422-B23A-4FDD-8A9C-20E0697BA817}" srcId="{BD3CCF91-EE0F-4230-84F3-9E49ABE19254}" destId="{21365AF5-644F-43F0-89D9-EDFA2F8E7D82}" srcOrd="1" destOrd="0" parTransId="{344FAE5A-6E3A-471C-858D-2F1353E6D272}" sibTransId="{8215B0B6-62FE-47EE-BDCE-D1A35BAA2003}"/>
    <dgm:cxn modelId="{78E069CB-AF3F-424E-B388-B8ADC03C7B18}" type="presParOf" srcId="{A45E0C56-1A5A-4EC2-B44F-F0B1461651E4}" destId="{222357EA-7D6F-4E27-9C68-FDA6BCBB2AAF}" srcOrd="0" destOrd="0" presId="urn:microsoft.com/office/officeart/2005/8/layout/chevron1"/>
    <dgm:cxn modelId="{ADCA2C1A-2728-4D64-BFD1-D0E3155BF179}" type="presParOf" srcId="{A45E0C56-1A5A-4EC2-B44F-F0B1461651E4}" destId="{2EDFEAE9-C2DB-45B9-993E-16C48CBDF551}" srcOrd="1" destOrd="0" presId="urn:microsoft.com/office/officeart/2005/8/layout/chevron1"/>
    <dgm:cxn modelId="{5B0EB5B5-DEC2-471B-BA14-D2AA5A52DC84}" type="presParOf" srcId="{A45E0C56-1A5A-4EC2-B44F-F0B1461651E4}" destId="{E5C9D447-441A-407A-8ED8-783B6DCD9778}" srcOrd="2"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5582A1-A494-4499-8D88-8C8B845271B5}" type="doc">
      <dgm:prSet loTypeId="urn:microsoft.com/office/officeart/2005/8/layout/process2" loCatId="process" qsTypeId="urn:microsoft.com/office/officeart/2005/8/quickstyle/simple1" qsCatId="simple" csTypeId="urn:microsoft.com/office/officeart/2005/8/colors/accent1_2" csCatId="accent1" phldr="1"/>
      <dgm:spPr/>
    </dgm:pt>
    <dgm:pt modelId="{FA969DA1-12E4-4A6C-944C-8A1CAC5D45B9}">
      <dgm:prSet phldrT="[Текст]">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US" b="1" i="0" dirty="0" smtClean="0"/>
            <a:t>Class-based (Java)</a:t>
          </a:r>
          <a:endParaRPr lang="ru-RU" dirty="0"/>
        </a:p>
      </dgm:t>
    </dgm:pt>
    <dgm:pt modelId="{5EC77E8F-BC39-493E-AC8B-6EE7C07DB532}" type="parTrans" cxnId="{276128D0-D549-4552-A380-833AD62DF819}">
      <dgm:prSet/>
      <dgm:spPr/>
      <dgm:t>
        <a:bodyPr/>
        <a:lstStyle/>
        <a:p>
          <a:endParaRPr lang="ru-RU"/>
        </a:p>
      </dgm:t>
    </dgm:pt>
    <dgm:pt modelId="{2E1A2A1C-40AC-485E-B81F-86540D5EC95F}" type="sibTrans" cxnId="{276128D0-D549-4552-A380-833AD62DF819}">
      <dgm:prSet/>
      <dgm:spPr/>
      <dgm:t>
        <a:bodyPr/>
        <a:lstStyle/>
        <a:p>
          <a:endParaRPr lang="ru-RU"/>
        </a:p>
      </dgm:t>
    </dgm:pt>
    <dgm:pt modelId="{65B1A959-D6E7-4543-A3F4-F2F3A3D0BCC1}">
      <dgm:prSet phldrT="[Текст]">
        <dgm:style>
          <a:lnRef idx="3">
            <a:schemeClr val="lt1"/>
          </a:lnRef>
          <a:fillRef idx="1">
            <a:schemeClr val="accent6"/>
          </a:fillRef>
          <a:effectRef idx="1">
            <a:schemeClr val="accent6"/>
          </a:effectRef>
          <a:fontRef idx="minor">
            <a:schemeClr val="lt1"/>
          </a:fontRef>
        </dgm:style>
      </dgm:prSet>
      <dgm:spPr/>
      <dgm:t>
        <a:bodyPr/>
        <a:lstStyle/>
        <a:p>
          <a:r>
            <a:rPr lang="en-US" b="0" i="1" dirty="0" smtClean="0"/>
            <a:t>class</a:t>
          </a:r>
          <a:endParaRPr lang="ru-RU" dirty="0"/>
        </a:p>
      </dgm:t>
    </dgm:pt>
    <dgm:pt modelId="{FBCA3802-076D-4BB3-88DC-1A3EF3A81696}" type="parTrans" cxnId="{F2AE9E11-556C-4FEC-A2B0-40FD4BCAE453}">
      <dgm:prSet/>
      <dgm:spPr/>
      <dgm:t>
        <a:bodyPr/>
        <a:lstStyle/>
        <a:p>
          <a:endParaRPr lang="ru-RU"/>
        </a:p>
      </dgm:t>
    </dgm:pt>
    <dgm:pt modelId="{049E5DD7-364F-409C-85FE-9034A71F89E0}" type="sibTrans" cxnId="{F2AE9E11-556C-4FEC-A2B0-40FD4BCAE453}">
      <dgm:prSet/>
      <dgm:spPr/>
      <dgm:t>
        <a:bodyPr/>
        <a:lstStyle/>
        <a:p>
          <a:endParaRPr lang="ru-RU"/>
        </a:p>
      </dgm:t>
    </dgm:pt>
    <dgm:pt modelId="{D905BAF0-5606-423F-9D56-42292DDABAA8}">
      <dgm:prSet phldrT="[Текст]">
        <dgm:style>
          <a:lnRef idx="3">
            <a:schemeClr val="lt1"/>
          </a:lnRef>
          <a:fillRef idx="1">
            <a:schemeClr val="accent6"/>
          </a:fillRef>
          <a:effectRef idx="1">
            <a:schemeClr val="accent6"/>
          </a:effectRef>
          <a:fontRef idx="minor">
            <a:schemeClr val="lt1"/>
          </a:fontRef>
        </dgm:style>
      </dgm:prSet>
      <dgm:spPr/>
      <dgm:t>
        <a:bodyPr/>
        <a:lstStyle/>
        <a:p>
          <a:r>
            <a:rPr lang="en-US" b="0" i="1" dirty="0" smtClean="0"/>
            <a:t>instance</a:t>
          </a:r>
          <a:endParaRPr lang="ru-RU" dirty="0"/>
        </a:p>
      </dgm:t>
    </dgm:pt>
    <dgm:pt modelId="{3900C4F9-18F6-493B-9016-E4F4290C7BA3}" type="parTrans" cxnId="{9571AB2D-B6DE-4EF3-AA7E-CADBEE628D89}">
      <dgm:prSet/>
      <dgm:spPr/>
      <dgm:t>
        <a:bodyPr/>
        <a:lstStyle/>
        <a:p>
          <a:endParaRPr lang="ru-RU"/>
        </a:p>
      </dgm:t>
    </dgm:pt>
    <dgm:pt modelId="{D6E776F9-0B21-4D8E-8E13-5256583EC9C4}" type="sibTrans" cxnId="{9571AB2D-B6DE-4EF3-AA7E-CADBEE628D89}">
      <dgm:prSet/>
      <dgm:spPr/>
      <dgm:t>
        <a:bodyPr/>
        <a:lstStyle/>
        <a:p>
          <a:endParaRPr lang="ru-RU"/>
        </a:p>
      </dgm:t>
    </dgm:pt>
    <dgm:pt modelId="{F93E5EB3-FF5F-40B2-8F55-304E9ACF5C1B}" type="pres">
      <dgm:prSet presAssocID="{125582A1-A494-4499-8D88-8C8B845271B5}" presName="linearFlow" presStyleCnt="0">
        <dgm:presLayoutVars>
          <dgm:resizeHandles val="exact"/>
        </dgm:presLayoutVars>
      </dgm:prSet>
      <dgm:spPr/>
    </dgm:pt>
    <dgm:pt modelId="{3D657AD0-F6A4-44A0-A8A2-51006B3710A2}" type="pres">
      <dgm:prSet presAssocID="{FA969DA1-12E4-4A6C-944C-8A1CAC5D45B9}" presName="node" presStyleLbl="node1" presStyleIdx="0" presStyleCnt="3" custScaleX="164322">
        <dgm:presLayoutVars>
          <dgm:bulletEnabled val="1"/>
        </dgm:presLayoutVars>
      </dgm:prSet>
      <dgm:spPr/>
      <dgm:t>
        <a:bodyPr/>
        <a:lstStyle/>
        <a:p>
          <a:endParaRPr lang="ru-RU"/>
        </a:p>
      </dgm:t>
    </dgm:pt>
    <dgm:pt modelId="{1AEE9334-748C-44D1-8F50-075F7B1B9589}" type="pres">
      <dgm:prSet presAssocID="{2E1A2A1C-40AC-485E-B81F-86540D5EC95F}" presName="sibTrans" presStyleLbl="sibTrans2D1" presStyleIdx="0" presStyleCnt="2"/>
      <dgm:spPr/>
    </dgm:pt>
    <dgm:pt modelId="{9187A8FF-C05A-4500-BDC9-C02B61A2757E}" type="pres">
      <dgm:prSet presAssocID="{2E1A2A1C-40AC-485E-B81F-86540D5EC95F}" presName="connectorText" presStyleLbl="sibTrans2D1" presStyleIdx="0" presStyleCnt="2"/>
      <dgm:spPr/>
    </dgm:pt>
    <dgm:pt modelId="{5DE45A29-A4D1-4442-B646-663D33EE5023}" type="pres">
      <dgm:prSet presAssocID="{65B1A959-D6E7-4543-A3F4-F2F3A3D0BCC1}" presName="node" presStyleLbl="node1" presStyleIdx="1" presStyleCnt="3" custScaleX="158550">
        <dgm:presLayoutVars>
          <dgm:bulletEnabled val="1"/>
        </dgm:presLayoutVars>
      </dgm:prSet>
      <dgm:spPr/>
      <dgm:t>
        <a:bodyPr/>
        <a:lstStyle/>
        <a:p>
          <a:endParaRPr lang="ru-RU"/>
        </a:p>
      </dgm:t>
    </dgm:pt>
    <dgm:pt modelId="{52D2CB04-4EB4-4EC0-B6F7-8A20E9041862}" type="pres">
      <dgm:prSet presAssocID="{049E5DD7-364F-409C-85FE-9034A71F89E0}" presName="sibTrans" presStyleLbl="sibTrans2D1" presStyleIdx="1" presStyleCnt="2"/>
      <dgm:spPr/>
    </dgm:pt>
    <dgm:pt modelId="{FDF32C09-2D15-4845-A405-AEB828CF1424}" type="pres">
      <dgm:prSet presAssocID="{049E5DD7-364F-409C-85FE-9034A71F89E0}" presName="connectorText" presStyleLbl="sibTrans2D1" presStyleIdx="1" presStyleCnt="2"/>
      <dgm:spPr/>
    </dgm:pt>
    <dgm:pt modelId="{45DC2036-3CB6-49B3-966B-4DA554C0BFCA}" type="pres">
      <dgm:prSet presAssocID="{D905BAF0-5606-423F-9D56-42292DDABAA8}" presName="node" presStyleLbl="node1" presStyleIdx="2" presStyleCnt="3" custScaleX="158550">
        <dgm:presLayoutVars>
          <dgm:bulletEnabled val="1"/>
        </dgm:presLayoutVars>
      </dgm:prSet>
      <dgm:spPr/>
      <dgm:t>
        <a:bodyPr/>
        <a:lstStyle/>
        <a:p>
          <a:endParaRPr lang="ru-RU"/>
        </a:p>
      </dgm:t>
    </dgm:pt>
  </dgm:ptLst>
  <dgm:cxnLst>
    <dgm:cxn modelId="{276128D0-D549-4552-A380-833AD62DF819}" srcId="{125582A1-A494-4499-8D88-8C8B845271B5}" destId="{FA969DA1-12E4-4A6C-944C-8A1CAC5D45B9}" srcOrd="0" destOrd="0" parTransId="{5EC77E8F-BC39-493E-AC8B-6EE7C07DB532}" sibTransId="{2E1A2A1C-40AC-485E-B81F-86540D5EC95F}"/>
    <dgm:cxn modelId="{072902C8-2777-40E4-B2DF-CC7F56A740C4}" type="presOf" srcId="{D905BAF0-5606-423F-9D56-42292DDABAA8}" destId="{45DC2036-3CB6-49B3-966B-4DA554C0BFCA}" srcOrd="0" destOrd="0" presId="urn:microsoft.com/office/officeart/2005/8/layout/process2"/>
    <dgm:cxn modelId="{12534ED9-F0E5-4BCC-B40B-FA0E72252774}" type="presOf" srcId="{049E5DD7-364F-409C-85FE-9034A71F89E0}" destId="{FDF32C09-2D15-4845-A405-AEB828CF1424}" srcOrd="1" destOrd="0" presId="urn:microsoft.com/office/officeart/2005/8/layout/process2"/>
    <dgm:cxn modelId="{3E7705EC-75EA-4792-9950-D0AC723971A7}" type="presOf" srcId="{2E1A2A1C-40AC-485E-B81F-86540D5EC95F}" destId="{1AEE9334-748C-44D1-8F50-075F7B1B9589}" srcOrd="0" destOrd="0" presId="urn:microsoft.com/office/officeart/2005/8/layout/process2"/>
    <dgm:cxn modelId="{420A6F7D-5E14-4CFA-853F-408F0660D4AC}" type="presOf" srcId="{FA969DA1-12E4-4A6C-944C-8A1CAC5D45B9}" destId="{3D657AD0-F6A4-44A0-A8A2-51006B3710A2}" srcOrd="0" destOrd="0" presId="urn:microsoft.com/office/officeart/2005/8/layout/process2"/>
    <dgm:cxn modelId="{B7FCB09F-6A94-493F-AECF-C4F7644B7A7E}" type="presOf" srcId="{65B1A959-D6E7-4543-A3F4-F2F3A3D0BCC1}" destId="{5DE45A29-A4D1-4442-B646-663D33EE5023}" srcOrd="0" destOrd="0" presId="urn:microsoft.com/office/officeart/2005/8/layout/process2"/>
    <dgm:cxn modelId="{9571AB2D-B6DE-4EF3-AA7E-CADBEE628D89}" srcId="{125582A1-A494-4499-8D88-8C8B845271B5}" destId="{D905BAF0-5606-423F-9D56-42292DDABAA8}" srcOrd="2" destOrd="0" parTransId="{3900C4F9-18F6-493B-9016-E4F4290C7BA3}" sibTransId="{D6E776F9-0B21-4D8E-8E13-5256583EC9C4}"/>
    <dgm:cxn modelId="{F2AE9E11-556C-4FEC-A2B0-40FD4BCAE453}" srcId="{125582A1-A494-4499-8D88-8C8B845271B5}" destId="{65B1A959-D6E7-4543-A3F4-F2F3A3D0BCC1}" srcOrd="1" destOrd="0" parTransId="{FBCA3802-076D-4BB3-88DC-1A3EF3A81696}" sibTransId="{049E5DD7-364F-409C-85FE-9034A71F89E0}"/>
    <dgm:cxn modelId="{5AD333FA-DCAA-47B1-AC7F-B82D38BA31E6}" type="presOf" srcId="{049E5DD7-364F-409C-85FE-9034A71F89E0}" destId="{52D2CB04-4EB4-4EC0-B6F7-8A20E9041862}" srcOrd="0" destOrd="0" presId="urn:microsoft.com/office/officeart/2005/8/layout/process2"/>
    <dgm:cxn modelId="{5649E3E0-9362-49A8-BCBB-65D499C7EA40}" type="presOf" srcId="{125582A1-A494-4499-8D88-8C8B845271B5}" destId="{F93E5EB3-FF5F-40B2-8F55-304E9ACF5C1B}" srcOrd="0" destOrd="0" presId="urn:microsoft.com/office/officeart/2005/8/layout/process2"/>
    <dgm:cxn modelId="{C3EBA802-EA5C-4975-8C7C-313C9770A5B1}" type="presOf" srcId="{2E1A2A1C-40AC-485E-B81F-86540D5EC95F}" destId="{9187A8FF-C05A-4500-BDC9-C02B61A2757E}" srcOrd="1" destOrd="0" presId="urn:microsoft.com/office/officeart/2005/8/layout/process2"/>
    <dgm:cxn modelId="{D00084E1-9859-4F0E-9201-B4F0D20BCB87}" type="presParOf" srcId="{F93E5EB3-FF5F-40B2-8F55-304E9ACF5C1B}" destId="{3D657AD0-F6A4-44A0-A8A2-51006B3710A2}" srcOrd="0" destOrd="0" presId="urn:microsoft.com/office/officeart/2005/8/layout/process2"/>
    <dgm:cxn modelId="{2097451B-9839-4AD4-B3F5-5913E7AA4534}" type="presParOf" srcId="{F93E5EB3-FF5F-40B2-8F55-304E9ACF5C1B}" destId="{1AEE9334-748C-44D1-8F50-075F7B1B9589}" srcOrd="1" destOrd="0" presId="urn:microsoft.com/office/officeart/2005/8/layout/process2"/>
    <dgm:cxn modelId="{3D531D76-4125-4507-B4BA-C972B870088B}" type="presParOf" srcId="{1AEE9334-748C-44D1-8F50-075F7B1B9589}" destId="{9187A8FF-C05A-4500-BDC9-C02B61A2757E}" srcOrd="0" destOrd="0" presId="urn:microsoft.com/office/officeart/2005/8/layout/process2"/>
    <dgm:cxn modelId="{26910EA5-4955-478B-A6C3-28E4AC830AD6}" type="presParOf" srcId="{F93E5EB3-FF5F-40B2-8F55-304E9ACF5C1B}" destId="{5DE45A29-A4D1-4442-B646-663D33EE5023}" srcOrd="2" destOrd="0" presId="urn:microsoft.com/office/officeart/2005/8/layout/process2"/>
    <dgm:cxn modelId="{B61A61C4-D2CC-480C-9FFC-ACEEBA85FA9D}" type="presParOf" srcId="{F93E5EB3-FF5F-40B2-8F55-304E9ACF5C1B}" destId="{52D2CB04-4EB4-4EC0-B6F7-8A20E9041862}" srcOrd="3" destOrd="0" presId="urn:microsoft.com/office/officeart/2005/8/layout/process2"/>
    <dgm:cxn modelId="{44AEE096-014D-4277-9552-D5B25EEF710D}" type="presParOf" srcId="{52D2CB04-4EB4-4EC0-B6F7-8A20E9041862}" destId="{FDF32C09-2D15-4845-A405-AEB828CF1424}" srcOrd="0" destOrd="0" presId="urn:microsoft.com/office/officeart/2005/8/layout/process2"/>
    <dgm:cxn modelId="{A66E5CAE-C2EC-4667-B424-484D23311408}" type="presParOf" srcId="{F93E5EB3-FF5F-40B2-8F55-304E9ACF5C1B}" destId="{45DC2036-3CB6-49B3-966B-4DA554C0BFCA}"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5582A1-A494-4499-8D88-8C8B845271B5}" type="doc">
      <dgm:prSet loTypeId="urn:microsoft.com/office/officeart/2005/8/layout/process2" loCatId="process" qsTypeId="urn:microsoft.com/office/officeart/2005/8/quickstyle/simple1" qsCatId="simple" csTypeId="urn:microsoft.com/office/officeart/2005/8/colors/accent1_2" csCatId="accent1" phldr="1"/>
      <dgm:spPr/>
    </dgm:pt>
    <dgm:pt modelId="{FA969DA1-12E4-4A6C-944C-8A1CAC5D45B9}">
      <dgm:prSet phldrT="[Текст]">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US" b="1" i="0" dirty="0" smtClean="0"/>
            <a:t>Prototype-based (JavaScript)</a:t>
          </a:r>
          <a:endParaRPr lang="ru-RU" dirty="0"/>
        </a:p>
      </dgm:t>
    </dgm:pt>
    <dgm:pt modelId="{5EC77E8F-BC39-493E-AC8B-6EE7C07DB532}" type="parTrans" cxnId="{276128D0-D549-4552-A380-833AD62DF819}">
      <dgm:prSet/>
      <dgm:spPr/>
      <dgm:t>
        <a:bodyPr/>
        <a:lstStyle/>
        <a:p>
          <a:endParaRPr lang="ru-RU"/>
        </a:p>
      </dgm:t>
    </dgm:pt>
    <dgm:pt modelId="{2E1A2A1C-40AC-485E-B81F-86540D5EC95F}" type="sibTrans" cxnId="{276128D0-D549-4552-A380-833AD62DF819}">
      <dgm:prSet/>
      <dgm:spPr/>
      <dgm:t>
        <a:bodyPr/>
        <a:lstStyle/>
        <a:p>
          <a:endParaRPr lang="ru-RU"/>
        </a:p>
      </dgm:t>
    </dgm:pt>
    <dgm:pt modelId="{65B1A959-D6E7-4543-A3F4-F2F3A3D0BCC1}">
      <dgm:prSet phldrT="[Текст]">
        <dgm:style>
          <a:lnRef idx="3">
            <a:schemeClr val="lt1"/>
          </a:lnRef>
          <a:fillRef idx="1">
            <a:schemeClr val="accent6"/>
          </a:fillRef>
          <a:effectRef idx="1">
            <a:schemeClr val="accent6"/>
          </a:effectRef>
          <a:fontRef idx="minor">
            <a:schemeClr val="lt1"/>
          </a:fontRef>
        </dgm:style>
      </dgm:prSet>
      <dgm:spPr/>
      <dgm:t>
        <a:bodyPr/>
        <a:lstStyle/>
        <a:p>
          <a:r>
            <a:rPr lang="en-US" b="0" i="0" dirty="0" smtClean="0"/>
            <a:t>objects</a:t>
          </a:r>
          <a:endParaRPr lang="ru-RU" dirty="0"/>
        </a:p>
      </dgm:t>
    </dgm:pt>
    <dgm:pt modelId="{FBCA3802-076D-4BB3-88DC-1A3EF3A81696}" type="parTrans" cxnId="{F2AE9E11-556C-4FEC-A2B0-40FD4BCAE453}">
      <dgm:prSet/>
      <dgm:spPr/>
      <dgm:t>
        <a:bodyPr/>
        <a:lstStyle/>
        <a:p>
          <a:endParaRPr lang="ru-RU"/>
        </a:p>
      </dgm:t>
    </dgm:pt>
    <dgm:pt modelId="{049E5DD7-364F-409C-85FE-9034A71F89E0}" type="sibTrans" cxnId="{F2AE9E11-556C-4FEC-A2B0-40FD4BCAE453}">
      <dgm:prSet/>
      <dgm:spPr/>
      <dgm:t>
        <a:bodyPr/>
        <a:lstStyle/>
        <a:p>
          <a:endParaRPr lang="ru-RU"/>
        </a:p>
      </dgm:t>
    </dgm:pt>
    <dgm:pt modelId="{F93E5EB3-FF5F-40B2-8F55-304E9ACF5C1B}" type="pres">
      <dgm:prSet presAssocID="{125582A1-A494-4499-8D88-8C8B845271B5}" presName="linearFlow" presStyleCnt="0">
        <dgm:presLayoutVars>
          <dgm:resizeHandles val="exact"/>
        </dgm:presLayoutVars>
      </dgm:prSet>
      <dgm:spPr/>
    </dgm:pt>
    <dgm:pt modelId="{3D657AD0-F6A4-44A0-A8A2-51006B3710A2}" type="pres">
      <dgm:prSet presAssocID="{FA969DA1-12E4-4A6C-944C-8A1CAC5D45B9}" presName="node" presStyleLbl="node1" presStyleIdx="0" presStyleCnt="2" custScaleX="164322">
        <dgm:presLayoutVars>
          <dgm:bulletEnabled val="1"/>
        </dgm:presLayoutVars>
      </dgm:prSet>
      <dgm:spPr/>
      <dgm:t>
        <a:bodyPr/>
        <a:lstStyle/>
        <a:p>
          <a:endParaRPr lang="ru-RU"/>
        </a:p>
      </dgm:t>
    </dgm:pt>
    <dgm:pt modelId="{1AEE9334-748C-44D1-8F50-075F7B1B9589}" type="pres">
      <dgm:prSet presAssocID="{2E1A2A1C-40AC-485E-B81F-86540D5EC95F}" presName="sibTrans" presStyleLbl="sibTrans2D1" presStyleIdx="0" presStyleCnt="1"/>
      <dgm:spPr/>
    </dgm:pt>
    <dgm:pt modelId="{9187A8FF-C05A-4500-BDC9-C02B61A2757E}" type="pres">
      <dgm:prSet presAssocID="{2E1A2A1C-40AC-485E-B81F-86540D5EC95F}" presName="connectorText" presStyleLbl="sibTrans2D1" presStyleIdx="0" presStyleCnt="1"/>
      <dgm:spPr/>
    </dgm:pt>
    <dgm:pt modelId="{5DE45A29-A4D1-4442-B646-663D33EE5023}" type="pres">
      <dgm:prSet presAssocID="{65B1A959-D6E7-4543-A3F4-F2F3A3D0BCC1}" presName="node" presStyleLbl="node1" presStyleIdx="1" presStyleCnt="2" custScaleX="158550">
        <dgm:presLayoutVars>
          <dgm:bulletEnabled val="1"/>
        </dgm:presLayoutVars>
      </dgm:prSet>
      <dgm:spPr/>
      <dgm:t>
        <a:bodyPr/>
        <a:lstStyle/>
        <a:p>
          <a:endParaRPr lang="ru-RU"/>
        </a:p>
      </dgm:t>
    </dgm:pt>
  </dgm:ptLst>
  <dgm:cxnLst>
    <dgm:cxn modelId="{ED8F85E9-F8D8-4468-B1B7-21FBEE7F7B56}" type="presOf" srcId="{65B1A959-D6E7-4543-A3F4-F2F3A3D0BCC1}" destId="{5DE45A29-A4D1-4442-B646-663D33EE5023}" srcOrd="0" destOrd="0" presId="urn:microsoft.com/office/officeart/2005/8/layout/process2"/>
    <dgm:cxn modelId="{65FA32A5-71C7-460B-9107-A3FAE0C7BBFD}" type="presOf" srcId="{FA969DA1-12E4-4A6C-944C-8A1CAC5D45B9}" destId="{3D657AD0-F6A4-44A0-A8A2-51006B3710A2}" srcOrd="0" destOrd="0" presId="urn:microsoft.com/office/officeart/2005/8/layout/process2"/>
    <dgm:cxn modelId="{F4621878-26D2-4606-90CC-DA71F0E5589A}" type="presOf" srcId="{2E1A2A1C-40AC-485E-B81F-86540D5EC95F}" destId="{1AEE9334-748C-44D1-8F50-075F7B1B9589}" srcOrd="0" destOrd="0" presId="urn:microsoft.com/office/officeart/2005/8/layout/process2"/>
    <dgm:cxn modelId="{EE29FB4E-0CCB-4ED3-90DC-72733C9D6976}" type="presOf" srcId="{2E1A2A1C-40AC-485E-B81F-86540D5EC95F}" destId="{9187A8FF-C05A-4500-BDC9-C02B61A2757E}" srcOrd="1" destOrd="0" presId="urn:microsoft.com/office/officeart/2005/8/layout/process2"/>
    <dgm:cxn modelId="{F2AE9E11-556C-4FEC-A2B0-40FD4BCAE453}" srcId="{125582A1-A494-4499-8D88-8C8B845271B5}" destId="{65B1A959-D6E7-4543-A3F4-F2F3A3D0BCC1}" srcOrd="1" destOrd="0" parTransId="{FBCA3802-076D-4BB3-88DC-1A3EF3A81696}" sibTransId="{049E5DD7-364F-409C-85FE-9034A71F89E0}"/>
    <dgm:cxn modelId="{B6C59953-18DC-4774-845C-E6A8473FCEA1}" type="presOf" srcId="{125582A1-A494-4499-8D88-8C8B845271B5}" destId="{F93E5EB3-FF5F-40B2-8F55-304E9ACF5C1B}" srcOrd="0" destOrd="0" presId="urn:microsoft.com/office/officeart/2005/8/layout/process2"/>
    <dgm:cxn modelId="{276128D0-D549-4552-A380-833AD62DF819}" srcId="{125582A1-A494-4499-8D88-8C8B845271B5}" destId="{FA969DA1-12E4-4A6C-944C-8A1CAC5D45B9}" srcOrd="0" destOrd="0" parTransId="{5EC77E8F-BC39-493E-AC8B-6EE7C07DB532}" sibTransId="{2E1A2A1C-40AC-485E-B81F-86540D5EC95F}"/>
    <dgm:cxn modelId="{D534DF88-EAF5-4C82-AFA7-078D2FB057D6}" type="presParOf" srcId="{F93E5EB3-FF5F-40B2-8F55-304E9ACF5C1B}" destId="{3D657AD0-F6A4-44A0-A8A2-51006B3710A2}" srcOrd="0" destOrd="0" presId="urn:microsoft.com/office/officeart/2005/8/layout/process2"/>
    <dgm:cxn modelId="{9959AD2B-A6CA-45C0-8CE1-47AF2CF3649B}" type="presParOf" srcId="{F93E5EB3-FF5F-40B2-8F55-304E9ACF5C1B}" destId="{1AEE9334-748C-44D1-8F50-075F7B1B9589}" srcOrd="1" destOrd="0" presId="urn:microsoft.com/office/officeart/2005/8/layout/process2"/>
    <dgm:cxn modelId="{998222FC-6CD4-4D4F-8DE1-9E4D353C3B97}" type="presParOf" srcId="{1AEE9334-748C-44D1-8F50-075F7B1B9589}" destId="{9187A8FF-C05A-4500-BDC9-C02B61A2757E}" srcOrd="0" destOrd="0" presId="urn:microsoft.com/office/officeart/2005/8/layout/process2"/>
    <dgm:cxn modelId="{93E11F51-3B90-4D2C-AEF6-16448899AA5D}" type="presParOf" srcId="{F93E5EB3-FF5F-40B2-8F55-304E9ACF5C1B}" destId="{5DE45A29-A4D1-4442-B646-663D33EE5023}" srcOrd="2"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327BE9-520F-4F85-9BE7-CF7512B7AA0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ru-RU"/>
        </a:p>
      </dgm:t>
    </dgm:pt>
    <dgm:pt modelId="{79A5D6C0-9E95-48DD-ABAF-2D4E44E441F1}">
      <dgm:prSet phldrT="[Текст]"/>
      <dgm:spPr/>
      <dgm:t>
        <a:bodyPr/>
        <a:lstStyle/>
        <a:p>
          <a:pPr rtl="0"/>
          <a:r>
            <a:rPr lang="en-US" dirty="0" err="1" smtClean="0">
              <a:solidFill>
                <a:schemeClr val="bg1"/>
              </a:solidFill>
            </a:rPr>
            <a:t>Object.assign</a:t>
          </a:r>
          <a:r>
            <a:rPr lang="en-US" dirty="0" smtClean="0">
              <a:solidFill>
                <a:schemeClr val="bg1"/>
              </a:solidFill>
            </a:rPr>
            <a:t>()</a:t>
          </a:r>
          <a:endParaRPr lang="ru-RU" dirty="0">
            <a:solidFill>
              <a:schemeClr val="bg1"/>
            </a:solidFill>
          </a:endParaRPr>
        </a:p>
      </dgm:t>
    </dgm:pt>
    <dgm:pt modelId="{D8C8BA0D-F9E4-4AAF-A110-5EF3650CCF12}" type="parTrans" cxnId="{6AF88396-9334-46CE-8C36-6E3C585B6B6C}">
      <dgm:prSet/>
      <dgm:spPr/>
      <dgm:t>
        <a:bodyPr/>
        <a:lstStyle/>
        <a:p>
          <a:endParaRPr lang="ru-RU"/>
        </a:p>
      </dgm:t>
    </dgm:pt>
    <dgm:pt modelId="{E815F76C-BA29-461E-A20E-EBF2B325A9CF}" type="sibTrans" cxnId="{6AF88396-9334-46CE-8C36-6E3C585B6B6C}">
      <dgm:prSet/>
      <dgm:spPr/>
      <dgm:t>
        <a:bodyPr/>
        <a:lstStyle/>
        <a:p>
          <a:endParaRPr lang="ru-RU"/>
        </a:p>
      </dgm:t>
    </dgm:pt>
    <dgm:pt modelId="{50A4CFC6-3271-42BD-9A95-B03D9824EEDD}">
      <dgm:prSet phldrT="[Текст]"/>
      <dgm:spPr/>
      <dgm:t>
        <a:bodyPr/>
        <a:lstStyle/>
        <a:p>
          <a:r>
            <a:rPr lang="en-US" dirty="0" err="1" smtClean="0">
              <a:solidFill>
                <a:schemeClr val="bg1"/>
              </a:solidFill>
            </a:rPr>
            <a:t>Object.create</a:t>
          </a:r>
          <a:r>
            <a:rPr lang="en-US" dirty="0" smtClean="0">
              <a:solidFill>
                <a:schemeClr val="bg1"/>
              </a:solidFill>
            </a:rPr>
            <a:t>()</a:t>
          </a:r>
          <a:endParaRPr lang="ru-RU" dirty="0">
            <a:solidFill>
              <a:schemeClr val="bg1"/>
            </a:solidFill>
          </a:endParaRPr>
        </a:p>
      </dgm:t>
    </dgm:pt>
    <dgm:pt modelId="{D2729647-8DD6-4E52-B88E-6D9C813D607D}" type="parTrans" cxnId="{342C5C56-FBA3-4009-911A-E77CC796185B}">
      <dgm:prSet/>
      <dgm:spPr/>
      <dgm:t>
        <a:bodyPr/>
        <a:lstStyle/>
        <a:p>
          <a:endParaRPr lang="ru-RU"/>
        </a:p>
      </dgm:t>
    </dgm:pt>
    <dgm:pt modelId="{E6AF603F-D66B-494A-8160-80B051BAD3BA}" type="sibTrans" cxnId="{342C5C56-FBA3-4009-911A-E77CC796185B}">
      <dgm:prSet/>
      <dgm:spPr/>
      <dgm:t>
        <a:bodyPr/>
        <a:lstStyle/>
        <a:p>
          <a:endParaRPr lang="ru-RU"/>
        </a:p>
      </dgm:t>
    </dgm:pt>
    <dgm:pt modelId="{743311FF-07A6-45C7-908A-6F99A658D615}">
      <dgm:prSet phldrT="[Текст]"/>
      <dgm:spPr/>
      <dgm:t>
        <a:bodyPr/>
        <a:lstStyle/>
        <a:p>
          <a:r>
            <a:rPr lang="en-US" dirty="0" err="1" smtClean="0">
              <a:solidFill>
                <a:schemeClr val="bg1"/>
              </a:solidFill>
            </a:rPr>
            <a:t>Object.defineProperties</a:t>
          </a:r>
          <a:r>
            <a:rPr lang="en-US" dirty="0" smtClean="0">
              <a:solidFill>
                <a:schemeClr val="bg1"/>
              </a:solidFill>
            </a:rPr>
            <a:t>()</a:t>
          </a:r>
          <a:endParaRPr lang="ru-RU" dirty="0">
            <a:solidFill>
              <a:schemeClr val="bg1"/>
            </a:solidFill>
          </a:endParaRPr>
        </a:p>
      </dgm:t>
    </dgm:pt>
    <dgm:pt modelId="{A955378D-A615-4988-9304-819B1036ECE8}" type="parTrans" cxnId="{2A74A478-AA6C-477D-A1DD-18AAD3E6F567}">
      <dgm:prSet/>
      <dgm:spPr/>
      <dgm:t>
        <a:bodyPr/>
        <a:lstStyle/>
        <a:p>
          <a:endParaRPr lang="ru-RU"/>
        </a:p>
      </dgm:t>
    </dgm:pt>
    <dgm:pt modelId="{8B60D6DE-F728-4F36-BCB6-A32717A888C3}" type="sibTrans" cxnId="{2A74A478-AA6C-477D-A1DD-18AAD3E6F567}">
      <dgm:prSet/>
      <dgm:spPr/>
      <dgm:t>
        <a:bodyPr/>
        <a:lstStyle/>
        <a:p>
          <a:endParaRPr lang="ru-RU"/>
        </a:p>
      </dgm:t>
    </dgm:pt>
    <dgm:pt modelId="{4ABC046F-95CB-4AB7-8DDF-6FBF3332B2DB}">
      <dgm:prSet phldrT="[Текст]"/>
      <dgm:spPr/>
      <dgm:t>
        <a:bodyPr/>
        <a:lstStyle/>
        <a:p>
          <a:r>
            <a:rPr lang="en-US" dirty="0" err="1" smtClean="0">
              <a:solidFill>
                <a:schemeClr val="bg1"/>
              </a:solidFill>
            </a:rPr>
            <a:t>Object.entries</a:t>
          </a:r>
          <a:r>
            <a:rPr lang="en-US" dirty="0" smtClean="0">
              <a:solidFill>
                <a:schemeClr val="bg1"/>
              </a:solidFill>
            </a:rPr>
            <a:t>()</a:t>
          </a:r>
          <a:endParaRPr lang="ru-RU" dirty="0">
            <a:solidFill>
              <a:schemeClr val="bg1"/>
            </a:solidFill>
          </a:endParaRPr>
        </a:p>
      </dgm:t>
    </dgm:pt>
    <dgm:pt modelId="{9228F166-AB30-4417-8DFA-92D326178AE7}" type="parTrans" cxnId="{D8991ECE-1F70-40F4-8C38-9BB2F4AE2118}">
      <dgm:prSet/>
      <dgm:spPr/>
      <dgm:t>
        <a:bodyPr/>
        <a:lstStyle/>
        <a:p>
          <a:endParaRPr lang="ru-RU"/>
        </a:p>
      </dgm:t>
    </dgm:pt>
    <dgm:pt modelId="{955254CA-201A-44A5-BC83-80ACD9F3841D}" type="sibTrans" cxnId="{D8991ECE-1F70-40F4-8C38-9BB2F4AE2118}">
      <dgm:prSet/>
      <dgm:spPr/>
      <dgm:t>
        <a:bodyPr/>
        <a:lstStyle/>
        <a:p>
          <a:endParaRPr lang="ru-RU"/>
        </a:p>
      </dgm:t>
    </dgm:pt>
    <dgm:pt modelId="{E27B4BE2-1B0C-4E81-A23B-BB509C893BC5}">
      <dgm:prSet phldrT="[Текст]"/>
      <dgm:spPr/>
      <dgm:t>
        <a:bodyPr/>
        <a:lstStyle/>
        <a:p>
          <a:r>
            <a:rPr lang="en-US" dirty="0" err="1" smtClean="0">
              <a:solidFill>
                <a:schemeClr val="bg1"/>
              </a:solidFill>
            </a:rPr>
            <a:t>Object.getOwnPropertyDescriptors</a:t>
          </a:r>
          <a:r>
            <a:rPr lang="en-US" dirty="0" smtClean="0">
              <a:solidFill>
                <a:schemeClr val="bg1"/>
              </a:solidFill>
            </a:rPr>
            <a:t>()</a:t>
          </a:r>
          <a:endParaRPr lang="ru-RU" dirty="0">
            <a:solidFill>
              <a:schemeClr val="bg1"/>
            </a:solidFill>
          </a:endParaRPr>
        </a:p>
      </dgm:t>
    </dgm:pt>
    <dgm:pt modelId="{34E3C022-3529-4CAF-A2B6-FD3EA255F918}" type="parTrans" cxnId="{1472A695-1F4F-4F1B-8CE3-69B4167BD94D}">
      <dgm:prSet/>
      <dgm:spPr/>
      <dgm:t>
        <a:bodyPr/>
        <a:lstStyle/>
        <a:p>
          <a:endParaRPr lang="ru-RU"/>
        </a:p>
      </dgm:t>
    </dgm:pt>
    <dgm:pt modelId="{0E295DF3-0CF7-4873-B117-C394383A90F7}" type="sibTrans" cxnId="{1472A695-1F4F-4F1B-8CE3-69B4167BD94D}">
      <dgm:prSet/>
      <dgm:spPr/>
      <dgm:t>
        <a:bodyPr/>
        <a:lstStyle/>
        <a:p>
          <a:endParaRPr lang="ru-RU"/>
        </a:p>
      </dgm:t>
    </dgm:pt>
    <dgm:pt modelId="{CFE600AA-FF4C-4818-ADDF-1EC152EB04F2}" type="pres">
      <dgm:prSet presAssocID="{3E327BE9-520F-4F85-9BE7-CF7512B7AA05}" presName="linear" presStyleCnt="0">
        <dgm:presLayoutVars>
          <dgm:dir/>
          <dgm:animLvl val="lvl"/>
          <dgm:resizeHandles val="exact"/>
        </dgm:presLayoutVars>
      </dgm:prSet>
      <dgm:spPr/>
      <dgm:t>
        <a:bodyPr/>
        <a:lstStyle/>
        <a:p>
          <a:endParaRPr lang="ru-RU"/>
        </a:p>
      </dgm:t>
    </dgm:pt>
    <dgm:pt modelId="{7E2714DF-528A-4CDC-901B-4275257D0858}" type="pres">
      <dgm:prSet presAssocID="{79A5D6C0-9E95-48DD-ABAF-2D4E44E441F1}" presName="parentLin" presStyleCnt="0"/>
      <dgm:spPr/>
    </dgm:pt>
    <dgm:pt modelId="{65B340AA-44F7-4B84-BD2E-AAEEF307FCAA}" type="pres">
      <dgm:prSet presAssocID="{79A5D6C0-9E95-48DD-ABAF-2D4E44E441F1}" presName="parentLeftMargin" presStyleLbl="node1" presStyleIdx="0" presStyleCnt="5"/>
      <dgm:spPr/>
      <dgm:t>
        <a:bodyPr/>
        <a:lstStyle/>
        <a:p>
          <a:endParaRPr lang="ru-RU"/>
        </a:p>
      </dgm:t>
    </dgm:pt>
    <dgm:pt modelId="{D8A63D6A-6C99-4607-AAF2-186626CF60FB}" type="pres">
      <dgm:prSet presAssocID="{79A5D6C0-9E95-48DD-ABAF-2D4E44E441F1}" presName="parentText" presStyleLbl="node1" presStyleIdx="0" presStyleCnt="5" custLinFactNeighborX="14286">
        <dgm:presLayoutVars>
          <dgm:chMax val="0"/>
          <dgm:bulletEnabled val="1"/>
        </dgm:presLayoutVars>
      </dgm:prSet>
      <dgm:spPr/>
      <dgm:t>
        <a:bodyPr/>
        <a:lstStyle/>
        <a:p>
          <a:endParaRPr lang="ru-RU"/>
        </a:p>
      </dgm:t>
    </dgm:pt>
    <dgm:pt modelId="{D2A4A0BC-E339-47F8-AC8F-3E704A50BC39}" type="pres">
      <dgm:prSet presAssocID="{79A5D6C0-9E95-48DD-ABAF-2D4E44E441F1}" presName="negativeSpace" presStyleCnt="0"/>
      <dgm:spPr/>
    </dgm:pt>
    <dgm:pt modelId="{4D885E4B-2611-4DEA-A658-46E3D579F86D}" type="pres">
      <dgm:prSet presAssocID="{79A5D6C0-9E95-48DD-ABAF-2D4E44E441F1}" presName="childText" presStyleLbl="conFgAcc1" presStyleIdx="0" presStyleCnt="5">
        <dgm:presLayoutVars>
          <dgm:bulletEnabled val="1"/>
        </dgm:presLayoutVars>
      </dgm:prSet>
      <dgm:spPr/>
    </dgm:pt>
    <dgm:pt modelId="{F1E760A6-05DB-444B-9754-D5639DB334DE}" type="pres">
      <dgm:prSet presAssocID="{E815F76C-BA29-461E-A20E-EBF2B325A9CF}" presName="spaceBetweenRectangles" presStyleCnt="0"/>
      <dgm:spPr/>
    </dgm:pt>
    <dgm:pt modelId="{D20FBEF6-7F05-44E4-A53E-A87605057F2D}" type="pres">
      <dgm:prSet presAssocID="{50A4CFC6-3271-42BD-9A95-B03D9824EEDD}" presName="parentLin" presStyleCnt="0"/>
      <dgm:spPr/>
    </dgm:pt>
    <dgm:pt modelId="{37BA1889-A30D-4A31-BD2D-438714A2A1CF}" type="pres">
      <dgm:prSet presAssocID="{50A4CFC6-3271-42BD-9A95-B03D9824EEDD}" presName="parentLeftMargin" presStyleLbl="node1" presStyleIdx="0" presStyleCnt="5"/>
      <dgm:spPr/>
      <dgm:t>
        <a:bodyPr/>
        <a:lstStyle/>
        <a:p>
          <a:endParaRPr lang="ru-RU"/>
        </a:p>
      </dgm:t>
    </dgm:pt>
    <dgm:pt modelId="{89EE025A-EE25-44F1-8B35-BF394EE7EDB5}" type="pres">
      <dgm:prSet presAssocID="{50A4CFC6-3271-42BD-9A95-B03D9824EEDD}" presName="parentText" presStyleLbl="node1" presStyleIdx="1" presStyleCnt="5">
        <dgm:presLayoutVars>
          <dgm:chMax val="0"/>
          <dgm:bulletEnabled val="1"/>
        </dgm:presLayoutVars>
      </dgm:prSet>
      <dgm:spPr/>
      <dgm:t>
        <a:bodyPr/>
        <a:lstStyle/>
        <a:p>
          <a:endParaRPr lang="ru-RU"/>
        </a:p>
      </dgm:t>
    </dgm:pt>
    <dgm:pt modelId="{2481D8E9-D33A-457D-B716-D7790A5133C9}" type="pres">
      <dgm:prSet presAssocID="{50A4CFC6-3271-42BD-9A95-B03D9824EEDD}" presName="negativeSpace" presStyleCnt="0"/>
      <dgm:spPr/>
    </dgm:pt>
    <dgm:pt modelId="{049A55CC-9A94-4C3D-9B4F-6EF547306799}" type="pres">
      <dgm:prSet presAssocID="{50A4CFC6-3271-42BD-9A95-B03D9824EEDD}" presName="childText" presStyleLbl="conFgAcc1" presStyleIdx="1" presStyleCnt="5">
        <dgm:presLayoutVars>
          <dgm:bulletEnabled val="1"/>
        </dgm:presLayoutVars>
      </dgm:prSet>
      <dgm:spPr/>
    </dgm:pt>
    <dgm:pt modelId="{D6D4F317-9391-409E-9391-229F7AA9A35B}" type="pres">
      <dgm:prSet presAssocID="{E6AF603F-D66B-494A-8160-80B051BAD3BA}" presName="spaceBetweenRectangles" presStyleCnt="0"/>
      <dgm:spPr/>
    </dgm:pt>
    <dgm:pt modelId="{2CC32321-63D6-43AA-AC45-21933661B84B}" type="pres">
      <dgm:prSet presAssocID="{743311FF-07A6-45C7-908A-6F99A658D615}" presName="parentLin" presStyleCnt="0"/>
      <dgm:spPr/>
    </dgm:pt>
    <dgm:pt modelId="{CEB5F8E1-98E2-4314-8CB4-33298B7FDC0C}" type="pres">
      <dgm:prSet presAssocID="{743311FF-07A6-45C7-908A-6F99A658D615}" presName="parentLeftMargin" presStyleLbl="node1" presStyleIdx="1" presStyleCnt="5"/>
      <dgm:spPr/>
      <dgm:t>
        <a:bodyPr/>
        <a:lstStyle/>
        <a:p>
          <a:endParaRPr lang="ru-RU"/>
        </a:p>
      </dgm:t>
    </dgm:pt>
    <dgm:pt modelId="{573C6B7D-969D-4891-9948-5AAC3D93A4C8}" type="pres">
      <dgm:prSet presAssocID="{743311FF-07A6-45C7-908A-6F99A658D615}" presName="parentText" presStyleLbl="node1" presStyleIdx="2" presStyleCnt="5">
        <dgm:presLayoutVars>
          <dgm:chMax val="0"/>
          <dgm:bulletEnabled val="1"/>
        </dgm:presLayoutVars>
      </dgm:prSet>
      <dgm:spPr/>
      <dgm:t>
        <a:bodyPr/>
        <a:lstStyle/>
        <a:p>
          <a:endParaRPr lang="ru-RU"/>
        </a:p>
      </dgm:t>
    </dgm:pt>
    <dgm:pt modelId="{22F3C137-C6E2-45FC-B348-71C73A55E0BC}" type="pres">
      <dgm:prSet presAssocID="{743311FF-07A6-45C7-908A-6F99A658D615}" presName="negativeSpace" presStyleCnt="0"/>
      <dgm:spPr/>
    </dgm:pt>
    <dgm:pt modelId="{7E001543-9DF0-4B16-B082-9692AEE512EF}" type="pres">
      <dgm:prSet presAssocID="{743311FF-07A6-45C7-908A-6F99A658D615}" presName="childText" presStyleLbl="conFgAcc1" presStyleIdx="2" presStyleCnt="5">
        <dgm:presLayoutVars>
          <dgm:bulletEnabled val="1"/>
        </dgm:presLayoutVars>
      </dgm:prSet>
      <dgm:spPr/>
    </dgm:pt>
    <dgm:pt modelId="{68C87FF0-6228-41D4-B66D-405847AB327B}" type="pres">
      <dgm:prSet presAssocID="{8B60D6DE-F728-4F36-BCB6-A32717A888C3}" presName="spaceBetweenRectangles" presStyleCnt="0"/>
      <dgm:spPr/>
    </dgm:pt>
    <dgm:pt modelId="{241332C0-8E0C-447D-9F9D-E351844108F6}" type="pres">
      <dgm:prSet presAssocID="{4ABC046F-95CB-4AB7-8DDF-6FBF3332B2DB}" presName="parentLin" presStyleCnt="0"/>
      <dgm:spPr/>
    </dgm:pt>
    <dgm:pt modelId="{7ACB7A79-81C9-46DA-934F-4AE617261D98}" type="pres">
      <dgm:prSet presAssocID="{4ABC046F-95CB-4AB7-8DDF-6FBF3332B2DB}" presName="parentLeftMargin" presStyleLbl="node1" presStyleIdx="2" presStyleCnt="5"/>
      <dgm:spPr/>
      <dgm:t>
        <a:bodyPr/>
        <a:lstStyle/>
        <a:p>
          <a:endParaRPr lang="ru-RU"/>
        </a:p>
      </dgm:t>
    </dgm:pt>
    <dgm:pt modelId="{B71495C1-2976-4F8D-A749-0DFC936BEA95}" type="pres">
      <dgm:prSet presAssocID="{4ABC046F-95CB-4AB7-8DDF-6FBF3332B2DB}" presName="parentText" presStyleLbl="node1" presStyleIdx="3" presStyleCnt="5">
        <dgm:presLayoutVars>
          <dgm:chMax val="0"/>
          <dgm:bulletEnabled val="1"/>
        </dgm:presLayoutVars>
      </dgm:prSet>
      <dgm:spPr/>
      <dgm:t>
        <a:bodyPr/>
        <a:lstStyle/>
        <a:p>
          <a:endParaRPr lang="ru-RU"/>
        </a:p>
      </dgm:t>
    </dgm:pt>
    <dgm:pt modelId="{F45D9277-52DF-47C7-B997-DD9090D8CC71}" type="pres">
      <dgm:prSet presAssocID="{4ABC046F-95CB-4AB7-8DDF-6FBF3332B2DB}" presName="negativeSpace" presStyleCnt="0"/>
      <dgm:spPr/>
    </dgm:pt>
    <dgm:pt modelId="{1A5D4513-D528-468E-AEAA-6803650D6ECC}" type="pres">
      <dgm:prSet presAssocID="{4ABC046F-95CB-4AB7-8DDF-6FBF3332B2DB}" presName="childText" presStyleLbl="conFgAcc1" presStyleIdx="3" presStyleCnt="5">
        <dgm:presLayoutVars>
          <dgm:bulletEnabled val="1"/>
        </dgm:presLayoutVars>
      </dgm:prSet>
      <dgm:spPr/>
    </dgm:pt>
    <dgm:pt modelId="{2E4D3882-9855-4892-87BC-93E94C1DA2B1}" type="pres">
      <dgm:prSet presAssocID="{955254CA-201A-44A5-BC83-80ACD9F3841D}" presName="spaceBetweenRectangles" presStyleCnt="0"/>
      <dgm:spPr/>
    </dgm:pt>
    <dgm:pt modelId="{A50FA93C-5031-478C-87A6-B13FC22F9011}" type="pres">
      <dgm:prSet presAssocID="{E27B4BE2-1B0C-4E81-A23B-BB509C893BC5}" presName="parentLin" presStyleCnt="0"/>
      <dgm:spPr/>
    </dgm:pt>
    <dgm:pt modelId="{C11B36A9-D1D6-405B-B56B-3871C85F063D}" type="pres">
      <dgm:prSet presAssocID="{E27B4BE2-1B0C-4E81-A23B-BB509C893BC5}" presName="parentLeftMargin" presStyleLbl="node1" presStyleIdx="3" presStyleCnt="5"/>
      <dgm:spPr/>
      <dgm:t>
        <a:bodyPr/>
        <a:lstStyle/>
        <a:p>
          <a:endParaRPr lang="ru-RU"/>
        </a:p>
      </dgm:t>
    </dgm:pt>
    <dgm:pt modelId="{7D9D37B8-77D6-409E-9983-8434057B26F8}" type="pres">
      <dgm:prSet presAssocID="{E27B4BE2-1B0C-4E81-A23B-BB509C893BC5}" presName="parentText" presStyleLbl="node1" presStyleIdx="4" presStyleCnt="5">
        <dgm:presLayoutVars>
          <dgm:chMax val="0"/>
          <dgm:bulletEnabled val="1"/>
        </dgm:presLayoutVars>
      </dgm:prSet>
      <dgm:spPr/>
      <dgm:t>
        <a:bodyPr/>
        <a:lstStyle/>
        <a:p>
          <a:endParaRPr lang="ru-RU"/>
        </a:p>
      </dgm:t>
    </dgm:pt>
    <dgm:pt modelId="{4D5619C0-30F2-4610-966A-A8EC74F7AD36}" type="pres">
      <dgm:prSet presAssocID="{E27B4BE2-1B0C-4E81-A23B-BB509C893BC5}" presName="negativeSpace" presStyleCnt="0"/>
      <dgm:spPr/>
    </dgm:pt>
    <dgm:pt modelId="{EEFB9A33-B1F2-4C61-A9E3-612BDC67C13F}" type="pres">
      <dgm:prSet presAssocID="{E27B4BE2-1B0C-4E81-A23B-BB509C893BC5}" presName="childText" presStyleLbl="conFgAcc1" presStyleIdx="4" presStyleCnt="5">
        <dgm:presLayoutVars>
          <dgm:bulletEnabled val="1"/>
        </dgm:presLayoutVars>
      </dgm:prSet>
      <dgm:spPr/>
    </dgm:pt>
  </dgm:ptLst>
  <dgm:cxnLst>
    <dgm:cxn modelId="{AA7CEBB8-2627-45CC-911F-9038F7BFF07B}" type="presOf" srcId="{743311FF-07A6-45C7-908A-6F99A658D615}" destId="{CEB5F8E1-98E2-4314-8CB4-33298B7FDC0C}" srcOrd="0" destOrd="0" presId="urn:microsoft.com/office/officeart/2005/8/layout/list1"/>
    <dgm:cxn modelId="{87359B77-1AEC-4133-AB53-8471EA89AECE}" type="presOf" srcId="{4ABC046F-95CB-4AB7-8DDF-6FBF3332B2DB}" destId="{B71495C1-2976-4F8D-A749-0DFC936BEA95}" srcOrd="1" destOrd="0" presId="urn:microsoft.com/office/officeart/2005/8/layout/list1"/>
    <dgm:cxn modelId="{0E8E0C1D-A8A5-4E4F-A7A1-F886FF8FF736}" type="presOf" srcId="{79A5D6C0-9E95-48DD-ABAF-2D4E44E441F1}" destId="{D8A63D6A-6C99-4607-AAF2-186626CF60FB}" srcOrd="1" destOrd="0" presId="urn:microsoft.com/office/officeart/2005/8/layout/list1"/>
    <dgm:cxn modelId="{2A74A478-AA6C-477D-A1DD-18AAD3E6F567}" srcId="{3E327BE9-520F-4F85-9BE7-CF7512B7AA05}" destId="{743311FF-07A6-45C7-908A-6F99A658D615}" srcOrd="2" destOrd="0" parTransId="{A955378D-A615-4988-9304-819B1036ECE8}" sibTransId="{8B60D6DE-F728-4F36-BCB6-A32717A888C3}"/>
    <dgm:cxn modelId="{342C5C56-FBA3-4009-911A-E77CC796185B}" srcId="{3E327BE9-520F-4F85-9BE7-CF7512B7AA05}" destId="{50A4CFC6-3271-42BD-9A95-B03D9824EEDD}" srcOrd="1" destOrd="0" parTransId="{D2729647-8DD6-4E52-B88E-6D9C813D607D}" sibTransId="{E6AF603F-D66B-494A-8160-80B051BAD3BA}"/>
    <dgm:cxn modelId="{00E1F566-7AE4-4E4D-B933-B4D1F1ECA4EB}" type="presOf" srcId="{3E327BE9-520F-4F85-9BE7-CF7512B7AA05}" destId="{CFE600AA-FF4C-4818-ADDF-1EC152EB04F2}" srcOrd="0" destOrd="0" presId="urn:microsoft.com/office/officeart/2005/8/layout/list1"/>
    <dgm:cxn modelId="{957776E6-C58E-4AF1-A8F5-4C2922B12CC1}" type="presOf" srcId="{E27B4BE2-1B0C-4E81-A23B-BB509C893BC5}" destId="{C11B36A9-D1D6-405B-B56B-3871C85F063D}" srcOrd="0" destOrd="0" presId="urn:microsoft.com/office/officeart/2005/8/layout/list1"/>
    <dgm:cxn modelId="{6AF88396-9334-46CE-8C36-6E3C585B6B6C}" srcId="{3E327BE9-520F-4F85-9BE7-CF7512B7AA05}" destId="{79A5D6C0-9E95-48DD-ABAF-2D4E44E441F1}" srcOrd="0" destOrd="0" parTransId="{D8C8BA0D-F9E4-4AAF-A110-5EF3650CCF12}" sibTransId="{E815F76C-BA29-461E-A20E-EBF2B325A9CF}"/>
    <dgm:cxn modelId="{588B619E-6256-431F-84A6-406B50E37CAE}" type="presOf" srcId="{4ABC046F-95CB-4AB7-8DDF-6FBF3332B2DB}" destId="{7ACB7A79-81C9-46DA-934F-4AE617261D98}" srcOrd="0" destOrd="0" presId="urn:microsoft.com/office/officeart/2005/8/layout/list1"/>
    <dgm:cxn modelId="{88E8A235-4F36-4FF5-9C2D-EB3902CEE4FF}" type="presOf" srcId="{743311FF-07A6-45C7-908A-6F99A658D615}" destId="{573C6B7D-969D-4891-9948-5AAC3D93A4C8}" srcOrd="1" destOrd="0" presId="urn:microsoft.com/office/officeart/2005/8/layout/list1"/>
    <dgm:cxn modelId="{64443317-8927-4F3B-A55A-9D32E9079603}" type="presOf" srcId="{50A4CFC6-3271-42BD-9A95-B03D9824EEDD}" destId="{89EE025A-EE25-44F1-8B35-BF394EE7EDB5}" srcOrd="1" destOrd="0" presId="urn:microsoft.com/office/officeart/2005/8/layout/list1"/>
    <dgm:cxn modelId="{1472A695-1F4F-4F1B-8CE3-69B4167BD94D}" srcId="{3E327BE9-520F-4F85-9BE7-CF7512B7AA05}" destId="{E27B4BE2-1B0C-4E81-A23B-BB509C893BC5}" srcOrd="4" destOrd="0" parTransId="{34E3C022-3529-4CAF-A2B6-FD3EA255F918}" sibTransId="{0E295DF3-0CF7-4873-B117-C394383A90F7}"/>
    <dgm:cxn modelId="{68D63914-2C35-48FA-9889-3C2AD4195686}" type="presOf" srcId="{50A4CFC6-3271-42BD-9A95-B03D9824EEDD}" destId="{37BA1889-A30D-4A31-BD2D-438714A2A1CF}" srcOrd="0" destOrd="0" presId="urn:microsoft.com/office/officeart/2005/8/layout/list1"/>
    <dgm:cxn modelId="{231456EF-719F-44AE-986A-22146DF85A4F}" type="presOf" srcId="{E27B4BE2-1B0C-4E81-A23B-BB509C893BC5}" destId="{7D9D37B8-77D6-409E-9983-8434057B26F8}" srcOrd="1" destOrd="0" presId="urn:microsoft.com/office/officeart/2005/8/layout/list1"/>
    <dgm:cxn modelId="{D7334E8A-6301-4D22-A37E-FB90B3ED78D0}" type="presOf" srcId="{79A5D6C0-9E95-48DD-ABAF-2D4E44E441F1}" destId="{65B340AA-44F7-4B84-BD2E-AAEEF307FCAA}" srcOrd="0" destOrd="0" presId="urn:microsoft.com/office/officeart/2005/8/layout/list1"/>
    <dgm:cxn modelId="{D8991ECE-1F70-40F4-8C38-9BB2F4AE2118}" srcId="{3E327BE9-520F-4F85-9BE7-CF7512B7AA05}" destId="{4ABC046F-95CB-4AB7-8DDF-6FBF3332B2DB}" srcOrd="3" destOrd="0" parTransId="{9228F166-AB30-4417-8DFA-92D326178AE7}" sibTransId="{955254CA-201A-44A5-BC83-80ACD9F3841D}"/>
    <dgm:cxn modelId="{8AD5F36E-6D03-4AF3-9690-D0B9965AA1E2}" type="presParOf" srcId="{CFE600AA-FF4C-4818-ADDF-1EC152EB04F2}" destId="{7E2714DF-528A-4CDC-901B-4275257D0858}" srcOrd="0" destOrd="0" presId="urn:microsoft.com/office/officeart/2005/8/layout/list1"/>
    <dgm:cxn modelId="{054F7112-F32F-4E7F-A830-7BE7E5210526}" type="presParOf" srcId="{7E2714DF-528A-4CDC-901B-4275257D0858}" destId="{65B340AA-44F7-4B84-BD2E-AAEEF307FCAA}" srcOrd="0" destOrd="0" presId="urn:microsoft.com/office/officeart/2005/8/layout/list1"/>
    <dgm:cxn modelId="{6C09980B-8431-4994-BFB1-29B101382141}" type="presParOf" srcId="{7E2714DF-528A-4CDC-901B-4275257D0858}" destId="{D8A63D6A-6C99-4607-AAF2-186626CF60FB}" srcOrd="1" destOrd="0" presId="urn:microsoft.com/office/officeart/2005/8/layout/list1"/>
    <dgm:cxn modelId="{28F47A6F-FD24-4A8A-8FCE-7BE5703F546B}" type="presParOf" srcId="{CFE600AA-FF4C-4818-ADDF-1EC152EB04F2}" destId="{D2A4A0BC-E339-47F8-AC8F-3E704A50BC39}" srcOrd="1" destOrd="0" presId="urn:microsoft.com/office/officeart/2005/8/layout/list1"/>
    <dgm:cxn modelId="{FAE2542F-D9AA-496C-85E9-FBB67957CC7D}" type="presParOf" srcId="{CFE600AA-FF4C-4818-ADDF-1EC152EB04F2}" destId="{4D885E4B-2611-4DEA-A658-46E3D579F86D}" srcOrd="2" destOrd="0" presId="urn:microsoft.com/office/officeart/2005/8/layout/list1"/>
    <dgm:cxn modelId="{FF8075C0-B573-450B-8725-09BF58F8EF34}" type="presParOf" srcId="{CFE600AA-FF4C-4818-ADDF-1EC152EB04F2}" destId="{F1E760A6-05DB-444B-9754-D5639DB334DE}" srcOrd="3" destOrd="0" presId="urn:microsoft.com/office/officeart/2005/8/layout/list1"/>
    <dgm:cxn modelId="{626A5E61-A12B-49E6-8493-C88D97D28DD6}" type="presParOf" srcId="{CFE600AA-FF4C-4818-ADDF-1EC152EB04F2}" destId="{D20FBEF6-7F05-44E4-A53E-A87605057F2D}" srcOrd="4" destOrd="0" presId="urn:microsoft.com/office/officeart/2005/8/layout/list1"/>
    <dgm:cxn modelId="{6537B1A1-D475-42F2-8939-B3BDBE3A8DDA}" type="presParOf" srcId="{D20FBEF6-7F05-44E4-A53E-A87605057F2D}" destId="{37BA1889-A30D-4A31-BD2D-438714A2A1CF}" srcOrd="0" destOrd="0" presId="urn:microsoft.com/office/officeart/2005/8/layout/list1"/>
    <dgm:cxn modelId="{4F5B5F2D-49B0-4260-824F-1272D60A15FD}" type="presParOf" srcId="{D20FBEF6-7F05-44E4-A53E-A87605057F2D}" destId="{89EE025A-EE25-44F1-8B35-BF394EE7EDB5}" srcOrd="1" destOrd="0" presId="urn:microsoft.com/office/officeart/2005/8/layout/list1"/>
    <dgm:cxn modelId="{AFF04712-7341-41D0-8063-7834E7A1A488}" type="presParOf" srcId="{CFE600AA-FF4C-4818-ADDF-1EC152EB04F2}" destId="{2481D8E9-D33A-457D-B716-D7790A5133C9}" srcOrd="5" destOrd="0" presId="urn:microsoft.com/office/officeart/2005/8/layout/list1"/>
    <dgm:cxn modelId="{A0B169A8-5F9E-47B6-A7CC-81E139289D8E}" type="presParOf" srcId="{CFE600AA-FF4C-4818-ADDF-1EC152EB04F2}" destId="{049A55CC-9A94-4C3D-9B4F-6EF547306799}" srcOrd="6" destOrd="0" presId="urn:microsoft.com/office/officeart/2005/8/layout/list1"/>
    <dgm:cxn modelId="{D1738BFB-9D1B-415D-B3E2-486478219C9E}" type="presParOf" srcId="{CFE600AA-FF4C-4818-ADDF-1EC152EB04F2}" destId="{D6D4F317-9391-409E-9391-229F7AA9A35B}" srcOrd="7" destOrd="0" presId="urn:microsoft.com/office/officeart/2005/8/layout/list1"/>
    <dgm:cxn modelId="{B8BD903A-FDA5-4F27-A3AD-5938212FC5C7}" type="presParOf" srcId="{CFE600AA-FF4C-4818-ADDF-1EC152EB04F2}" destId="{2CC32321-63D6-43AA-AC45-21933661B84B}" srcOrd="8" destOrd="0" presId="urn:microsoft.com/office/officeart/2005/8/layout/list1"/>
    <dgm:cxn modelId="{1CB7F7D9-3996-4810-B102-484D81CAE05F}" type="presParOf" srcId="{2CC32321-63D6-43AA-AC45-21933661B84B}" destId="{CEB5F8E1-98E2-4314-8CB4-33298B7FDC0C}" srcOrd="0" destOrd="0" presId="urn:microsoft.com/office/officeart/2005/8/layout/list1"/>
    <dgm:cxn modelId="{DD329220-2FA5-4937-A622-4CA8CB5FAD4F}" type="presParOf" srcId="{2CC32321-63D6-43AA-AC45-21933661B84B}" destId="{573C6B7D-969D-4891-9948-5AAC3D93A4C8}" srcOrd="1" destOrd="0" presId="urn:microsoft.com/office/officeart/2005/8/layout/list1"/>
    <dgm:cxn modelId="{E2FF456D-E3BE-4685-9172-6FB9B899BC9C}" type="presParOf" srcId="{CFE600AA-FF4C-4818-ADDF-1EC152EB04F2}" destId="{22F3C137-C6E2-45FC-B348-71C73A55E0BC}" srcOrd="9" destOrd="0" presId="urn:microsoft.com/office/officeart/2005/8/layout/list1"/>
    <dgm:cxn modelId="{E9D399DF-5142-465D-A6BD-CF10108283E0}" type="presParOf" srcId="{CFE600AA-FF4C-4818-ADDF-1EC152EB04F2}" destId="{7E001543-9DF0-4B16-B082-9692AEE512EF}" srcOrd="10" destOrd="0" presId="urn:microsoft.com/office/officeart/2005/8/layout/list1"/>
    <dgm:cxn modelId="{49F6965B-7596-458C-BA21-882D23CD04A9}" type="presParOf" srcId="{CFE600AA-FF4C-4818-ADDF-1EC152EB04F2}" destId="{68C87FF0-6228-41D4-B66D-405847AB327B}" srcOrd="11" destOrd="0" presId="urn:microsoft.com/office/officeart/2005/8/layout/list1"/>
    <dgm:cxn modelId="{FBE938CE-A755-407D-AA12-439654568DD5}" type="presParOf" srcId="{CFE600AA-FF4C-4818-ADDF-1EC152EB04F2}" destId="{241332C0-8E0C-447D-9F9D-E351844108F6}" srcOrd="12" destOrd="0" presId="urn:microsoft.com/office/officeart/2005/8/layout/list1"/>
    <dgm:cxn modelId="{DD8D74C0-5C3D-4E46-AF5A-2C70E5286470}" type="presParOf" srcId="{241332C0-8E0C-447D-9F9D-E351844108F6}" destId="{7ACB7A79-81C9-46DA-934F-4AE617261D98}" srcOrd="0" destOrd="0" presId="urn:microsoft.com/office/officeart/2005/8/layout/list1"/>
    <dgm:cxn modelId="{F86C5456-F697-421C-BC2E-89C7FE70EFBF}" type="presParOf" srcId="{241332C0-8E0C-447D-9F9D-E351844108F6}" destId="{B71495C1-2976-4F8D-A749-0DFC936BEA95}" srcOrd="1" destOrd="0" presId="urn:microsoft.com/office/officeart/2005/8/layout/list1"/>
    <dgm:cxn modelId="{D9311188-3D07-4469-A399-6D41E831BC5C}" type="presParOf" srcId="{CFE600AA-FF4C-4818-ADDF-1EC152EB04F2}" destId="{F45D9277-52DF-47C7-B997-DD9090D8CC71}" srcOrd="13" destOrd="0" presId="urn:microsoft.com/office/officeart/2005/8/layout/list1"/>
    <dgm:cxn modelId="{B811B2D1-511B-4D3D-B03B-8D8BF27DAC9E}" type="presParOf" srcId="{CFE600AA-FF4C-4818-ADDF-1EC152EB04F2}" destId="{1A5D4513-D528-468E-AEAA-6803650D6ECC}" srcOrd="14" destOrd="0" presId="urn:microsoft.com/office/officeart/2005/8/layout/list1"/>
    <dgm:cxn modelId="{DE08DB55-CDCF-4A09-8F46-CC7CC8EEDF77}" type="presParOf" srcId="{CFE600AA-FF4C-4818-ADDF-1EC152EB04F2}" destId="{2E4D3882-9855-4892-87BC-93E94C1DA2B1}" srcOrd="15" destOrd="0" presId="urn:microsoft.com/office/officeart/2005/8/layout/list1"/>
    <dgm:cxn modelId="{D09474C9-EE2F-45E9-8900-CE0D9BCDEAA5}" type="presParOf" srcId="{CFE600AA-FF4C-4818-ADDF-1EC152EB04F2}" destId="{A50FA93C-5031-478C-87A6-B13FC22F9011}" srcOrd="16" destOrd="0" presId="urn:microsoft.com/office/officeart/2005/8/layout/list1"/>
    <dgm:cxn modelId="{EFA2AD8D-283B-4EEE-8F67-09EC4AE297BB}" type="presParOf" srcId="{A50FA93C-5031-478C-87A6-B13FC22F9011}" destId="{C11B36A9-D1D6-405B-B56B-3871C85F063D}" srcOrd="0" destOrd="0" presId="urn:microsoft.com/office/officeart/2005/8/layout/list1"/>
    <dgm:cxn modelId="{70356772-E76B-4825-94A3-756391060D53}" type="presParOf" srcId="{A50FA93C-5031-478C-87A6-B13FC22F9011}" destId="{7D9D37B8-77D6-409E-9983-8434057B26F8}" srcOrd="1" destOrd="0" presId="urn:microsoft.com/office/officeart/2005/8/layout/list1"/>
    <dgm:cxn modelId="{B2C3EF81-CCC1-48B7-8CEC-5857F4681494}" type="presParOf" srcId="{CFE600AA-FF4C-4818-ADDF-1EC152EB04F2}" destId="{4D5619C0-30F2-4610-966A-A8EC74F7AD36}" srcOrd="17" destOrd="0" presId="urn:microsoft.com/office/officeart/2005/8/layout/list1"/>
    <dgm:cxn modelId="{CB7F8D8A-BFEF-4CC4-898E-39C900A27A9A}" type="presParOf" srcId="{CFE600AA-FF4C-4818-ADDF-1EC152EB04F2}" destId="{EEFB9A33-B1F2-4C61-A9E3-612BDC67C13F}"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E327BE9-520F-4F85-9BE7-CF7512B7AA0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ru-RU"/>
        </a:p>
      </dgm:t>
    </dgm:pt>
    <dgm:pt modelId="{79A5D6C0-9E95-48DD-ABAF-2D4E44E441F1}">
      <dgm:prSet phldrT="[Текст]"/>
      <dgm:spPr/>
      <dgm:t>
        <a:bodyPr/>
        <a:lstStyle/>
        <a:p>
          <a:pPr rtl="0"/>
          <a:r>
            <a:rPr lang="en-US" dirty="0" smtClean="0">
              <a:solidFill>
                <a:schemeClr val="bg1"/>
              </a:solidFill>
            </a:rPr>
            <a:t>Object.is()</a:t>
          </a:r>
          <a:endParaRPr lang="ru-RU" dirty="0">
            <a:solidFill>
              <a:schemeClr val="bg1"/>
            </a:solidFill>
          </a:endParaRPr>
        </a:p>
      </dgm:t>
    </dgm:pt>
    <dgm:pt modelId="{D8C8BA0D-F9E4-4AAF-A110-5EF3650CCF12}" type="parTrans" cxnId="{6AF88396-9334-46CE-8C36-6E3C585B6B6C}">
      <dgm:prSet/>
      <dgm:spPr/>
      <dgm:t>
        <a:bodyPr/>
        <a:lstStyle/>
        <a:p>
          <a:endParaRPr lang="ru-RU"/>
        </a:p>
      </dgm:t>
    </dgm:pt>
    <dgm:pt modelId="{E815F76C-BA29-461E-A20E-EBF2B325A9CF}" type="sibTrans" cxnId="{6AF88396-9334-46CE-8C36-6E3C585B6B6C}">
      <dgm:prSet/>
      <dgm:spPr/>
      <dgm:t>
        <a:bodyPr/>
        <a:lstStyle/>
        <a:p>
          <a:endParaRPr lang="ru-RU"/>
        </a:p>
      </dgm:t>
    </dgm:pt>
    <dgm:pt modelId="{50A4CFC6-3271-42BD-9A95-B03D9824EEDD}">
      <dgm:prSet phldrT="[Текст]"/>
      <dgm:spPr/>
      <dgm:t>
        <a:bodyPr/>
        <a:lstStyle/>
        <a:p>
          <a:r>
            <a:rPr lang="en-US" dirty="0" err="1" smtClean="0">
              <a:solidFill>
                <a:schemeClr val="bg1"/>
              </a:solidFill>
            </a:rPr>
            <a:t>Object.keys</a:t>
          </a:r>
          <a:r>
            <a:rPr lang="en-US" dirty="0" smtClean="0">
              <a:solidFill>
                <a:schemeClr val="bg1"/>
              </a:solidFill>
            </a:rPr>
            <a:t>()</a:t>
          </a:r>
          <a:endParaRPr lang="ru-RU" dirty="0">
            <a:solidFill>
              <a:schemeClr val="bg1"/>
            </a:solidFill>
          </a:endParaRPr>
        </a:p>
      </dgm:t>
    </dgm:pt>
    <dgm:pt modelId="{D2729647-8DD6-4E52-B88E-6D9C813D607D}" type="parTrans" cxnId="{342C5C56-FBA3-4009-911A-E77CC796185B}">
      <dgm:prSet/>
      <dgm:spPr/>
      <dgm:t>
        <a:bodyPr/>
        <a:lstStyle/>
        <a:p>
          <a:endParaRPr lang="ru-RU"/>
        </a:p>
      </dgm:t>
    </dgm:pt>
    <dgm:pt modelId="{E6AF603F-D66B-494A-8160-80B051BAD3BA}" type="sibTrans" cxnId="{342C5C56-FBA3-4009-911A-E77CC796185B}">
      <dgm:prSet/>
      <dgm:spPr/>
      <dgm:t>
        <a:bodyPr/>
        <a:lstStyle/>
        <a:p>
          <a:endParaRPr lang="ru-RU"/>
        </a:p>
      </dgm:t>
    </dgm:pt>
    <dgm:pt modelId="{E89305A1-80B3-4F18-BD3B-9DB83B1957F5}">
      <dgm:prSet phldrT="[Текст]"/>
      <dgm:spPr/>
      <dgm:t>
        <a:bodyPr/>
        <a:lstStyle/>
        <a:p>
          <a:r>
            <a:rPr lang="en-US" dirty="0" err="1" smtClean="0">
              <a:solidFill>
                <a:schemeClr val="bg1"/>
              </a:solidFill>
            </a:rPr>
            <a:t>Object.seal</a:t>
          </a:r>
          <a:r>
            <a:rPr lang="en-US" dirty="0" smtClean="0">
              <a:solidFill>
                <a:schemeClr val="bg1"/>
              </a:solidFill>
            </a:rPr>
            <a:t>()</a:t>
          </a:r>
          <a:endParaRPr lang="ru-RU" dirty="0">
            <a:solidFill>
              <a:schemeClr val="bg1"/>
            </a:solidFill>
          </a:endParaRPr>
        </a:p>
      </dgm:t>
    </dgm:pt>
    <dgm:pt modelId="{5FA4F9F3-6AEB-41D8-969B-52E47F2A3327}" type="parTrans" cxnId="{CAB742E8-0AB7-4D4F-A32A-5271ED018B27}">
      <dgm:prSet/>
      <dgm:spPr/>
      <dgm:t>
        <a:bodyPr/>
        <a:lstStyle/>
        <a:p>
          <a:endParaRPr lang="ru-RU"/>
        </a:p>
      </dgm:t>
    </dgm:pt>
    <dgm:pt modelId="{F9B56115-C4AD-4998-B9A5-33C90B1D93B8}" type="sibTrans" cxnId="{CAB742E8-0AB7-4D4F-A32A-5271ED018B27}">
      <dgm:prSet/>
      <dgm:spPr/>
      <dgm:t>
        <a:bodyPr/>
        <a:lstStyle/>
        <a:p>
          <a:endParaRPr lang="ru-RU"/>
        </a:p>
      </dgm:t>
    </dgm:pt>
    <dgm:pt modelId="{743311FF-07A6-45C7-908A-6F99A658D615}">
      <dgm:prSet phldrT="[Текст]"/>
      <dgm:spPr/>
      <dgm:t>
        <a:bodyPr/>
        <a:lstStyle/>
        <a:p>
          <a:r>
            <a:rPr lang="en-US" dirty="0" err="1" smtClean="0">
              <a:solidFill>
                <a:schemeClr val="bg1"/>
              </a:solidFill>
            </a:rPr>
            <a:t>Object.values</a:t>
          </a:r>
          <a:r>
            <a:rPr lang="en-US" dirty="0" smtClean="0">
              <a:solidFill>
                <a:schemeClr val="bg1"/>
              </a:solidFill>
            </a:rPr>
            <a:t>()</a:t>
          </a:r>
          <a:endParaRPr lang="ru-RU" dirty="0">
            <a:solidFill>
              <a:schemeClr val="bg1"/>
            </a:solidFill>
          </a:endParaRPr>
        </a:p>
      </dgm:t>
    </dgm:pt>
    <dgm:pt modelId="{A955378D-A615-4988-9304-819B1036ECE8}" type="parTrans" cxnId="{2A74A478-AA6C-477D-A1DD-18AAD3E6F567}">
      <dgm:prSet/>
      <dgm:spPr/>
      <dgm:t>
        <a:bodyPr/>
        <a:lstStyle/>
        <a:p>
          <a:endParaRPr lang="ru-RU"/>
        </a:p>
      </dgm:t>
    </dgm:pt>
    <dgm:pt modelId="{8B60D6DE-F728-4F36-BCB6-A32717A888C3}" type="sibTrans" cxnId="{2A74A478-AA6C-477D-A1DD-18AAD3E6F567}">
      <dgm:prSet/>
      <dgm:spPr/>
      <dgm:t>
        <a:bodyPr/>
        <a:lstStyle/>
        <a:p>
          <a:endParaRPr lang="ru-RU"/>
        </a:p>
      </dgm:t>
    </dgm:pt>
    <dgm:pt modelId="{4ABC046F-95CB-4AB7-8DDF-6FBF3332B2DB}">
      <dgm:prSet phldrT="[Текст]"/>
      <dgm:spPr/>
      <dgm:t>
        <a:bodyPr/>
        <a:lstStyle/>
        <a:p>
          <a:r>
            <a:rPr lang="en-US" dirty="0" err="1" smtClean="0">
              <a:solidFill>
                <a:schemeClr val="bg1"/>
              </a:solidFill>
            </a:rPr>
            <a:t>Object.setPrototypeOf</a:t>
          </a:r>
          <a:r>
            <a:rPr lang="en-US" dirty="0" smtClean="0">
              <a:solidFill>
                <a:schemeClr val="bg1"/>
              </a:solidFill>
            </a:rPr>
            <a:t>()</a:t>
          </a:r>
          <a:endParaRPr lang="ru-RU" dirty="0">
            <a:solidFill>
              <a:schemeClr val="bg1"/>
            </a:solidFill>
          </a:endParaRPr>
        </a:p>
      </dgm:t>
    </dgm:pt>
    <dgm:pt modelId="{9228F166-AB30-4417-8DFA-92D326178AE7}" type="parTrans" cxnId="{D8991ECE-1F70-40F4-8C38-9BB2F4AE2118}">
      <dgm:prSet/>
      <dgm:spPr/>
      <dgm:t>
        <a:bodyPr/>
        <a:lstStyle/>
        <a:p>
          <a:endParaRPr lang="ru-RU"/>
        </a:p>
      </dgm:t>
    </dgm:pt>
    <dgm:pt modelId="{955254CA-201A-44A5-BC83-80ACD9F3841D}" type="sibTrans" cxnId="{D8991ECE-1F70-40F4-8C38-9BB2F4AE2118}">
      <dgm:prSet/>
      <dgm:spPr/>
      <dgm:t>
        <a:bodyPr/>
        <a:lstStyle/>
        <a:p>
          <a:endParaRPr lang="ru-RU"/>
        </a:p>
      </dgm:t>
    </dgm:pt>
    <dgm:pt modelId="{CFE600AA-FF4C-4818-ADDF-1EC152EB04F2}" type="pres">
      <dgm:prSet presAssocID="{3E327BE9-520F-4F85-9BE7-CF7512B7AA05}" presName="linear" presStyleCnt="0">
        <dgm:presLayoutVars>
          <dgm:dir/>
          <dgm:animLvl val="lvl"/>
          <dgm:resizeHandles val="exact"/>
        </dgm:presLayoutVars>
      </dgm:prSet>
      <dgm:spPr/>
      <dgm:t>
        <a:bodyPr/>
        <a:lstStyle/>
        <a:p>
          <a:endParaRPr lang="ru-RU"/>
        </a:p>
      </dgm:t>
    </dgm:pt>
    <dgm:pt modelId="{7E2714DF-528A-4CDC-901B-4275257D0858}" type="pres">
      <dgm:prSet presAssocID="{79A5D6C0-9E95-48DD-ABAF-2D4E44E441F1}" presName="parentLin" presStyleCnt="0"/>
      <dgm:spPr/>
    </dgm:pt>
    <dgm:pt modelId="{65B340AA-44F7-4B84-BD2E-AAEEF307FCAA}" type="pres">
      <dgm:prSet presAssocID="{79A5D6C0-9E95-48DD-ABAF-2D4E44E441F1}" presName="parentLeftMargin" presStyleLbl="node1" presStyleIdx="0" presStyleCnt="5"/>
      <dgm:spPr/>
      <dgm:t>
        <a:bodyPr/>
        <a:lstStyle/>
        <a:p>
          <a:endParaRPr lang="ru-RU"/>
        </a:p>
      </dgm:t>
    </dgm:pt>
    <dgm:pt modelId="{D8A63D6A-6C99-4607-AAF2-186626CF60FB}" type="pres">
      <dgm:prSet presAssocID="{79A5D6C0-9E95-48DD-ABAF-2D4E44E441F1}" presName="parentText" presStyleLbl="node1" presStyleIdx="0" presStyleCnt="5" custLinFactNeighborX="14286">
        <dgm:presLayoutVars>
          <dgm:chMax val="0"/>
          <dgm:bulletEnabled val="1"/>
        </dgm:presLayoutVars>
      </dgm:prSet>
      <dgm:spPr/>
      <dgm:t>
        <a:bodyPr/>
        <a:lstStyle/>
        <a:p>
          <a:endParaRPr lang="ru-RU"/>
        </a:p>
      </dgm:t>
    </dgm:pt>
    <dgm:pt modelId="{D2A4A0BC-E339-47F8-AC8F-3E704A50BC39}" type="pres">
      <dgm:prSet presAssocID="{79A5D6C0-9E95-48DD-ABAF-2D4E44E441F1}" presName="negativeSpace" presStyleCnt="0"/>
      <dgm:spPr/>
    </dgm:pt>
    <dgm:pt modelId="{4D885E4B-2611-4DEA-A658-46E3D579F86D}" type="pres">
      <dgm:prSet presAssocID="{79A5D6C0-9E95-48DD-ABAF-2D4E44E441F1}" presName="childText" presStyleLbl="conFgAcc1" presStyleIdx="0" presStyleCnt="5">
        <dgm:presLayoutVars>
          <dgm:bulletEnabled val="1"/>
        </dgm:presLayoutVars>
      </dgm:prSet>
      <dgm:spPr/>
    </dgm:pt>
    <dgm:pt modelId="{F1E760A6-05DB-444B-9754-D5639DB334DE}" type="pres">
      <dgm:prSet presAssocID="{E815F76C-BA29-461E-A20E-EBF2B325A9CF}" presName="spaceBetweenRectangles" presStyleCnt="0"/>
      <dgm:spPr/>
    </dgm:pt>
    <dgm:pt modelId="{D20FBEF6-7F05-44E4-A53E-A87605057F2D}" type="pres">
      <dgm:prSet presAssocID="{50A4CFC6-3271-42BD-9A95-B03D9824EEDD}" presName="parentLin" presStyleCnt="0"/>
      <dgm:spPr/>
    </dgm:pt>
    <dgm:pt modelId="{37BA1889-A30D-4A31-BD2D-438714A2A1CF}" type="pres">
      <dgm:prSet presAssocID="{50A4CFC6-3271-42BD-9A95-B03D9824EEDD}" presName="parentLeftMargin" presStyleLbl="node1" presStyleIdx="0" presStyleCnt="5"/>
      <dgm:spPr/>
      <dgm:t>
        <a:bodyPr/>
        <a:lstStyle/>
        <a:p>
          <a:endParaRPr lang="ru-RU"/>
        </a:p>
      </dgm:t>
    </dgm:pt>
    <dgm:pt modelId="{89EE025A-EE25-44F1-8B35-BF394EE7EDB5}" type="pres">
      <dgm:prSet presAssocID="{50A4CFC6-3271-42BD-9A95-B03D9824EEDD}" presName="parentText" presStyleLbl="node1" presStyleIdx="1" presStyleCnt="5">
        <dgm:presLayoutVars>
          <dgm:chMax val="0"/>
          <dgm:bulletEnabled val="1"/>
        </dgm:presLayoutVars>
      </dgm:prSet>
      <dgm:spPr/>
      <dgm:t>
        <a:bodyPr/>
        <a:lstStyle/>
        <a:p>
          <a:endParaRPr lang="ru-RU"/>
        </a:p>
      </dgm:t>
    </dgm:pt>
    <dgm:pt modelId="{2481D8E9-D33A-457D-B716-D7790A5133C9}" type="pres">
      <dgm:prSet presAssocID="{50A4CFC6-3271-42BD-9A95-B03D9824EEDD}" presName="negativeSpace" presStyleCnt="0"/>
      <dgm:spPr/>
    </dgm:pt>
    <dgm:pt modelId="{049A55CC-9A94-4C3D-9B4F-6EF547306799}" type="pres">
      <dgm:prSet presAssocID="{50A4CFC6-3271-42BD-9A95-B03D9824EEDD}" presName="childText" presStyleLbl="conFgAcc1" presStyleIdx="1" presStyleCnt="5">
        <dgm:presLayoutVars>
          <dgm:bulletEnabled val="1"/>
        </dgm:presLayoutVars>
      </dgm:prSet>
      <dgm:spPr/>
    </dgm:pt>
    <dgm:pt modelId="{D6D4F317-9391-409E-9391-229F7AA9A35B}" type="pres">
      <dgm:prSet presAssocID="{E6AF603F-D66B-494A-8160-80B051BAD3BA}" presName="spaceBetweenRectangles" presStyleCnt="0"/>
      <dgm:spPr/>
    </dgm:pt>
    <dgm:pt modelId="{9C2C7C3B-44A1-48EF-85A1-5CFF681883FB}" type="pres">
      <dgm:prSet presAssocID="{E89305A1-80B3-4F18-BD3B-9DB83B1957F5}" presName="parentLin" presStyleCnt="0"/>
      <dgm:spPr/>
    </dgm:pt>
    <dgm:pt modelId="{D59C32BA-F5A8-41FB-8859-F312A2A24808}" type="pres">
      <dgm:prSet presAssocID="{E89305A1-80B3-4F18-BD3B-9DB83B1957F5}" presName="parentLeftMargin" presStyleLbl="node1" presStyleIdx="1" presStyleCnt="5"/>
      <dgm:spPr/>
      <dgm:t>
        <a:bodyPr/>
        <a:lstStyle/>
        <a:p>
          <a:endParaRPr lang="ru-RU"/>
        </a:p>
      </dgm:t>
    </dgm:pt>
    <dgm:pt modelId="{4F0AAA50-5957-4890-97B1-E08680A28007}" type="pres">
      <dgm:prSet presAssocID="{E89305A1-80B3-4F18-BD3B-9DB83B1957F5}" presName="parentText" presStyleLbl="node1" presStyleIdx="2" presStyleCnt="5">
        <dgm:presLayoutVars>
          <dgm:chMax val="0"/>
          <dgm:bulletEnabled val="1"/>
        </dgm:presLayoutVars>
      </dgm:prSet>
      <dgm:spPr/>
      <dgm:t>
        <a:bodyPr/>
        <a:lstStyle/>
        <a:p>
          <a:endParaRPr lang="ru-RU"/>
        </a:p>
      </dgm:t>
    </dgm:pt>
    <dgm:pt modelId="{B8CF2A26-975B-4CED-B647-4AF39CBC0278}" type="pres">
      <dgm:prSet presAssocID="{E89305A1-80B3-4F18-BD3B-9DB83B1957F5}" presName="negativeSpace" presStyleCnt="0"/>
      <dgm:spPr/>
    </dgm:pt>
    <dgm:pt modelId="{1574B9D9-18A8-4E16-BAD3-FF4DCA9278C4}" type="pres">
      <dgm:prSet presAssocID="{E89305A1-80B3-4F18-BD3B-9DB83B1957F5}" presName="childText" presStyleLbl="conFgAcc1" presStyleIdx="2" presStyleCnt="5">
        <dgm:presLayoutVars>
          <dgm:bulletEnabled val="1"/>
        </dgm:presLayoutVars>
      </dgm:prSet>
      <dgm:spPr/>
    </dgm:pt>
    <dgm:pt modelId="{4F89D9A3-CA1B-4B29-B830-97ECC233EB9B}" type="pres">
      <dgm:prSet presAssocID="{F9B56115-C4AD-4998-B9A5-33C90B1D93B8}" presName="spaceBetweenRectangles" presStyleCnt="0"/>
      <dgm:spPr/>
    </dgm:pt>
    <dgm:pt modelId="{2CC32321-63D6-43AA-AC45-21933661B84B}" type="pres">
      <dgm:prSet presAssocID="{743311FF-07A6-45C7-908A-6F99A658D615}" presName="parentLin" presStyleCnt="0"/>
      <dgm:spPr/>
    </dgm:pt>
    <dgm:pt modelId="{CEB5F8E1-98E2-4314-8CB4-33298B7FDC0C}" type="pres">
      <dgm:prSet presAssocID="{743311FF-07A6-45C7-908A-6F99A658D615}" presName="parentLeftMargin" presStyleLbl="node1" presStyleIdx="2" presStyleCnt="5"/>
      <dgm:spPr/>
      <dgm:t>
        <a:bodyPr/>
        <a:lstStyle/>
        <a:p>
          <a:endParaRPr lang="ru-RU"/>
        </a:p>
      </dgm:t>
    </dgm:pt>
    <dgm:pt modelId="{573C6B7D-969D-4891-9948-5AAC3D93A4C8}" type="pres">
      <dgm:prSet presAssocID="{743311FF-07A6-45C7-908A-6F99A658D615}" presName="parentText" presStyleLbl="node1" presStyleIdx="3" presStyleCnt="5">
        <dgm:presLayoutVars>
          <dgm:chMax val="0"/>
          <dgm:bulletEnabled val="1"/>
        </dgm:presLayoutVars>
      </dgm:prSet>
      <dgm:spPr/>
      <dgm:t>
        <a:bodyPr/>
        <a:lstStyle/>
        <a:p>
          <a:endParaRPr lang="ru-RU"/>
        </a:p>
      </dgm:t>
    </dgm:pt>
    <dgm:pt modelId="{22F3C137-C6E2-45FC-B348-71C73A55E0BC}" type="pres">
      <dgm:prSet presAssocID="{743311FF-07A6-45C7-908A-6F99A658D615}" presName="negativeSpace" presStyleCnt="0"/>
      <dgm:spPr/>
    </dgm:pt>
    <dgm:pt modelId="{7E001543-9DF0-4B16-B082-9692AEE512EF}" type="pres">
      <dgm:prSet presAssocID="{743311FF-07A6-45C7-908A-6F99A658D615}" presName="childText" presStyleLbl="conFgAcc1" presStyleIdx="3" presStyleCnt="5">
        <dgm:presLayoutVars>
          <dgm:bulletEnabled val="1"/>
        </dgm:presLayoutVars>
      </dgm:prSet>
      <dgm:spPr/>
    </dgm:pt>
    <dgm:pt modelId="{68C87FF0-6228-41D4-B66D-405847AB327B}" type="pres">
      <dgm:prSet presAssocID="{8B60D6DE-F728-4F36-BCB6-A32717A888C3}" presName="spaceBetweenRectangles" presStyleCnt="0"/>
      <dgm:spPr/>
    </dgm:pt>
    <dgm:pt modelId="{241332C0-8E0C-447D-9F9D-E351844108F6}" type="pres">
      <dgm:prSet presAssocID="{4ABC046F-95CB-4AB7-8DDF-6FBF3332B2DB}" presName="parentLin" presStyleCnt="0"/>
      <dgm:spPr/>
    </dgm:pt>
    <dgm:pt modelId="{7ACB7A79-81C9-46DA-934F-4AE617261D98}" type="pres">
      <dgm:prSet presAssocID="{4ABC046F-95CB-4AB7-8DDF-6FBF3332B2DB}" presName="parentLeftMargin" presStyleLbl="node1" presStyleIdx="3" presStyleCnt="5"/>
      <dgm:spPr/>
      <dgm:t>
        <a:bodyPr/>
        <a:lstStyle/>
        <a:p>
          <a:endParaRPr lang="ru-RU"/>
        </a:p>
      </dgm:t>
    </dgm:pt>
    <dgm:pt modelId="{B71495C1-2976-4F8D-A749-0DFC936BEA95}" type="pres">
      <dgm:prSet presAssocID="{4ABC046F-95CB-4AB7-8DDF-6FBF3332B2DB}" presName="parentText" presStyleLbl="node1" presStyleIdx="4" presStyleCnt="5">
        <dgm:presLayoutVars>
          <dgm:chMax val="0"/>
          <dgm:bulletEnabled val="1"/>
        </dgm:presLayoutVars>
      </dgm:prSet>
      <dgm:spPr/>
      <dgm:t>
        <a:bodyPr/>
        <a:lstStyle/>
        <a:p>
          <a:endParaRPr lang="ru-RU"/>
        </a:p>
      </dgm:t>
    </dgm:pt>
    <dgm:pt modelId="{F45D9277-52DF-47C7-B997-DD9090D8CC71}" type="pres">
      <dgm:prSet presAssocID="{4ABC046F-95CB-4AB7-8DDF-6FBF3332B2DB}" presName="negativeSpace" presStyleCnt="0"/>
      <dgm:spPr/>
    </dgm:pt>
    <dgm:pt modelId="{1A5D4513-D528-468E-AEAA-6803650D6ECC}" type="pres">
      <dgm:prSet presAssocID="{4ABC046F-95CB-4AB7-8DDF-6FBF3332B2DB}" presName="childText" presStyleLbl="conFgAcc1" presStyleIdx="4" presStyleCnt="5">
        <dgm:presLayoutVars>
          <dgm:bulletEnabled val="1"/>
        </dgm:presLayoutVars>
      </dgm:prSet>
      <dgm:spPr/>
    </dgm:pt>
  </dgm:ptLst>
  <dgm:cxnLst>
    <dgm:cxn modelId="{B5CEE69D-5300-48E9-9822-27269DB01BE8}" type="presOf" srcId="{4ABC046F-95CB-4AB7-8DDF-6FBF3332B2DB}" destId="{7ACB7A79-81C9-46DA-934F-4AE617261D98}" srcOrd="0" destOrd="0" presId="urn:microsoft.com/office/officeart/2005/8/layout/list1"/>
    <dgm:cxn modelId="{53D1A998-B929-4DBD-A1ED-2A8F09B8FF93}" type="presOf" srcId="{E89305A1-80B3-4F18-BD3B-9DB83B1957F5}" destId="{D59C32BA-F5A8-41FB-8859-F312A2A24808}" srcOrd="0" destOrd="0" presId="urn:microsoft.com/office/officeart/2005/8/layout/list1"/>
    <dgm:cxn modelId="{062AE346-36EB-41B6-A093-623BEB90FBE0}" type="presOf" srcId="{3E327BE9-520F-4F85-9BE7-CF7512B7AA05}" destId="{CFE600AA-FF4C-4818-ADDF-1EC152EB04F2}" srcOrd="0" destOrd="0" presId="urn:microsoft.com/office/officeart/2005/8/layout/list1"/>
    <dgm:cxn modelId="{2A74A478-AA6C-477D-A1DD-18AAD3E6F567}" srcId="{3E327BE9-520F-4F85-9BE7-CF7512B7AA05}" destId="{743311FF-07A6-45C7-908A-6F99A658D615}" srcOrd="3" destOrd="0" parTransId="{A955378D-A615-4988-9304-819B1036ECE8}" sibTransId="{8B60D6DE-F728-4F36-BCB6-A32717A888C3}"/>
    <dgm:cxn modelId="{342C5C56-FBA3-4009-911A-E77CC796185B}" srcId="{3E327BE9-520F-4F85-9BE7-CF7512B7AA05}" destId="{50A4CFC6-3271-42BD-9A95-B03D9824EEDD}" srcOrd="1" destOrd="0" parTransId="{D2729647-8DD6-4E52-B88E-6D9C813D607D}" sibTransId="{E6AF603F-D66B-494A-8160-80B051BAD3BA}"/>
    <dgm:cxn modelId="{F1071ED4-95D4-4EB1-8AC6-A5291E3974E2}" type="presOf" srcId="{743311FF-07A6-45C7-908A-6F99A658D615}" destId="{CEB5F8E1-98E2-4314-8CB4-33298B7FDC0C}" srcOrd="0" destOrd="0" presId="urn:microsoft.com/office/officeart/2005/8/layout/list1"/>
    <dgm:cxn modelId="{7D47CEB7-74AA-4E44-8651-A6CCA83A6CB8}" type="presOf" srcId="{79A5D6C0-9E95-48DD-ABAF-2D4E44E441F1}" destId="{65B340AA-44F7-4B84-BD2E-AAEEF307FCAA}" srcOrd="0" destOrd="0" presId="urn:microsoft.com/office/officeart/2005/8/layout/list1"/>
    <dgm:cxn modelId="{6AF88396-9334-46CE-8C36-6E3C585B6B6C}" srcId="{3E327BE9-520F-4F85-9BE7-CF7512B7AA05}" destId="{79A5D6C0-9E95-48DD-ABAF-2D4E44E441F1}" srcOrd="0" destOrd="0" parTransId="{D8C8BA0D-F9E4-4AAF-A110-5EF3650CCF12}" sibTransId="{E815F76C-BA29-461E-A20E-EBF2B325A9CF}"/>
    <dgm:cxn modelId="{8D2B68B6-BB31-4611-A134-1005EED3E450}" type="presOf" srcId="{79A5D6C0-9E95-48DD-ABAF-2D4E44E441F1}" destId="{D8A63D6A-6C99-4607-AAF2-186626CF60FB}" srcOrd="1" destOrd="0" presId="urn:microsoft.com/office/officeart/2005/8/layout/list1"/>
    <dgm:cxn modelId="{1792130E-DA6D-4B98-A82E-8CB076F5B2D3}" type="presOf" srcId="{50A4CFC6-3271-42BD-9A95-B03D9824EEDD}" destId="{37BA1889-A30D-4A31-BD2D-438714A2A1CF}" srcOrd="0" destOrd="0" presId="urn:microsoft.com/office/officeart/2005/8/layout/list1"/>
    <dgm:cxn modelId="{5D38D9D3-29DF-488A-AF3A-C07483D6D2AA}" type="presOf" srcId="{50A4CFC6-3271-42BD-9A95-B03D9824EEDD}" destId="{89EE025A-EE25-44F1-8B35-BF394EE7EDB5}" srcOrd="1" destOrd="0" presId="urn:microsoft.com/office/officeart/2005/8/layout/list1"/>
    <dgm:cxn modelId="{383FEC69-BE45-47CA-B3C6-87EA6EACBFAE}" type="presOf" srcId="{E89305A1-80B3-4F18-BD3B-9DB83B1957F5}" destId="{4F0AAA50-5957-4890-97B1-E08680A28007}" srcOrd="1" destOrd="0" presId="urn:microsoft.com/office/officeart/2005/8/layout/list1"/>
    <dgm:cxn modelId="{8BA6C39A-98EE-45C3-A51D-A8A39F31E022}" type="presOf" srcId="{743311FF-07A6-45C7-908A-6F99A658D615}" destId="{573C6B7D-969D-4891-9948-5AAC3D93A4C8}" srcOrd="1" destOrd="0" presId="urn:microsoft.com/office/officeart/2005/8/layout/list1"/>
    <dgm:cxn modelId="{8D8BA46F-3239-41AF-A968-0CE62D64F265}" type="presOf" srcId="{4ABC046F-95CB-4AB7-8DDF-6FBF3332B2DB}" destId="{B71495C1-2976-4F8D-A749-0DFC936BEA95}" srcOrd="1" destOrd="0" presId="urn:microsoft.com/office/officeart/2005/8/layout/list1"/>
    <dgm:cxn modelId="{D8991ECE-1F70-40F4-8C38-9BB2F4AE2118}" srcId="{3E327BE9-520F-4F85-9BE7-CF7512B7AA05}" destId="{4ABC046F-95CB-4AB7-8DDF-6FBF3332B2DB}" srcOrd="4" destOrd="0" parTransId="{9228F166-AB30-4417-8DFA-92D326178AE7}" sibTransId="{955254CA-201A-44A5-BC83-80ACD9F3841D}"/>
    <dgm:cxn modelId="{CAB742E8-0AB7-4D4F-A32A-5271ED018B27}" srcId="{3E327BE9-520F-4F85-9BE7-CF7512B7AA05}" destId="{E89305A1-80B3-4F18-BD3B-9DB83B1957F5}" srcOrd="2" destOrd="0" parTransId="{5FA4F9F3-6AEB-41D8-969B-52E47F2A3327}" sibTransId="{F9B56115-C4AD-4998-B9A5-33C90B1D93B8}"/>
    <dgm:cxn modelId="{85C1B2BC-2292-4580-8487-EEB55FE78788}" type="presParOf" srcId="{CFE600AA-FF4C-4818-ADDF-1EC152EB04F2}" destId="{7E2714DF-528A-4CDC-901B-4275257D0858}" srcOrd="0" destOrd="0" presId="urn:microsoft.com/office/officeart/2005/8/layout/list1"/>
    <dgm:cxn modelId="{5916E52C-567C-40C2-9508-B9AA2DA30FCB}" type="presParOf" srcId="{7E2714DF-528A-4CDC-901B-4275257D0858}" destId="{65B340AA-44F7-4B84-BD2E-AAEEF307FCAA}" srcOrd="0" destOrd="0" presId="urn:microsoft.com/office/officeart/2005/8/layout/list1"/>
    <dgm:cxn modelId="{A67F7D56-9AF9-4BDF-AF28-F96A5037BA22}" type="presParOf" srcId="{7E2714DF-528A-4CDC-901B-4275257D0858}" destId="{D8A63D6A-6C99-4607-AAF2-186626CF60FB}" srcOrd="1" destOrd="0" presId="urn:microsoft.com/office/officeart/2005/8/layout/list1"/>
    <dgm:cxn modelId="{AD07D8BF-9490-482B-9A90-8E88CA18C780}" type="presParOf" srcId="{CFE600AA-FF4C-4818-ADDF-1EC152EB04F2}" destId="{D2A4A0BC-E339-47F8-AC8F-3E704A50BC39}" srcOrd="1" destOrd="0" presId="urn:microsoft.com/office/officeart/2005/8/layout/list1"/>
    <dgm:cxn modelId="{F448A365-885A-4DBD-94E5-756148D7E130}" type="presParOf" srcId="{CFE600AA-FF4C-4818-ADDF-1EC152EB04F2}" destId="{4D885E4B-2611-4DEA-A658-46E3D579F86D}" srcOrd="2" destOrd="0" presId="urn:microsoft.com/office/officeart/2005/8/layout/list1"/>
    <dgm:cxn modelId="{BBF54558-1E89-483A-AED9-1E478896CC9D}" type="presParOf" srcId="{CFE600AA-FF4C-4818-ADDF-1EC152EB04F2}" destId="{F1E760A6-05DB-444B-9754-D5639DB334DE}" srcOrd="3" destOrd="0" presId="urn:microsoft.com/office/officeart/2005/8/layout/list1"/>
    <dgm:cxn modelId="{138E24ED-FC91-44BF-9DDB-E033A303C624}" type="presParOf" srcId="{CFE600AA-FF4C-4818-ADDF-1EC152EB04F2}" destId="{D20FBEF6-7F05-44E4-A53E-A87605057F2D}" srcOrd="4" destOrd="0" presId="urn:microsoft.com/office/officeart/2005/8/layout/list1"/>
    <dgm:cxn modelId="{751368CF-B9F8-468C-BDAC-12A44D919AD8}" type="presParOf" srcId="{D20FBEF6-7F05-44E4-A53E-A87605057F2D}" destId="{37BA1889-A30D-4A31-BD2D-438714A2A1CF}" srcOrd="0" destOrd="0" presId="urn:microsoft.com/office/officeart/2005/8/layout/list1"/>
    <dgm:cxn modelId="{0427EA9B-E113-4643-B5B2-9B8BDF71BDF6}" type="presParOf" srcId="{D20FBEF6-7F05-44E4-A53E-A87605057F2D}" destId="{89EE025A-EE25-44F1-8B35-BF394EE7EDB5}" srcOrd="1" destOrd="0" presId="urn:microsoft.com/office/officeart/2005/8/layout/list1"/>
    <dgm:cxn modelId="{EF3DE76F-3513-4212-BC9A-A431EEE80F7B}" type="presParOf" srcId="{CFE600AA-FF4C-4818-ADDF-1EC152EB04F2}" destId="{2481D8E9-D33A-457D-B716-D7790A5133C9}" srcOrd="5" destOrd="0" presId="urn:microsoft.com/office/officeart/2005/8/layout/list1"/>
    <dgm:cxn modelId="{33E77FBE-BAE7-420E-9773-94881958694A}" type="presParOf" srcId="{CFE600AA-FF4C-4818-ADDF-1EC152EB04F2}" destId="{049A55CC-9A94-4C3D-9B4F-6EF547306799}" srcOrd="6" destOrd="0" presId="urn:microsoft.com/office/officeart/2005/8/layout/list1"/>
    <dgm:cxn modelId="{0F9F4C55-267C-44B3-A4BA-BA54455F6D13}" type="presParOf" srcId="{CFE600AA-FF4C-4818-ADDF-1EC152EB04F2}" destId="{D6D4F317-9391-409E-9391-229F7AA9A35B}" srcOrd="7" destOrd="0" presId="urn:microsoft.com/office/officeart/2005/8/layout/list1"/>
    <dgm:cxn modelId="{D1F6325E-478B-4CAC-BED1-4AD73D92ACB8}" type="presParOf" srcId="{CFE600AA-FF4C-4818-ADDF-1EC152EB04F2}" destId="{9C2C7C3B-44A1-48EF-85A1-5CFF681883FB}" srcOrd="8" destOrd="0" presId="urn:microsoft.com/office/officeart/2005/8/layout/list1"/>
    <dgm:cxn modelId="{8933940C-75FA-47E1-AFE4-BD34A3D8635A}" type="presParOf" srcId="{9C2C7C3B-44A1-48EF-85A1-5CFF681883FB}" destId="{D59C32BA-F5A8-41FB-8859-F312A2A24808}" srcOrd="0" destOrd="0" presId="urn:microsoft.com/office/officeart/2005/8/layout/list1"/>
    <dgm:cxn modelId="{065BF910-E752-4A10-8701-FA295B92BE21}" type="presParOf" srcId="{9C2C7C3B-44A1-48EF-85A1-5CFF681883FB}" destId="{4F0AAA50-5957-4890-97B1-E08680A28007}" srcOrd="1" destOrd="0" presId="urn:microsoft.com/office/officeart/2005/8/layout/list1"/>
    <dgm:cxn modelId="{17A1F1F5-B038-45A3-89CF-10D0ED22E9B1}" type="presParOf" srcId="{CFE600AA-FF4C-4818-ADDF-1EC152EB04F2}" destId="{B8CF2A26-975B-4CED-B647-4AF39CBC0278}" srcOrd="9" destOrd="0" presId="urn:microsoft.com/office/officeart/2005/8/layout/list1"/>
    <dgm:cxn modelId="{C1A5FBDC-BE5C-4A8E-8165-723235C60DD1}" type="presParOf" srcId="{CFE600AA-FF4C-4818-ADDF-1EC152EB04F2}" destId="{1574B9D9-18A8-4E16-BAD3-FF4DCA9278C4}" srcOrd="10" destOrd="0" presId="urn:microsoft.com/office/officeart/2005/8/layout/list1"/>
    <dgm:cxn modelId="{C1CAAD0B-19AC-4E28-9678-9FF5F73CEF40}" type="presParOf" srcId="{CFE600AA-FF4C-4818-ADDF-1EC152EB04F2}" destId="{4F89D9A3-CA1B-4B29-B830-97ECC233EB9B}" srcOrd="11" destOrd="0" presId="urn:microsoft.com/office/officeart/2005/8/layout/list1"/>
    <dgm:cxn modelId="{FE2D9A0E-1F5F-4433-A722-77F2B98D2AFB}" type="presParOf" srcId="{CFE600AA-FF4C-4818-ADDF-1EC152EB04F2}" destId="{2CC32321-63D6-43AA-AC45-21933661B84B}" srcOrd="12" destOrd="0" presId="urn:microsoft.com/office/officeart/2005/8/layout/list1"/>
    <dgm:cxn modelId="{8E1E6758-4304-4D95-9801-E720E27598F2}" type="presParOf" srcId="{2CC32321-63D6-43AA-AC45-21933661B84B}" destId="{CEB5F8E1-98E2-4314-8CB4-33298B7FDC0C}" srcOrd="0" destOrd="0" presId="urn:microsoft.com/office/officeart/2005/8/layout/list1"/>
    <dgm:cxn modelId="{77FE7420-C297-43C5-ADA3-41FF73654AD0}" type="presParOf" srcId="{2CC32321-63D6-43AA-AC45-21933661B84B}" destId="{573C6B7D-969D-4891-9948-5AAC3D93A4C8}" srcOrd="1" destOrd="0" presId="urn:microsoft.com/office/officeart/2005/8/layout/list1"/>
    <dgm:cxn modelId="{3814163D-AE6F-43EA-9797-C629900838F4}" type="presParOf" srcId="{CFE600AA-FF4C-4818-ADDF-1EC152EB04F2}" destId="{22F3C137-C6E2-45FC-B348-71C73A55E0BC}" srcOrd="13" destOrd="0" presId="urn:microsoft.com/office/officeart/2005/8/layout/list1"/>
    <dgm:cxn modelId="{467513F9-F784-41C2-AD32-CC1627B9DFD3}" type="presParOf" srcId="{CFE600AA-FF4C-4818-ADDF-1EC152EB04F2}" destId="{7E001543-9DF0-4B16-B082-9692AEE512EF}" srcOrd="14" destOrd="0" presId="urn:microsoft.com/office/officeart/2005/8/layout/list1"/>
    <dgm:cxn modelId="{C8BF93B0-24F0-4D6B-B61F-6818996D1B09}" type="presParOf" srcId="{CFE600AA-FF4C-4818-ADDF-1EC152EB04F2}" destId="{68C87FF0-6228-41D4-B66D-405847AB327B}" srcOrd="15" destOrd="0" presId="urn:microsoft.com/office/officeart/2005/8/layout/list1"/>
    <dgm:cxn modelId="{51AE77C0-4DE2-4D04-B98D-CEF24C713682}" type="presParOf" srcId="{CFE600AA-FF4C-4818-ADDF-1EC152EB04F2}" destId="{241332C0-8E0C-447D-9F9D-E351844108F6}" srcOrd="16" destOrd="0" presId="urn:microsoft.com/office/officeart/2005/8/layout/list1"/>
    <dgm:cxn modelId="{049ED79C-BCBF-4993-B86B-529720502AF3}" type="presParOf" srcId="{241332C0-8E0C-447D-9F9D-E351844108F6}" destId="{7ACB7A79-81C9-46DA-934F-4AE617261D98}" srcOrd="0" destOrd="0" presId="urn:microsoft.com/office/officeart/2005/8/layout/list1"/>
    <dgm:cxn modelId="{D827BD6E-7CCF-4752-B000-5835403EA572}" type="presParOf" srcId="{241332C0-8E0C-447D-9F9D-E351844108F6}" destId="{B71495C1-2976-4F8D-A749-0DFC936BEA95}" srcOrd="1" destOrd="0" presId="urn:microsoft.com/office/officeart/2005/8/layout/list1"/>
    <dgm:cxn modelId="{478EFF44-D0EE-4FA1-99BC-394D4922ADE5}" type="presParOf" srcId="{CFE600AA-FF4C-4818-ADDF-1EC152EB04F2}" destId="{F45D9277-52DF-47C7-B997-DD9090D8CC71}" srcOrd="17" destOrd="0" presId="urn:microsoft.com/office/officeart/2005/8/layout/list1"/>
    <dgm:cxn modelId="{F57B6102-8886-4C13-9021-7903A3044100}" type="presParOf" srcId="{CFE600AA-FF4C-4818-ADDF-1EC152EB04F2}" destId="{1A5D4513-D528-468E-AEAA-6803650D6ECC}" srcOrd="18"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2357EA-7D6F-4E27-9C68-FDA6BCBB2AAF}">
      <dsp:nvSpPr>
        <dsp:cNvPr id="0" name=""/>
        <dsp:cNvSpPr/>
      </dsp:nvSpPr>
      <dsp:spPr>
        <a:xfrm>
          <a:off x="9771" y="1872490"/>
          <a:ext cx="5841262" cy="2336504"/>
        </a:xfrm>
        <a:prstGeom prst="chevron">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160020" tIns="53340" rIns="53340" bIns="53340" numCol="1" spcCol="1270" anchor="ctr" anchorCtr="0">
          <a:noAutofit/>
        </a:bodyPr>
        <a:lstStyle/>
        <a:p>
          <a:pPr lvl="0" algn="ctr" defTabSz="1778000">
            <a:lnSpc>
              <a:spcPct val="90000"/>
            </a:lnSpc>
            <a:spcBef>
              <a:spcPct val="0"/>
            </a:spcBef>
            <a:spcAft>
              <a:spcPct val="35000"/>
            </a:spcAft>
          </a:pPr>
          <a:r>
            <a:rPr lang="en-US" sz="4000" b="0" i="0" kern="1200" dirty="0" smtClean="0"/>
            <a:t>Procedural programming</a:t>
          </a:r>
          <a:endParaRPr lang="ru-RU" sz="4000" kern="1200" dirty="0"/>
        </a:p>
      </dsp:txBody>
      <dsp:txXfrm>
        <a:off x="1178023" y="1872490"/>
        <a:ext cx="3504758" cy="2336504"/>
      </dsp:txXfrm>
    </dsp:sp>
    <dsp:sp modelId="{E5C9D447-441A-407A-8ED8-783B6DCD9778}">
      <dsp:nvSpPr>
        <dsp:cNvPr id="0" name=""/>
        <dsp:cNvSpPr/>
      </dsp:nvSpPr>
      <dsp:spPr>
        <a:xfrm>
          <a:off x="5266907" y="1872490"/>
          <a:ext cx="5841262" cy="2336504"/>
        </a:xfrm>
        <a:prstGeom prst="chevron">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160020" tIns="53340" rIns="53340" bIns="53340" numCol="1" spcCol="1270" anchor="ctr" anchorCtr="0">
          <a:noAutofit/>
        </a:bodyPr>
        <a:lstStyle/>
        <a:p>
          <a:pPr lvl="0" algn="ctr" defTabSz="1778000">
            <a:lnSpc>
              <a:spcPct val="90000"/>
            </a:lnSpc>
            <a:spcBef>
              <a:spcPct val="0"/>
            </a:spcBef>
            <a:spcAft>
              <a:spcPct val="35000"/>
            </a:spcAft>
          </a:pPr>
          <a:r>
            <a:rPr lang="en-US" sz="4000" kern="1200" dirty="0" smtClean="0">
              <a:latin typeface="Open Sans (Основной текст)"/>
            </a:rPr>
            <a:t>Object-oriented programming</a:t>
          </a:r>
          <a:endParaRPr lang="ru-RU" sz="4000" kern="1200" dirty="0"/>
        </a:p>
      </dsp:txBody>
      <dsp:txXfrm>
        <a:off x="6435159" y="1872490"/>
        <a:ext cx="3504758" cy="23365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57AD0-F6A4-44A0-A8A2-51006B3710A2}">
      <dsp:nvSpPr>
        <dsp:cNvPr id="0" name=""/>
        <dsp:cNvSpPr/>
      </dsp:nvSpPr>
      <dsp:spPr>
        <a:xfrm>
          <a:off x="1756226" y="0"/>
          <a:ext cx="3305633" cy="1117600"/>
        </a:xfrm>
        <a:prstGeom prst="roundRect">
          <a:avLst>
            <a:gd name="adj" fmla="val 10000"/>
          </a:avLst>
        </a:prstGeom>
        <a:solidFill>
          <a:schemeClr val="accent3"/>
        </a:solidFill>
        <a:ln w="12700" cap="flat" cmpd="sng" algn="ctr">
          <a:solidFill>
            <a:schemeClr val="accent3">
              <a:shade val="50000"/>
            </a:schemeClr>
          </a:solidFill>
          <a:prstDash val="solid"/>
          <a:miter lim="800000"/>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b="1" i="0" kern="1200" dirty="0" smtClean="0"/>
            <a:t>Class-based (Java)</a:t>
          </a:r>
          <a:endParaRPr lang="ru-RU" sz="2500" kern="1200" dirty="0"/>
        </a:p>
      </dsp:txBody>
      <dsp:txXfrm>
        <a:off x="1788959" y="32733"/>
        <a:ext cx="3240167" cy="1052134"/>
      </dsp:txXfrm>
    </dsp:sp>
    <dsp:sp modelId="{1AEE9334-748C-44D1-8F50-075F7B1B9589}">
      <dsp:nvSpPr>
        <dsp:cNvPr id="0" name=""/>
        <dsp:cNvSpPr/>
      </dsp:nvSpPr>
      <dsp:spPr>
        <a:xfrm rot="5400000">
          <a:off x="3199492" y="1145540"/>
          <a:ext cx="419100" cy="5029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ru-RU" sz="1800" kern="1200"/>
        </a:p>
      </dsp:txBody>
      <dsp:txXfrm rot="-5400000">
        <a:off x="3258166" y="1187450"/>
        <a:ext cx="301752" cy="293370"/>
      </dsp:txXfrm>
    </dsp:sp>
    <dsp:sp modelId="{5DE45A29-A4D1-4442-B646-663D33EE5023}">
      <dsp:nvSpPr>
        <dsp:cNvPr id="0" name=""/>
        <dsp:cNvSpPr/>
      </dsp:nvSpPr>
      <dsp:spPr>
        <a:xfrm>
          <a:off x="1814283" y="1676400"/>
          <a:ext cx="3189519" cy="1117600"/>
        </a:xfrm>
        <a:prstGeom prst="roundRect">
          <a:avLst>
            <a:gd name="adj" fmla="val 1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b="0" i="1" kern="1200" dirty="0" smtClean="0"/>
            <a:t>class</a:t>
          </a:r>
          <a:endParaRPr lang="ru-RU" sz="2500" kern="1200" dirty="0"/>
        </a:p>
      </dsp:txBody>
      <dsp:txXfrm>
        <a:off x="1847016" y="1709133"/>
        <a:ext cx="3124053" cy="1052134"/>
      </dsp:txXfrm>
    </dsp:sp>
    <dsp:sp modelId="{52D2CB04-4EB4-4EC0-B6F7-8A20E9041862}">
      <dsp:nvSpPr>
        <dsp:cNvPr id="0" name=""/>
        <dsp:cNvSpPr/>
      </dsp:nvSpPr>
      <dsp:spPr>
        <a:xfrm rot="5400000">
          <a:off x="3199492" y="2821940"/>
          <a:ext cx="419100" cy="5029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ru-RU" sz="1800" kern="1200"/>
        </a:p>
      </dsp:txBody>
      <dsp:txXfrm rot="-5400000">
        <a:off x="3258166" y="2863850"/>
        <a:ext cx="301752" cy="293370"/>
      </dsp:txXfrm>
    </dsp:sp>
    <dsp:sp modelId="{45DC2036-3CB6-49B3-966B-4DA554C0BFCA}">
      <dsp:nvSpPr>
        <dsp:cNvPr id="0" name=""/>
        <dsp:cNvSpPr/>
      </dsp:nvSpPr>
      <dsp:spPr>
        <a:xfrm>
          <a:off x="1814283" y="3352800"/>
          <a:ext cx="3189519" cy="1117600"/>
        </a:xfrm>
        <a:prstGeom prst="roundRect">
          <a:avLst>
            <a:gd name="adj" fmla="val 1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b="0" i="1" kern="1200" dirty="0" smtClean="0"/>
            <a:t>instance</a:t>
          </a:r>
          <a:endParaRPr lang="ru-RU" sz="2500" kern="1200" dirty="0"/>
        </a:p>
      </dsp:txBody>
      <dsp:txXfrm>
        <a:off x="1847016" y="3385533"/>
        <a:ext cx="3124053" cy="10521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57AD0-F6A4-44A0-A8A2-51006B3710A2}">
      <dsp:nvSpPr>
        <dsp:cNvPr id="0" name=""/>
        <dsp:cNvSpPr/>
      </dsp:nvSpPr>
      <dsp:spPr>
        <a:xfrm>
          <a:off x="1670790" y="358"/>
          <a:ext cx="3476505" cy="1175370"/>
        </a:xfrm>
        <a:prstGeom prst="roundRect">
          <a:avLst>
            <a:gd name="adj" fmla="val 10000"/>
          </a:avLst>
        </a:prstGeom>
        <a:solidFill>
          <a:schemeClr val="accent3"/>
        </a:solidFill>
        <a:ln w="12700" cap="flat" cmpd="sng" algn="ctr">
          <a:solidFill>
            <a:schemeClr val="accent3">
              <a:shade val="50000"/>
            </a:schemeClr>
          </a:solidFill>
          <a:prstDash val="solid"/>
          <a:miter lim="800000"/>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b="1" i="0" kern="1200" dirty="0" smtClean="0"/>
            <a:t>Prototype-based (JavaScript)</a:t>
          </a:r>
          <a:endParaRPr lang="ru-RU" sz="2600" kern="1200" dirty="0"/>
        </a:p>
      </dsp:txBody>
      <dsp:txXfrm>
        <a:off x="1705215" y="34783"/>
        <a:ext cx="3407655" cy="1106520"/>
      </dsp:txXfrm>
    </dsp:sp>
    <dsp:sp modelId="{1AEE9334-748C-44D1-8F50-075F7B1B9589}">
      <dsp:nvSpPr>
        <dsp:cNvPr id="0" name=""/>
        <dsp:cNvSpPr/>
      </dsp:nvSpPr>
      <dsp:spPr>
        <a:xfrm rot="5400000">
          <a:off x="3188661" y="1205113"/>
          <a:ext cx="440763" cy="5289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ru-RU" sz="1900" kern="1200"/>
        </a:p>
      </dsp:txBody>
      <dsp:txXfrm rot="-5400000">
        <a:off x="3250368" y="1249190"/>
        <a:ext cx="317350" cy="308534"/>
      </dsp:txXfrm>
    </dsp:sp>
    <dsp:sp modelId="{5DE45A29-A4D1-4442-B646-663D33EE5023}">
      <dsp:nvSpPr>
        <dsp:cNvPr id="0" name=""/>
        <dsp:cNvSpPr/>
      </dsp:nvSpPr>
      <dsp:spPr>
        <a:xfrm>
          <a:off x="1731848" y="1763414"/>
          <a:ext cx="3354388" cy="1175370"/>
        </a:xfrm>
        <a:prstGeom prst="roundRect">
          <a:avLst>
            <a:gd name="adj" fmla="val 1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b="0" i="0" kern="1200" dirty="0" smtClean="0"/>
            <a:t>objects</a:t>
          </a:r>
          <a:endParaRPr lang="ru-RU" sz="2600" kern="1200" dirty="0"/>
        </a:p>
      </dsp:txBody>
      <dsp:txXfrm>
        <a:off x="1766273" y="1797839"/>
        <a:ext cx="3285538" cy="11065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885E4B-2611-4DEA-A658-46E3D579F86D}">
      <dsp:nvSpPr>
        <dsp:cNvPr id="0" name=""/>
        <dsp:cNvSpPr/>
      </dsp:nvSpPr>
      <dsp:spPr>
        <a:xfrm>
          <a:off x="0" y="387374"/>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A63D6A-6C99-4607-AAF2-186626CF60FB}">
      <dsp:nvSpPr>
        <dsp:cNvPr id="0" name=""/>
        <dsp:cNvSpPr/>
      </dsp:nvSpPr>
      <dsp:spPr>
        <a:xfrm>
          <a:off x="414694" y="77414"/>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rtl="0">
            <a:lnSpc>
              <a:spcPct val="90000"/>
            </a:lnSpc>
            <a:spcBef>
              <a:spcPct val="0"/>
            </a:spcBef>
            <a:spcAft>
              <a:spcPct val="35000"/>
            </a:spcAft>
          </a:pPr>
          <a:r>
            <a:rPr lang="en-US" sz="2100" kern="1200" dirty="0" err="1" smtClean="0">
              <a:solidFill>
                <a:schemeClr val="bg1"/>
              </a:solidFill>
            </a:rPr>
            <a:t>Object.assign</a:t>
          </a:r>
          <a:r>
            <a:rPr lang="en-US" sz="2100" kern="1200" dirty="0" smtClean="0">
              <a:solidFill>
                <a:schemeClr val="bg1"/>
              </a:solidFill>
            </a:rPr>
            <a:t>()</a:t>
          </a:r>
          <a:endParaRPr lang="ru-RU" sz="2100" kern="1200" dirty="0">
            <a:solidFill>
              <a:schemeClr val="bg1"/>
            </a:solidFill>
          </a:endParaRPr>
        </a:p>
      </dsp:txBody>
      <dsp:txXfrm>
        <a:off x="444956" y="107676"/>
        <a:ext cx="5019476" cy="559396"/>
      </dsp:txXfrm>
    </dsp:sp>
    <dsp:sp modelId="{049A55CC-9A94-4C3D-9B4F-6EF547306799}">
      <dsp:nvSpPr>
        <dsp:cNvPr id="0" name=""/>
        <dsp:cNvSpPr/>
      </dsp:nvSpPr>
      <dsp:spPr>
        <a:xfrm>
          <a:off x="0" y="1339934"/>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EE025A-EE25-44F1-8B35-BF394EE7EDB5}">
      <dsp:nvSpPr>
        <dsp:cNvPr id="0" name=""/>
        <dsp:cNvSpPr/>
      </dsp:nvSpPr>
      <dsp:spPr>
        <a:xfrm>
          <a:off x="362857" y="1029974"/>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a:lnSpc>
              <a:spcPct val="90000"/>
            </a:lnSpc>
            <a:spcBef>
              <a:spcPct val="0"/>
            </a:spcBef>
            <a:spcAft>
              <a:spcPct val="35000"/>
            </a:spcAft>
          </a:pPr>
          <a:r>
            <a:rPr lang="en-US" sz="2100" kern="1200" dirty="0" err="1" smtClean="0">
              <a:solidFill>
                <a:schemeClr val="bg1"/>
              </a:solidFill>
            </a:rPr>
            <a:t>Object.create</a:t>
          </a:r>
          <a:r>
            <a:rPr lang="en-US" sz="2100" kern="1200" dirty="0" smtClean="0">
              <a:solidFill>
                <a:schemeClr val="bg1"/>
              </a:solidFill>
            </a:rPr>
            <a:t>()</a:t>
          </a:r>
          <a:endParaRPr lang="ru-RU" sz="2100" kern="1200" dirty="0">
            <a:solidFill>
              <a:schemeClr val="bg1"/>
            </a:solidFill>
          </a:endParaRPr>
        </a:p>
      </dsp:txBody>
      <dsp:txXfrm>
        <a:off x="393119" y="1060236"/>
        <a:ext cx="5019476" cy="559396"/>
      </dsp:txXfrm>
    </dsp:sp>
    <dsp:sp modelId="{7E001543-9DF0-4B16-B082-9692AEE512EF}">
      <dsp:nvSpPr>
        <dsp:cNvPr id="0" name=""/>
        <dsp:cNvSpPr/>
      </dsp:nvSpPr>
      <dsp:spPr>
        <a:xfrm>
          <a:off x="0" y="2292494"/>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3C6B7D-969D-4891-9948-5AAC3D93A4C8}">
      <dsp:nvSpPr>
        <dsp:cNvPr id="0" name=""/>
        <dsp:cNvSpPr/>
      </dsp:nvSpPr>
      <dsp:spPr>
        <a:xfrm>
          <a:off x="362857" y="1982534"/>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a:lnSpc>
              <a:spcPct val="90000"/>
            </a:lnSpc>
            <a:spcBef>
              <a:spcPct val="0"/>
            </a:spcBef>
            <a:spcAft>
              <a:spcPct val="35000"/>
            </a:spcAft>
          </a:pPr>
          <a:r>
            <a:rPr lang="en-US" sz="2100" kern="1200" dirty="0" err="1" smtClean="0">
              <a:solidFill>
                <a:schemeClr val="bg1"/>
              </a:solidFill>
            </a:rPr>
            <a:t>Object.defineProperties</a:t>
          </a:r>
          <a:r>
            <a:rPr lang="en-US" sz="2100" kern="1200" dirty="0" smtClean="0">
              <a:solidFill>
                <a:schemeClr val="bg1"/>
              </a:solidFill>
            </a:rPr>
            <a:t>()</a:t>
          </a:r>
          <a:endParaRPr lang="ru-RU" sz="2100" kern="1200" dirty="0">
            <a:solidFill>
              <a:schemeClr val="bg1"/>
            </a:solidFill>
          </a:endParaRPr>
        </a:p>
      </dsp:txBody>
      <dsp:txXfrm>
        <a:off x="393119" y="2012796"/>
        <a:ext cx="5019476" cy="559396"/>
      </dsp:txXfrm>
    </dsp:sp>
    <dsp:sp modelId="{1A5D4513-D528-468E-AEAA-6803650D6ECC}">
      <dsp:nvSpPr>
        <dsp:cNvPr id="0" name=""/>
        <dsp:cNvSpPr/>
      </dsp:nvSpPr>
      <dsp:spPr>
        <a:xfrm>
          <a:off x="0" y="3245054"/>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1495C1-2976-4F8D-A749-0DFC936BEA95}">
      <dsp:nvSpPr>
        <dsp:cNvPr id="0" name=""/>
        <dsp:cNvSpPr/>
      </dsp:nvSpPr>
      <dsp:spPr>
        <a:xfrm>
          <a:off x="362857" y="2935094"/>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a:lnSpc>
              <a:spcPct val="90000"/>
            </a:lnSpc>
            <a:spcBef>
              <a:spcPct val="0"/>
            </a:spcBef>
            <a:spcAft>
              <a:spcPct val="35000"/>
            </a:spcAft>
          </a:pPr>
          <a:r>
            <a:rPr lang="en-US" sz="2100" kern="1200" dirty="0" err="1" smtClean="0">
              <a:solidFill>
                <a:schemeClr val="bg1"/>
              </a:solidFill>
            </a:rPr>
            <a:t>Object.entries</a:t>
          </a:r>
          <a:r>
            <a:rPr lang="en-US" sz="2100" kern="1200" dirty="0" smtClean="0">
              <a:solidFill>
                <a:schemeClr val="bg1"/>
              </a:solidFill>
            </a:rPr>
            <a:t>()</a:t>
          </a:r>
          <a:endParaRPr lang="ru-RU" sz="2100" kern="1200" dirty="0">
            <a:solidFill>
              <a:schemeClr val="bg1"/>
            </a:solidFill>
          </a:endParaRPr>
        </a:p>
      </dsp:txBody>
      <dsp:txXfrm>
        <a:off x="393119" y="2965356"/>
        <a:ext cx="5019476" cy="559396"/>
      </dsp:txXfrm>
    </dsp:sp>
    <dsp:sp modelId="{EEFB9A33-B1F2-4C61-A9E3-612BDC67C13F}">
      <dsp:nvSpPr>
        <dsp:cNvPr id="0" name=""/>
        <dsp:cNvSpPr/>
      </dsp:nvSpPr>
      <dsp:spPr>
        <a:xfrm>
          <a:off x="0" y="4197614"/>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9D37B8-77D6-409E-9983-8434057B26F8}">
      <dsp:nvSpPr>
        <dsp:cNvPr id="0" name=""/>
        <dsp:cNvSpPr/>
      </dsp:nvSpPr>
      <dsp:spPr>
        <a:xfrm>
          <a:off x="362857" y="3887654"/>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a:lnSpc>
              <a:spcPct val="90000"/>
            </a:lnSpc>
            <a:spcBef>
              <a:spcPct val="0"/>
            </a:spcBef>
            <a:spcAft>
              <a:spcPct val="35000"/>
            </a:spcAft>
          </a:pPr>
          <a:r>
            <a:rPr lang="en-US" sz="2100" kern="1200" dirty="0" err="1" smtClean="0">
              <a:solidFill>
                <a:schemeClr val="bg1"/>
              </a:solidFill>
            </a:rPr>
            <a:t>Object.getOwnPropertyDescriptors</a:t>
          </a:r>
          <a:r>
            <a:rPr lang="en-US" sz="2100" kern="1200" dirty="0" smtClean="0">
              <a:solidFill>
                <a:schemeClr val="bg1"/>
              </a:solidFill>
            </a:rPr>
            <a:t>()</a:t>
          </a:r>
          <a:endParaRPr lang="ru-RU" sz="2100" kern="1200" dirty="0">
            <a:solidFill>
              <a:schemeClr val="bg1"/>
            </a:solidFill>
          </a:endParaRPr>
        </a:p>
      </dsp:txBody>
      <dsp:txXfrm>
        <a:off x="393119" y="3917916"/>
        <a:ext cx="5019476" cy="5593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885E4B-2611-4DEA-A658-46E3D579F86D}">
      <dsp:nvSpPr>
        <dsp:cNvPr id="0" name=""/>
        <dsp:cNvSpPr/>
      </dsp:nvSpPr>
      <dsp:spPr>
        <a:xfrm>
          <a:off x="0" y="383745"/>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A63D6A-6C99-4607-AAF2-186626CF60FB}">
      <dsp:nvSpPr>
        <dsp:cNvPr id="0" name=""/>
        <dsp:cNvSpPr/>
      </dsp:nvSpPr>
      <dsp:spPr>
        <a:xfrm>
          <a:off x="414694" y="73785"/>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rtl="0">
            <a:lnSpc>
              <a:spcPct val="90000"/>
            </a:lnSpc>
            <a:spcBef>
              <a:spcPct val="0"/>
            </a:spcBef>
            <a:spcAft>
              <a:spcPct val="35000"/>
            </a:spcAft>
          </a:pPr>
          <a:r>
            <a:rPr lang="en-US" sz="2100" kern="1200" dirty="0" smtClean="0">
              <a:solidFill>
                <a:schemeClr val="bg1"/>
              </a:solidFill>
            </a:rPr>
            <a:t>Object.is()</a:t>
          </a:r>
          <a:endParaRPr lang="ru-RU" sz="2100" kern="1200" dirty="0">
            <a:solidFill>
              <a:schemeClr val="bg1"/>
            </a:solidFill>
          </a:endParaRPr>
        </a:p>
      </dsp:txBody>
      <dsp:txXfrm>
        <a:off x="444956" y="104047"/>
        <a:ext cx="5019476" cy="559396"/>
      </dsp:txXfrm>
    </dsp:sp>
    <dsp:sp modelId="{049A55CC-9A94-4C3D-9B4F-6EF547306799}">
      <dsp:nvSpPr>
        <dsp:cNvPr id="0" name=""/>
        <dsp:cNvSpPr/>
      </dsp:nvSpPr>
      <dsp:spPr>
        <a:xfrm>
          <a:off x="0" y="1336305"/>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EE025A-EE25-44F1-8B35-BF394EE7EDB5}">
      <dsp:nvSpPr>
        <dsp:cNvPr id="0" name=""/>
        <dsp:cNvSpPr/>
      </dsp:nvSpPr>
      <dsp:spPr>
        <a:xfrm>
          <a:off x="362857" y="1026345"/>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a:lnSpc>
              <a:spcPct val="90000"/>
            </a:lnSpc>
            <a:spcBef>
              <a:spcPct val="0"/>
            </a:spcBef>
            <a:spcAft>
              <a:spcPct val="35000"/>
            </a:spcAft>
          </a:pPr>
          <a:r>
            <a:rPr lang="en-US" sz="2100" kern="1200" dirty="0" err="1" smtClean="0">
              <a:solidFill>
                <a:schemeClr val="bg1"/>
              </a:solidFill>
            </a:rPr>
            <a:t>Object.keys</a:t>
          </a:r>
          <a:r>
            <a:rPr lang="en-US" sz="2100" kern="1200" dirty="0" smtClean="0">
              <a:solidFill>
                <a:schemeClr val="bg1"/>
              </a:solidFill>
            </a:rPr>
            <a:t>()</a:t>
          </a:r>
          <a:endParaRPr lang="ru-RU" sz="2100" kern="1200" dirty="0">
            <a:solidFill>
              <a:schemeClr val="bg1"/>
            </a:solidFill>
          </a:endParaRPr>
        </a:p>
      </dsp:txBody>
      <dsp:txXfrm>
        <a:off x="393119" y="1056607"/>
        <a:ext cx="5019476" cy="559396"/>
      </dsp:txXfrm>
    </dsp:sp>
    <dsp:sp modelId="{1574B9D9-18A8-4E16-BAD3-FF4DCA9278C4}">
      <dsp:nvSpPr>
        <dsp:cNvPr id="0" name=""/>
        <dsp:cNvSpPr/>
      </dsp:nvSpPr>
      <dsp:spPr>
        <a:xfrm>
          <a:off x="0" y="2288866"/>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F0AAA50-5957-4890-97B1-E08680A28007}">
      <dsp:nvSpPr>
        <dsp:cNvPr id="0" name=""/>
        <dsp:cNvSpPr/>
      </dsp:nvSpPr>
      <dsp:spPr>
        <a:xfrm>
          <a:off x="362857" y="1978905"/>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a:lnSpc>
              <a:spcPct val="90000"/>
            </a:lnSpc>
            <a:spcBef>
              <a:spcPct val="0"/>
            </a:spcBef>
            <a:spcAft>
              <a:spcPct val="35000"/>
            </a:spcAft>
          </a:pPr>
          <a:r>
            <a:rPr lang="en-US" sz="2100" kern="1200" dirty="0" err="1" smtClean="0">
              <a:solidFill>
                <a:schemeClr val="bg1"/>
              </a:solidFill>
            </a:rPr>
            <a:t>Object.seal</a:t>
          </a:r>
          <a:r>
            <a:rPr lang="en-US" sz="2100" kern="1200" dirty="0" smtClean="0">
              <a:solidFill>
                <a:schemeClr val="bg1"/>
              </a:solidFill>
            </a:rPr>
            <a:t>()</a:t>
          </a:r>
          <a:endParaRPr lang="ru-RU" sz="2100" kern="1200" dirty="0">
            <a:solidFill>
              <a:schemeClr val="bg1"/>
            </a:solidFill>
          </a:endParaRPr>
        </a:p>
      </dsp:txBody>
      <dsp:txXfrm>
        <a:off x="393119" y="2009167"/>
        <a:ext cx="5019476" cy="559396"/>
      </dsp:txXfrm>
    </dsp:sp>
    <dsp:sp modelId="{7E001543-9DF0-4B16-B082-9692AEE512EF}">
      <dsp:nvSpPr>
        <dsp:cNvPr id="0" name=""/>
        <dsp:cNvSpPr/>
      </dsp:nvSpPr>
      <dsp:spPr>
        <a:xfrm>
          <a:off x="0" y="3241426"/>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3C6B7D-969D-4891-9948-5AAC3D93A4C8}">
      <dsp:nvSpPr>
        <dsp:cNvPr id="0" name=""/>
        <dsp:cNvSpPr/>
      </dsp:nvSpPr>
      <dsp:spPr>
        <a:xfrm>
          <a:off x="362857" y="2931466"/>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a:lnSpc>
              <a:spcPct val="90000"/>
            </a:lnSpc>
            <a:spcBef>
              <a:spcPct val="0"/>
            </a:spcBef>
            <a:spcAft>
              <a:spcPct val="35000"/>
            </a:spcAft>
          </a:pPr>
          <a:r>
            <a:rPr lang="en-US" sz="2100" kern="1200" dirty="0" err="1" smtClean="0">
              <a:solidFill>
                <a:schemeClr val="bg1"/>
              </a:solidFill>
            </a:rPr>
            <a:t>Object.values</a:t>
          </a:r>
          <a:r>
            <a:rPr lang="en-US" sz="2100" kern="1200" dirty="0" smtClean="0">
              <a:solidFill>
                <a:schemeClr val="bg1"/>
              </a:solidFill>
            </a:rPr>
            <a:t>()</a:t>
          </a:r>
          <a:endParaRPr lang="ru-RU" sz="2100" kern="1200" dirty="0">
            <a:solidFill>
              <a:schemeClr val="bg1"/>
            </a:solidFill>
          </a:endParaRPr>
        </a:p>
      </dsp:txBody>
      <dsp:txXfrm>
        <a:off x="393119" y="2961728"/>
        <a:ext cx="5019476" cy="559396"/>
      </dsp:txXfrm>
    </dsp:sp>
    <dsp:sp modelId="{1A5D4513-D528-468E-AEAA-6803650D6ECC}">
      <dsp:nvSpPr>
        <dsp:cNvPr id="0" name=""/>
        <dsp:cNvSpPr/>
      </dsp:nvSpPr>
      <dsp:spPr>
        <a:xfrm>
          <a:off x="0" y="4193986"/>
          <a:ext cx="7257143"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1495C1-2976-4F8D-A749-0DFC936BEA95}">
      <dsp:nvSpPr>
        <dsp:cNvPr id="0" name=""/>
        <dsp:cNvSpPr/>
      </dsp:nvSpPr>
      <dsp:spPr>
        <a:xfrm>
          <a:off x="362857" y="3884026"/>
          <a:ext cx="508000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12" tIns="0" rIns="192012" bIns="0" numCol="1" spcCol="1270" anchor="ctr" anchorCtr="0">
          <a:noAutofit/>
        </a:bodyPr>
        <a:lstStyle/>
        <a:p>
          <a:pPr lvl="0" algn="l" defTabSz="933450">
            <a:lnSpc>
              <a:spcPct val="90000"/>
            </a:lnSpc>
            <a:spcBef>
              <a:spcPct val="0"/>
            </a:spcBef>
            <a:spcAft>
              <a:spcPct val="35000"/>
            </a:spcAft>
          </a:pPr>
          <a:r>
            <a:rPr lang="en-US" sz="2100" kern="1200" dirty="0" err="1" smtClean="0">
              <a:solidFill>
                <a:schemeClr val="bg1"/>
              </a:solidFill>
            </a:rPr>
            <a:t>Object.setPrototypeOf</a:t>
          </a:r>
          <a:r>
            <a:rPr lang="en-US" sz="2100" kern="1200" dirty="0" smtClean="0">
              <a:solidFill>
                <a:schemeClr val="bg1"/>
              </a:solidFill>
            </a:rPr>
            <a:t>()</a:t>
          </a:r>
          <a:endParaRPr lang="ru-RU" sz="2100" kern="1200" dirty="0">
            <a:solidFill>
              <a:schemeClr val="bg1"/>
            </a:solidFill>
          </a:endParaRPr>
        </a:p>
      </dsp:txBody>
      <dsp:txXfrm>
        <a:off x="393119" y="3914288"/>
        <a:ext cx="5019476"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746818D-8EB4-40E0-B412-1AB8722040CC}" type="datetimeFigureOut">
              <a:rPr lang="en-GB"/>
              <a:pPr>
                <a:defRPr/>
              </a:pPr>
              <a:t>28/08/2020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A7524555-7A4A-402C-AA8C-9E148724DB57}" type="slidenum">
              <a:rPr lang="en-GB"/>
              <a:pPr>
                <a:defRPr/>
              </a:pPr>
              <a:t>‹#›</a:t>
            </a:fld>
            <a:endParaRPr lang="en-GB"/>
          </a:p>
        </p:txBody>
      </p:sp>
    </p:spTree>
    <p:extLst>
      <p:ext uri="{BB962C8B-B14F-4D97-AF65-F5344CB8AC3E}">
        <p14:creationId xmlns:p14="http://schemas.microsoft.com/office/powerpoint/2010/main" val="6655913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A7524555-7A4A-402C-AA8C-9E148724DB57}" type="slidenum">
              <a:rPr lang="en-GB" smtClean="0"/>
              <a:pPr>
                <a:defRPr/>
              </a:pPr>
              <a:t>1</a:t>
            </a:fld>
            <a:endParaRPr lang="en-GB"/>
          </a:p>
        </p:txBody>
      </p:sp>
    </p:spTree>
    <p:extLst>
      <p:ext uri="{BB962C8B-B14F-4D97-AF65-F5344CB8AC3E}">
        <p14:creationId xmlns:p14="http://schemas.microsoft.com/office/powerpoint/2010/main" val="3109304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a:defRPr/>
            </a:pPr>
            <a:fld id="{A7524555-7A4A-402C-AA8C-9E148724DB57}" type="slidenum">
              <a:rPr lang="en-GB" smtClean="0"/>
              <a:pPr>
                <a:defRPr/>
              </a:pPr>
              <a:t>21</a:t>
            </a:fld>
            <a:endParaRPr lang="en-GB"/>
          </a:p>
        </p:txBody>
      </p:sp>
    </p:spTree>
    <p:extLst>
      <p:ext uri="{BB962C8B-B14F-4D97-AF65-F5344CB8AC3E}">
        <p14:creationId xmlns:p14="http://schemas.microsoft.com/office/powerpoint/2010/main" val="2828827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a:defRPr/>
            </a:pPr>
            <a:fld id="{A7524555-7A4A-402C-AA8C-9E148724DB57}" type="slidenum">
              <a:rPr lang="en-GB" smtClean="0"/>
              <a:pPr>
                <a:defRPr/>
              </a:pPr>
              <a:t>23</a:t>
            </a:fld>
            <a:endParaRPr lang="en-GB"/>
          </a:p>
        </p:txBody>
      </p:sp>
    </p:spTree>
    <p:extLst>
      <p:ext uri="{BB962C8B-B14F-4D97-AF65-F5344CB8AC3E}">
        <p14:creationId xmlns:p14="http://schemas.microsoft.com/office/powerpoint/2010/main" val="2929824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GRADIENT-1">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 xmlns:a16="http://schemas.microsoft.com/office/drawing/2014/main"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
        <p:nvSpPr>
          <p:cNvPr id="10" name="Title 8">
            <a:extLst>
              <a:ext uri="{FF2B5EF4-FFF2-40B4-BE49-F238E27FC236}">
                <a16:creationId xmlns="" xmlns:a16="http://schemas.microsoft.com/office/drawing/2014/main" id="{353C5CCE-34CF-4745-B8D7-AF744DB56245}"/>
              </a:ext>
            </a:extLst>
          </p:cNvPr>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Tree>
    <p:extLst>
      <p:ext uri="{BB962C8B-B14F-4D97-AF65-F5344CB8AC3E}">
        <p14:creationId xmlns:p14="http://schemas.microsoft.com/office/powerpoint/2010/main" val="81653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SLIDE-GRADIENT-2">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 xmlns:a16="http://schemas.microsoft.com/office/drawing/2014/main"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61792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EXT-ONE-COLUMN-DARK">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9CC0A6A9-FB31-4A19-A170-D23A18C938E0}"/>
              </a:ext>
            </a:extLst>
          </p:cNvPr>
          <p:cNvSpPr/>
          <p:nvPr userDrawn="1"/>
        </p:nvSpPr>
        <p:spPr>
          <a:xfrm>
            <a:off x="0" y="0"/>
            <a:ext cx="12192000" cy="6858000"/>
          </a:xfrm>
          <a:prstGeom prst="rect">
            <a:avLst/>
          </a:prstGeom>
          <a:gradFill flip="none" rotWithShape="1">
            <a:gsLst>
              <a:gs pos="0">
                <a:schemeClr val="accent6"/>
              </a:gs>
              <a:gs pos="30000">
                <a:schemeClr val="accent6"/>
              </a:gs>
              <a:gs pos="100000">
                <a:schemeClr val="accent4"/>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solidFill>
                  <a:schemeClr val="bg1"/>
                </a:solidFill>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solidFill>
                  <a:schemeClr val="bg1"/>
                </a:solidFill>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Tree>
    <p:extLst>
      <p:ext uri="{BB962C8B-B14F-4D97-AF65-F5344CB8AC3E}">
        <p14:creationId xmlns:p14="http://schemas.microsoft.com/office/powerpoint/2010/main" val="103784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FOR ICONS">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151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R ICO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5045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CKGROUND_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 xmlns:a16="http://schemas.microsoft.com/office/drawing/2014/main" id="{21C47469-3B03-E44C-89B5-F697BC2200BB}"/>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413287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TWO-COLUMN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914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THREE-COLUMN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43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DESCRIPTION-SIDETEXT-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3179948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349239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SIDETEXT-PROCES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2" name="Text Placeholder 6"/>
          <p:cNvSpPr>
            <a:spLocks noGrp="1"/>
          </p:cNvSpPr>
          <p:nvPr>
            <p:ph type="body" sz="quarter" idx="14" hasCustomPrompt="1"/>
          </p:nvPr>
        </p:nvSpPr>
        <p:spPr>
          <a:xfrm>
            <a:off x="28956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3" name="Text Placeholder 6"/>
          <p:cNvSpPr>
            <a:spLocks noGrp="1"/>
          </p:cNvSpPr>
          <p:nvPr>
            <p:ph type="body" sz="quarter" idx="15" hasCustomPrompt="1"/>
          </p:nvPr>
        </p:nvSpPr>
        <p:spPr>
          <a:xfrm>
            <a:off x="51054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4" name="Text Placeholder 6"/>
          <p:cNvSpPr>
            <a:spLocks noGrp="1"/>
          </p:cNvSpPr>
          <p:nvPr>
            <p:ph type="body" sz="quarter" idx="16" hasCustomPrompt="1"/>
          </p:nvPr>
        </p:nvSpPr>
        <p:spPr>
          <a:xfrm>
            <a:off x="73152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5" name="Text Placeholder 6"/>
          <p:cNvSpPr>
            <a:spLocks noGrp="1"/>
          </p:cNvSpPr>
          <p:nvPr>
            <p:ph type="body" sz="quarter" idx="17" hasCustomPrompt="1"/>
          </p:nvPr>
        </p:nvSpPr>
        <p:spPr>
          <a:xfrm>
            <a:off x="95250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10" name="Title 1">
            <a:extLst>
              <a:ext uri="{FF2B5EF4-FFF2-40B4-BE49-F238E27FC236}">
                <a16:creationId xmlns="" xmlns:a16="http://schemas.microsoft.com/office/drawing/2014/main" id="{B4B68A2E-49F8-4BDA-BD1A-488169336555}"/>
              </a:ext>
            </a:extLst>
          </p:cNvPr>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Tree>
    <p:extLst>
      <p:ext uri="{BB962C8B-B14F-4D97-AF65-F5344CB8AC3E}">
        <p14:creationId xmlns:p14="http://schemas.microsoft.com/office/powerpoint/2010/main" val="2905492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ONE-COLUMN-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b="0" i="0">
                <a:solidFill>
                  <a:prstClr val="black"/>
                </a:solidFill>
                <a:latin typeface="Open Sans Regular" panose="020B0606030504020204" pitchFamily="34" charset="0"/>
                <a:ea typeface="Open Sans Regular" panose="020B0606030504020204" pitchFamily="34" charset="0"/>
                <a:cs typeface="Open Sans Regular" panose="020B0606030504020204" pitchFamily="34" charset="0"/>
              </a:rPr>
              <a:t>SoftServe Confidential</a:t>
            </a:r>
          </a:p>
        </p:txBody>
      </p:sp>
    </p:spTree>
    <p:extLst>
      <p:ext uri="{BB962C8B-B14F-4D97-AF65-F5344CB8AC3E}">
        <p14:creationId xmlns:p14="http://schemas.microsoft.com/office/powerpoint/2010/main" val="668672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SLIDE-GRADIENT-1">
    <p:bg>
      <p:bgPr>
        <a:gradFill flip="none" rotWithShape="1">
          <a:gsLst>
            <a:gs pos="0">
              <a:srgbClr val="8F2585"/>
            </a:gs>
            <a:gs pos="100000">
              <a:srgbClr val="F26D26"/>
            </a:gs>
          </a:gsLst>
          <a:lin ang="10800000" scaled="0"/>
          <a:tileRect/>
        </a:gradFill>
        <a:effectLst/>
      </p:bgPr>
    </p:bg>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 xmlns:a16="http://schemas.microsoft.com/office/drawing/2014/main"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
        <p:nvSpPr>
          <p:cNvPr id="10" name="Title 8">
            <a:extLst>
              <a:ext uri="{FF2B5EF4-FFF2-40B4-BE49-F238E27FC236}">
                <a16:creationId xmlns="" xmlns:a16="http://schemas.microsoft.com/office/drawing/2014/main" id="{353C5CCE-34CF-4745-B8D7-AF744DB56245}"/>
              </a:ext>
            </a:extLst>
          </p:cNvPr>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Tree>
    <p:extLst>
      <p:ext uri="{BB962C8B-B14F-4D97-AF65-F5344CB8AC3E}">
        <p14:creationId xmlns:p14="http://schemas.microsoft.com/office/powerpoint/2010/main" val="41998886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SLIDE-GRADIENT-2">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 xmlns:a16="http://schemas.microsoft.com/office/drawing/2014/main"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748765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ONE-COLUMN-DARK">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Tree>
    <p:extLst>
      <p:ext uri="{BB962C8B-B14F-4D97-AF65-F5344CB8AC3E}">
        <p14:creationId xmlns:p14="http://schemas.microsoft.com/office/powerpoint/2010/main" val="3124640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R ICONS">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7044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R IC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22737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CKGROUND_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 xmlns:a16="http://schemas.microsoft.com/office/drawing/2014/main" id="{21C47469-3B03-E44C-89B5-F697BC2200BB}"/>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42466676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TWO-COLUMN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6371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THREE-COLUMN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72389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DESCRIPTION-SIDETEXT-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3296732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7082367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SIDETEXT-PROCES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2" name="Text Placeholder 6"/>
          <p:cNvSpPr>
            <a:spLocks noGrp="1"/>
          </p:cNvSpPr>
          <p:nvPr>
            <p:ph type="body" sz="quarter" idx="14" hasCustomPrompt="1"/>
          </p:nvPr>
        </p:nvSpPr>
        <p:spPr>
          <a:xfrm>
            <a:off x="28956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3" name="Text Placeholder 6"/>
          <p:cNvSpPr>
            <a:spLocks noGrp="1"/>
          </p:cNvSpPr>
          <p:nvPr>
            <p:ph type="body" sz="quarter" idx="15" hasCustomPrompt="1"/>
          </p:nvPr>
        </p:nvSpPr>
        <p:spPr>
          <a:xfrm>
            <a:off x="51054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4" name="Text Placeholder 6"/>
          <p:cNvSpPr>
            <a:spLocks noGrp="1"/>
          </p:cNvSpPr>
          <p:nvPr>
            <p:ph type="body" sz="quarter" idx="16" hasCustomPrompt="1"/>
          </p:nvPr>
        </p:nvSpPr>
        <p:spPr>
          <a:xfrm>
            <a:off x="73152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5" name="Text Placeholder 6"/>
          <p:cNvSpPr>
            <a:spLocks noGrp="1"/>
          </p:cNvSpPr>
          <p:nvPr>
            <p:ph type="body" sz="quarter" idx="17" hasCustomPrompt="1"/>
          </p:nvPr>
        </p:nvSpPr>
        <p:spPr>
          <a:xfrm>
            <a:off x="95250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10" name="Title 1">
            <a:extLst>
              <a:ext uri="{FF2B5EF4-FFF2-40B4-BE49-F238E27FC236}">
                <a16:creationId xmlns="" xmlns:a16="http://schemas.microsoft.com/office/drawing/2014/main" id="{B4B68A2E-49F8-4BDA-BD1A-488169336555}"/>
              </a:ext>
            </a:extLst>
          </p:cNvPr>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Tree>
    <p:extLst>
      <p:ext uri="{BB962C8B-B14F-4D97-AF65-F5344CB8AC3E}">
        <p14:creationId xmlns:p14="http://schemas.microsoft.com/office/powerpoint/2010/main" val="3666243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SLIDE-DARK-1">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5459753"/>
          </a:xfrm>
          <a:prstGeom prst="rect">
            <a:avLst/>
          </a:prstGeom>
        </p:spPr>
        <p:txBody>
          <a:bodyPr anchor="t">
            <a:noAutofit/>
          </a:bodyPr>
          <a:lstStyle>
            <a:lvl1pPr>
              <a:lnSpc>
                <a:spcPts val="10500"/>
              </a:lnSpc>
              <a:defRPr sz="15000">
                <a:solidFill>
                  <a:schemeClr val="tx1"/>
                </a:solidFill>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 xmlns:a16="http://schemas.microsoft.com/office/drawing/2014/main"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93497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SLIDE-DARK-2">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 xmlns:a16="http://schemas.microsoft.com/office/drawing/2014/main"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3684854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EXT-ONE-COLUMN-DARK">
    <p:bg>
      <p:bgPr>
        <a:gradFill flip="none" rotWithShape="1">
          <a:gsLst>
            <a:gs pos="0">
              <a:schemeClr val="accent6"/>
            </a:gs>
            <a:gs pos="30000">
              <a:schemeClr val="accent6"/>
            </a:gs>
            <a:gs pos="100000">
              <a:srgbClr val="7030A0"/>
            </a:gs>
          </a:gsLst>
          <a:lin ang="10800000" scaled="0"/>
          <a:tileRect/>
        </a:gradFill>
        <a:effectLst/>
      </p:bgPr>
    </p:bg>
    <p:spTree>
      <p:nvGrpSpPr>
        <p:cNvPr id="1" name=""/>
        <p:cNvGrpSpPr/>
        <p:nvPr/>
      </p:nvGrpSpPr>
      <p:grpSpPr>
        <a:xfrm>
          <a:off x="0" y="0"/>
          <a:ext cx="0" cy="0"/>
          <a:chOff x="0" y="0"/>
          <a:chExt cx="0" cy="0"/>
        </a:xfrm>
      </p:grpSpPr>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
        <p:nvSpPr>
          <p:cNvPr id="6" name="Text Placeholder 6">
            <a:extLst>
              <a:ext uri="{FF2B5EF4-FFF2-40B4-BE49-F238E27FC236}">
                <a16:creationId xmlns="" xmlns:a16="http://schemas.microsoft.com/office/drawing/2014/main" id="{6DDF5AB6-195E-47F9-91E3-98E599C01EFB}"/>
              </a:ext>
            </a:extLst>
          </p:cNvPr>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39531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EXT-ONE-COLUMN-DARK">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 xmlns:a16="http://schemas.microsoft.com/office/drawing/2014/main" id="{320D1B1E-8401-8049-8729-0C74A6C1928C}"/>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853630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FOR IC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2720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631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EXT-TWO-COLUMNS-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11217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EXT-THREE-COLUMNS-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86831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DESCRIPTION-SIDETEXT-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25208856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3885753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TIMELINE-DARK">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cxnSp>
        <p:nvCxnSpPr>
          <p:cNvPr id="6" name="Straight Connector 5"/>
          <p:cNvCxnSpPr/>
          <p:nvPr userDrawn="1"/>
        </p:nvCxnSpPr>
        <p:spPr>
          <a:xfrm>
            <a:off x="-28575" y="2743200"/>
            <a:ext cx="12252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Oval 25"/>
          <p:cNvSpPr/>
          <p:nvPr userDrawn="1"/>
        </p:nvSpPr>
        <p:spPr>
          <a:xfrm>
            <a:off x="28270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Oval 26"/>
          <p:cNvSpPr/>
          <p:nvPr userDrawn="1"/>
        </p:nvSpPr>
        <p:spPr>
          <a:xfrm>
            <a:off x="50368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Oval 27"/>
          <p:cNvSpPr/>
          <p:nvPr userDrawn="1"/>
        </p:nvSpPr>
        <p:spPr>
          <a:xfrm>
            <a:off x="72466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Oval 28"/>
          <p:cNvSpPr/>
          <p:nvPr userDrawn="1"/>
        </p:nvSpPr>
        <p:spPr>
          <a:xfrm>
            <a:off x="94564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a:noFill/>
          <a:ln>
            <a:noFill/>
          </a:ln>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pic>
        <p:nvPicPr>
          <p:cNvPr id="22" name="Picture 21">
            <a:extLst>
              <a:ext uri="{FF2B5EF4-FFF2-40B4-BE49-F238E27FC236}">
                <a16:creationId xmlns="" xmlns:a16="http://schemas.microsoft.com/office/drawing/2014/main" id="{D2C70A87-6824-3248-B448-307E7C5BC0C9}"/>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98302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emf"/><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emf"/><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4"/>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674229508"/>
      </p:ext>
    </p:extLst>
  </p:cSld>
  <p:clrMap bg1="dk1" tx1="lt1" bg2="dk2" tx2="lt2" accent1="accent1" accent2="accent2" accent3="accent3" accent4="accent4" accent5="accent5" accent6="accent6" hlink="hlink" folHlink="folHlink"/>
  <p:sldLayoutIdLst>
    <p:sldLayoutId id="2147484778" r:id="rId1"/>
    <p:sldLayoutId id="2147484779" r:id="rId2"/>
    <p:sldLayoutId id="2147484780" r:id="rId3"/>
    <p:sldLayoutId id="2147484802" r:id="rId4"/>
    <p:sldLayoutId id="2147484781" r:id="rId5"/>
    <p:sldLayoutId id="2147484782" r:id="rId6"/>
    <p:sldLayoutId id="2147484783" r:id="rId7"/>
    <p:sldLayoutId id="2147484784" r:id="rId8"/>
    <p:sldLayoutId id="2147484785" r:id="rId9"/>
    <p:sldLayoutId id="2147484786" r:id="rId10"/>
    <p:sldLayoutId id="2147484787" r:id="rId11"/>
    <p:sldLayoutId id="214748478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41790936"/>
      </p:ext>
    </p:extLst>
  </p:cSld>
  <p:clrMap bg1="dk1" tx1="lt1" bg2="dk2" tx2="lt2" accent1="accent1" accent2="accent2" accent3="accent3" accent4="accent4" accent5="accent5" accent6="accent6" hlink="hlink" folHlink="folHlink"/>
  <p:sldLayoutIdLst>
    <p:sldLayoutId id="2147484790" r:id="rId1"/>
    <p:sldLayoutId id="2147484791" r:id="rId2"/>
    <p:sldLayoutId id="2147484792" r:id="rId3"/>
    <p:sldLayoutId id="2147484793" r:id="rId4"/>
    <p:sldLayoutId id="2147484803" r:id="rId5"/>
    <p:sldLayoutId id="2147484794" r:id="rId6"/>
    <p:sldLayoutId id="2147484795" r:id="rId7"/>
    <p:sldLayoutId id="2147484796" r:id="rId8"/>
    <p:sldLayoutId id="2147484797" r:id="rId9"/>
    <p:sldLayoutId id="2147484798" r:id="rId10"/>
    <p:sldLayoutId id="21474847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849270835"/>
      </p:ext>
    </p:extLst>
  </p:cSld>
  <p:clrMap bg1="dk1" tx1="lt1" bg2="dk2" tx2="lt2" accent1="accent1" accent2="accent2" accent3="accent3" accent4="accent4" accent5="accent5" accent6="accent6" hlink="hlink" folHlink="folHlink"/>
  <p:sldLayoutIdLst>
    <p:sldLayoutId id="2147484844" r:id="rId1"/>
    <p:sldLayoutId id="2147484845" r:id="rId2"/>
    <p:sldLayoutId id="2147484850" r:id="rId3"/>
    <p:sldLayoutId id="2147484849" r:id="rId4"/>
    <p:sldLayoutId id="2147484853" r:id="rId5"/>
    <p:sldLayoutId id="2147484854" r:id="rId6"/>
    <p:sldLayoutId id="2147484855" r:id="rId7"/>
    <p:sldLayoutId id="2147484856" r:id="rId8"/>
    <p:sldLayoutId id="2147484857" r:id="rId9"/>
    <p:sldLayoutId id="2147484858" r:id="rId10"/>
    <p:sldLayoutId id="21474848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6.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C6BFCD7C-0C79-467A-9369-0675D4B541D4}"/>
              </a:ext>
            </a:extLst>
          </p:cNvPr>
          <p:cNvSpPr>
            <a:spLocks noGrp="1"/>
          </p:cNvSpPr>
          <p:nvPr>
            <p:ph type="body" sz="quarter" idx="10"/>
          </p:nvPr>
        </p:nvSpPr>
        <p:spPr/>
        <p:txBody>
          <a:bodyPr/>
          <a:lstStyle/>
          <a:p>
            <a:r>
              <a:rPr lang="en-US" dirty="0" smtClean="0"/>
              <a:t>By Julia </a:t>
            </a:r>
            <a:r>
              <a:rPr lang="en-US" dirty="0" err="1" smtClean="0"/>
              <a:t>Tsurkan</a:t>
            </a:r>
            <a:endParaRPr lang="uk-UA" dirty="0"/>
          </a:p>
        </p:txBody>
      </p:sp>
      <p:sp>
        <p:nvSpPr>
          <p:cNvPr id="2" name="Title 1">
            <a:extLst>
              <a:ext uri="{FF2B5EF4-FFF2-40B4-BE49-F238E27FC236}">
                <a16:creationId xmlns="" xmlns:a16="http://schemas.microsoft.com/office/drawing/2014/main" id="{3F314A52-F715-4894-9739-384FC3085337}"/>
              </a:ext>
            </a:extLst>
          </p:cNvPr>
          <p:cNvSpPr>
            <a:spLocks noGrp="1"/>
          </p:cNvSpPr>
          <p:nvPr>
            <p:ph type="title"/>
          </p:nvPr>
        </p:nvSpPr>
        <p:spPr>
          <a:xfrm>
            <a:off x="-163773" y="174929"/>
            <a:ext cx="12346248" cy="4642732"/>
          </a:xfrm>
          <a:prstGeom prst="rect">
            <a:avLst/>
          </a:prstGeom>
        </p:spPr>
        <p:txBody>
          <a:bodyPr/>
          <a:lstStyle/>
          <a:p>
            <a:r>
              <a:rPr lang="en-US" sz="14000" dirty="0"/>
              <a:t>Object-oriented programming</a:t>
            </a:r>
          </a:p>
        </p:txBody>
      </p:sp>
    </p:spTree>
    <p:extLst>
      <p:ext uri="{BB962C8B-B14F-4D97-AF65-F5344CB8AC3E}">
        <p14:creationId xmlns:p14="http://schemas.microsoft.com/office/powerpoint/2010/main" val="40011932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Схема 5"/>
          <p:cNvGraphicFramePr/>
          <p:nvPr>
            <p:extLst>
              <p:ext uri="{D42A27DB-BD31-4B8C-83A1-F6EECF244321}">
                <p14:modId xmlns:p14="http://schemas.microsoft.com/office/powerpoint/2010/main" val="1148648650"/>
              </p:ext>
            </p:extLst>
          </p:nvPr>
        </p:nvGraphicFramePr>
        <p:xfrm>
          <a:off x="449944" y="319314"/>
          <a:ext cx="11117942" cy="60814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15742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sz="4000" dirty="0"/>
              <a:t>Object-oriented programming</a:t>
            </a:r>
            <a:endParaRPr lang="ru-RU" sz="4000" dirty="0"/>
          </a:p>
        </p:txBody>
      </p:sp>
      <p:sp>
        <p:nvSpPr>
          <p:cNvPr id="3" name="Текст 2"/>
          <p:cNvSpPr>
            <a:spLocks noGrp="1"/>
          </p:cNvSpPr>
          <p:nvPr>
            <p:ph type="body" sz="quarter" idx="13"/>
          </p:nvPr>
        </p:nvSpPr>
        <p:spPr>
          <a:xfrm>
            <a:off x="453571" y="5001985"/>
            <a:ext cx="3000829" cy="685801"/>
          </a:xfrm>
        </p:spPr>
        <p:txBody>
          <a:bodyPr/>
          <a:lstStyle/>
          <a:p>
            <a:r>
              <a:rPr lang="en-US" sz="4000" dirty="0" smtClean="0"/>
              <a:t>Objective-C</a:t>
            </a:r>
            <a:endParaRPr lang="ru-RU" sz="4000" dirty="0"/>
          </a:p>
        </p:txBody>
      </p:sp>
      <p:sp>
        <p:nvSpPr>
          <p:cNvPr id="4" name="Текст 3"/>
          <p:cNvSpPr>
            <a:spLocks noGrp="1"/>
          </p:cNvSpPr>
          <p:nvPr>
            <p:ph type="body" sz="quarter" idx="14"/>
          </p:nvPr>
        </p:nvSpPr>
        <p:spPr/>
        <p:txBody>
          <a:bodyPr/>
          <a:lstStyle/>
          <a:p>
            <a:r>
              <a:rPr lang="en-US" sz="4000" dirty="0" smtClean="0"/>
              <a:t>C++</a:t>
            </a:r>
            <a:endParaRPr lang="ru-RU" sz="4000" dirty="0"/>
          </a:p>
        </p:txBody>
      </p:sp>
      <p:sp>
        <p:nvSpPr>
          <p:cNvPr id="5" name="Текст 4"/>
          <p:cNvSpPr>
            <a:spLocks noGrp="1"/>
          </p:cNvSpPr>
          <p:nvPr>
            <p:ph type="body" sz="quarter" idx="15"/>
          </p:nvPr>
        </p:nvSpPr>
        <p:spPr/>
        <p:txBody>
          <a:bodyPr/>
          <a:lstStyle/>
          <a:p>
            <a:r>
              <a:rPr lang="en-US" sz="4000" dirty="0" smtClean="0"/>
              <a:t>Java</a:t>
            </a:r>
            <a:endParaRPr lang="ru-RU" sz="4000" dirty="0"/>
          </a:p>
        </p:txBody>
      </p:sp>
      <p:sp>
        <p:nvSpPr>
          <p:cNvPr id="6" name="Текст 5"/>
          <p:cNvSpPr>
            <a:spLocks noGrp="1"/>
          </p:cNvSpPr>
          <p:nvPr>
            <p:ph type="body" sz="quarter" idx="16"/>
          </p:nvPr>
        </p:nvSpPr>
        <p:spPr>
          <a:xfrm>
            <a:off x="9920514" y="2130875"/>
            <a:ext cx="1981200" cy="685801"/>
          </a:xfrm>
        </p:spPr>
        <p:txBody>
          <a:bodyPr/>
          <a:lstStyle/>
          <a:p>
            <a:r>
              <a:rPr lang="en-US" sz="4000" dirty="0" smtClean="0"/>
              <a:t>Delphi</a:t>
            </a:r>
            <a:endParaRPr lang="ru-RU" sz="4000" dirty="0"/>
          </a:p>
        </p:txBody>
      </p:sp>
      <p:sp>
        <p:nvSpPr>
          <p:cNvPr id="14" name="Текст 2"/>
          <p:cNvSpPr txBox="1">
            <a:spLocks/>
          </p:cNvSpPr>
          <p:nvPr/>
        </p:nvSpPr>
        <p:spPr>
          <a:xfrm>
            <a:off x="685800" y="3603171"/>
            <a:ext cx="1981200"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smtClean="0"/>
              <a:t>PHP</a:t>
            </a:r>
            <a:endParaRPr lang="ru-RU" sz="4000" dirty="0"/>
          </a:p>
        </p:txBody>
      </p:sp>
      <p:sp>
        <p:nvSpPr>
          <p:cNvPr id="15" name="Текст 2"/>
          <p:cNvSpPr txBox="1">
            <a:spLocks/>
          </p:cNvSpPr>
          <p:nvPr/>
        </p:nvSpPr>
        <p:spPr>
          <a:xfrm>
            <a:off x="7315199" y="3529693"/>
            <a:ext cx="1981200"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a:t>R</a:t>
            </a:r>
            <a:r>
              <a:rPr lang="en-US" sz="4000" dirty="0" smtClean="0"/>
              <a:t>uby</a:t>
            </a:r>
            <a:endParaRPr lang="ru-RU" sz="4000" dirty="0"/>
          </a:p>
        </p:txBody>
      </p:sp>
      <p:sp>
        <p:nvSpPr>
          <p:cNvPr id="16" name="Текст 2"/>
          <p:cNvSpPr txBox="1">
            <a:spLocks/>
          </p:cNvSpPr>
          <p:nvPr/>
        </p:nvSpPr>
        <p:spPr>
          <a:xfrm>
            <a:off x="4953000" y="3603170"/>
            <a:ext cx="1981200"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smtClean="0"/>
              <a:t>Python</a:t>
            </a:r>
            <a:endParaRPr lang="ru-RU" sz="4000" dirty="0"/>
          </a:p>
        </p:txBody>
      </p:sp>
      <p:sp>
        <p:nvSpPr>
          <p:cNvPr id="17" name="Текст 2"/>
          <p:cNvSpPr txBox="1">
            <a:spLocks/>
          </p:cNvSpPr>
          <p:nvPr/>
        </p:nvSpPr>
        <p:spPr>
          <a:xfrm>
            <a:off x="2819400" y="3630385"/>
            <a:ext cx="1981200"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smtClean="0"/>
              <a:t>Perl</a:t>
            </a:r>
            <a:endParaRPr lang="ru-RU" sz="4000" dirty="0"/>
          </a:p>
        </p:txBody>
      </p:sp>
      <p:sp>
        <p:nvSpPr>
          <p:cNvPr id="18" name="Текст 2"/>
          <p:cNvSpPr txBox="1">
            <a:spLocks/>
          </p:cNvSpPr>
          <p:nvPr/>
        </p:nvSpPr>
        <p:spPr>
          <a:xfrm>
            <a:off x="9448799" y="3603168"/>
            <a:ext cx="2452915"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err="1" smtClean="0"/>
              <a:t>SmallTalk</a:t>
            </a:r>
            <a:endParaRPr lang="ru-RU" sz="4000" dirty="0"/>
          </a:p>
        </p:txBody>
      </p:sp>
      <p:sp>
        <p:nvSpPr>
          <p:cNvPr id="19" name="Текст 2"/>
          <p:cNvSpPr txBox="1">
            <a:spLocks/>
          </p:cNvSpPr>
          <p:nvPr/>
        </p:nvSpPr>
        <p:spPr>
          <a:xfrm>
            <a:off x="800100" y="2133600"/>
            <a:ext cx="1981200"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smtClean="0"/>
              <a:t>C#</a:t>
            </a:r>
            <a:endParaRPr lang="ru-RU" sz="4000" dirty="0"/>
          </a:p>
        </p:txBody>
      </p:sp>
      <p:sp>
        <p:nvSpPr>
          <p:cNvPr id="20" name="Текст 2"/>
          <p:cNvSpPr txBox="1">
            <a:spLocks/>
          </p:cNvSpPr>
          <p:nvPr/>
        </p:nvSpPr>
        <p:spPr>
          <a:xfrm>
            <a:off x="4179207" y="5001985"/>
            <a:ext cx="3320143"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smtClean="0"/>
              <a:t>Object Pascal</a:t>
            </a:r>
            <a:endParaRPr lang="ru-RU" sz="4000" dirty="0"/>
          </a:p>
        </p:txBody>
      </p:sp>
      <p:sp>
        <p:nvSpPr>
          <p:cNvPr id="21" name="Текст 2"/>
          <p:cNvSpPr txBox="1">
            <a:spLocks/>
          </p:cNvSpPr>
          <p:nvPr/>
        </p:nvSpPr>
        <p:spPr>
          <a:xfrm>
            <a:off x="8224157" y="5001985"/>
            <a:ext cx="3392714"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err="1" smtClean="0"/>
              <a:t>ActionScript</a:t>
            </a:r>
            <a:r>
              <a:rPr lang="en-US" sz="4000" dirty="0" smtClean="0"/>
              <a:t> 3</a:t>
            </a:r>
            <a:endParaRPr lang="ru-RU" sz="4000" dirty="0"/>
          </a:p>
        </p:txBody>
      </p:sp>
      <p:sp>
        <p:nvSpPr>
          <p:cNvPr id="22" name="Текст 2"/>
          <p:cNvSpPr txBox="1">
            <a:spLocks/>
          </p:cNvSpPr>
          <p:nvPr/>
        </p:nvSpPr>
        <p:spPr>
          <a:xfrm>
            <a:off x="7086600" y="2144484"/>
            <a:ext cx="2550886" cy="685801"/>
          </a:xfrm>
          <a:prstGeom prst="rect">
            <a:avLst/>
          </a:prstGeom>
        </p:spPr>
        <p:txBody>
          <a:bodyPr lIns="0"/>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Proxima Nova Black" panose="02000506030000020004" pitchFamily="50"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sz="4000" dirty="0" smtClean="0"/>
              <a:t>JavaScript</a:t>
            </a:r>
            <a:endParaRPr lang="ru-RU" sz="4000" dirty="0"/>
          </a:p>
        </p:txBody>
      </p:sp>
    </p:spTree>
    <p:extLst>
      <p:ext uri="{BB962C8B-B14F-4D97-AF65-F5344CB8AC3E}">
        <p14:creationId xmlns:p14="http://schemas.microsoft.com/office/powerpoint/2010/main" val="1754859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C26BA086-93B2-44A2-8B1B-22E693D2ABB6}"/>
              </a:ext>
            </a:extLst>
          </p:cNvPr>
          <p:cNvSpPr>
            <a:spLocks noGrp="1"/>
          </p:cNvSpPr>
          <p:nvPr>
            <p:ph type="title"/>
          </p:nvPr>
        </p:nvSpPr>
        <p:spPr/>
        <p:txBody>
          <a:bodyPr/>
          <a:lstStyle/>
          <a:p>
            <a:pPr algn="ctr"/>
            <a:r>
              <a:rPr lang="en-US" dirty="0" smtClean="0"/>
              <a:t>Object model</a:t>
            </a:r>
            <a:endParaRPr lang="uk-UA" dirty="0"/>
          </a:p>
        </p:txBody>
      </p:sp>
      <p:sp>
        <p:nvSpPr>
          <p:cNvPr id="14" name="Текст 13"/>
          <p:cNvSpPr>
            <a:spLocks noGrp="1"/>
          </p:cNvSpPr>
          <p:nvPr>
            <p:ph type="body" sz="quarter" idx="10"/>
          </p:nvPr>
        </p:nvSpPr>
        <p:spPr>
          <a:xfrm>
            <a:off x="685800" y="4078515"/>
            <a:ext cx="10820400" cy="972458"/>
          </a:xfrm>
        </p:spPr>
        <p:txBody>
          <a:bodyPr/>
          <a:lstStyle/>
          <a:p>
            <a:pPr algn="ctr"/>
            <a:r>
              <a:rPr lang="en-US" sz="3200" dirty="0"/>
              <a:t>Objects include arrays, functions, built-in objects and user defined objects too. But interestingly primitives sometimes behave like objects too</a:t>
            </a:r>
            <a:r>
              <a:rPr lang="en-US" sz="3200" dirty="0" smtClean="0"/>
              <a:t>!</a:t>
            </a:r>
            <a:endParaRPr lang="ru-RU" sz="3200" dirty="0"/>
          </a:p>
        </p:txBody>
      </p:sp>
      <p:sp>
        <p:nvSpPr>
          <p:cNvPr id="15" name="Rectangle 7"/>
          <p:cNvSpPr>
            <a:spLocks noChangeArrowheads="1"/>
          </p:cNvSpPr>
          <p:nvPr/>
        </p:nvSpPr>
        <p:spPr bwMode="auto">
          <a:xfrm>
            <a:off x="851184" y="2010120"/>
            <a:ext cx="10655016" cy="1661993"/>
          </a:xfrm>
          <a:prstGeom prst="rect">
            <a:avLst/>
          </a:prstGeom>
          <a:ln/>
        </p:spPr>
        <p:style>
          <a:lnRef idx="1">
            <a:schemeClr val="accent5"/>
          </a:lnRef>
          <a:fillRef idx="2">
            <a:schemeClr val="accent5"/>
          </a:fillRef>
          <a:effectRef idx="1">
            <a:schemeClr val="accent5"/>
          </a:effectRef>
          <a:fontRef idx="minor">
            <a:schemeClr val="dk1"/>
          </a:fontRef>
        </p:style>
        <p:txBody>
          <a:bodyPr vert="horz" wrap="square" lIns="91440" tIns="0" rIns="91440" bIns="0" numCol="1" anchor="ctr" anchorCtr="0" compatLnSpc="1">
            <a:prstTxWarp prst="textNoShape">
              <a:avLst/>
            </a:prstTxWarp>
            <a:spAutoFit/>
          </a:bodyPr>
          <a:lstStyle/>
          <a:p>
            <a:pPr lvl="0" algn="ctr"/>
            <a:r>
              <a:rPr lang="en-US" sz="5400" dirty="0">
                <a:latin typeface="Proxima Nova Black" panose="02000506030000020004" pitchFamily="2" charset="0"/>
              </a:rPr>
              <a:t>“Everything in JavaScript is an object</a:t>
            </a:r>
            <a:r>
              <a:rPr lang="en-US" sz="5400" dirty="0" smtClean="0">
                <a:latin typeface="Proxima Nova Black" panose="02000506030000020004" pitchFamily="2" charset="0"/>
              </a:rPr>
              <a:t>”</a:t>
            </a:r>
            <a:endParaRPr kumimoji="0" lang="ru-RU" sz="54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7595340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C26BA086-93B2-44A2-8B1B-22E693D2ABB6}"/>
              </a:ext>
            </a:extLst>
          </p:cNvPr>
          <p:cNvSpPr>
            <a:spLocks noGrp="1"/>
          </p:cNvSpPr>
          <p:nvPr>
            <p:ph type="title"/>
          </p:nvPr>
        </p:nvSpPr>
        <p:spPr/>
        <p:txBody>
          <a:bodyPr/>
          <a:lstStyle/>
          <a:p>
            <a:pPr algn="ctr"/>
            <a:r>
              <a:rPr lang="en-US" dirty="0" smtClean="0"/>
              <a:t>Object model</a:t>
            </a:r>
            <a:endParaRPr lang="uk-UA" dirty="0"/>
          </a:p>
        </p:txBody>
      </p:sp>
      <p:sp>
        <p:nvSpPr>
          <p:cNvPr id="14" name="Текст 13"/>
          <p:cNvSpPr>
            <a:spLocks noGrp="1"/>
          </p:cNvSpPr>
          <p:nvPr>
            <p:ph type="body" sz="quarter" idx="10"/>
          </p:nvPr>
        </p:nvSpPr>
        <p:spPr>
          <a:xfrm>
            <a:off x="419384" y="2075542"/>
            <a:ext cx="10820400" cy="2975429"/>
          </a:xfrm>
        </p:spPr>
        <p:txBody>
          <a:bodyPr/>
          <a:lstStyle/>
          <a:p>
            <a:pPr lvl="0"/>
            <a:r>
              <a:rPr lang="en-US" dirty="0" smtClean="0"/>
              <a:t>An </a:t>
            </a:r>
            <a:r>
              <a:rPr lang="en-US" b="1" dirty="0" smtClean="0"/>
              <a:t>Object</a:t>
            </a:r>
            <a:r>
              <a:rPr lang="en-US" dirty="0" smtClean="0"/>
              <a:t> is a collection of properties.</a:t>
            </a:r>
            <a:r>
              <a:rPr lang="ru-RU" dirty="0" smtClean="0"/>
              <a:t> </a:t>
            </a:r>
            <a:r>
              <a:rPr lang="en-US" dirty="0" smtClean="0"/>
              <a:t>The </a:t>
            </a:r>
            <a:r>
              <a:rPr lang="en-US" b="1" dirty="0" smtClean="0"/>
              <a:t>properties</a:t>
            </a:r>
            <a:r>
              <a:rPr lang="en-US" dirty="0" smtClean="0"/>
              <a:t> are also known as </a:t>
            </a:r>
            <a:r>
              <a:rPr lang="en-US" b="1" dirty="0" smtClean="0"/>
              <a:t>key-value pairs</a:t>
            </a:r>
            <a:r>
              <a:rPr lang="en-US" dirty="0" smtClean="0"/>
              <a:t>.</a:t>
            </a:r>
          </a:p>
          <a:p>
            <a:pPr algn="ctr"/>
            <a:r>
              <a:rPr lang="en-US" b="1" dirty="0" smtClean="0"/>
              <a:t>In </a:t>
            </a:r>
            <a:r>
              <a:rPr lang="en-US" b="1" dirty="0"/>
              <a:t>JavaScript, an object can be created in two ways:</a:t>
            </a:r>
          </a:p>
          <a:p>
            <a:pPr marL="457200" indent="-457200">
              <a:buAutoNum type="arabicParenR"/>
            </a:pPr>
            <a:r>
              <a:rPr lang="en-US" dirty="0" smtClean="0"/>
              <a:t>Object literal</a:t>
            </a:r>
            <a:endParaRPr lang="uk-UA" dirty="0" smtClean="0"/>
          </a:p>
          <a:p>
            <a:endParaRPr lang="uk-UA" dirty="0"/>
          </a:p>
          <a:p>
            <a:endParaRPr lang="en-US" dirty="0"/>
          </a:p>
          <a:p>
            <a:r>
              <a:rPr lang="uk-UA" dirty="0"/>
              <a:t>2) </a:t>
            </a:r>
            <a:r>
              <a:rPr lang="en-US" dirty="0"/>
              <a:t>Object constructor</a:t>
            </a:r>
          </a:p>
          <a:p>
            <a:endParaRPr lang="ru-RU" dirty="0"/>
          </a:p>
        </p:txBody>
      </p:sp>
      <p:sp>
        <p:nvSpPr>
          <p:cNvPr id="15" name="Rectangle 7"/>
          <p:cNvSpPr>
            <a:spLocks noChangeArrowheads="1"/>
          </p:cNvSpPr>
          <p:nvPr/>
        </p:nvSpPr>
        <p:spPr bwMode="auto">
          <a:xfrm>
            <a:off x="419384" y="3578161"/>
            <a:ext cx="10655016" cy="369332"/>
          </a:xfrm>
          <a:prstGeom prst="rect">
            <a:avLst/>
          </a:prstGeom>
          <a:ln/>
        </p:spPr>
        <p:style>
          <a:lnRef idx="1">
            <a:schemeClr val="accent5"/>
          </a:lnRef>
          <a:fillRef idx="2">
            <a:schemeClr val="accent5"/>
          </a:fillRef>
          <a:effectRef idx="1">
            <a:schemeClr val="accent5"/>
          </a:effectRef>
          <a:fontRef idx="minor">
            <a:schemeClr val="dk1"/>
          </a:fontRef>
        </p:style>
        <p:txBody>
          <a:bodyPr vert="horz" wrap="square" lIns="91440" tIns="0" rIns="9144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2400" dirty="0" smtClean="0">
                <a:solidFill>
                  <a:srgbClr val="212529"/>
                </a:solidFill>
                <a:latin typeface="+mj-lt"/>
              </a:rPr>
              <a:t>const</a:t>
            </a:r>
            <a:r>
              <a:rPr kumimoji="0" lang="ru-RU" sz="2400" b="0" i="0" u="none" strike="noStrike" cap="none" normalizeH="0" baseline="0" dirty="0" smtClean="0">
                <a:ln>
                  <a:noFill/>
                </a:ln>
                <a:solidFill>
                  <a:srgbClr val="212529"/>
                </a:solidFill>
                <a:effectLst/>
                <a:latin typeface="+mj-lt"/>
              </a:rPr>
              <a:t> &lt;</a:t>
            </a:r>
            <a:r>
              <a:rPr kumimoji="0" lang="ru-RU" sz="2400" b="0" i="0" u="none" strike="noStrike" cap="none" normalizeH="0" baseline="0" dirty="0" err="1" smtClean="0">
                <a:ln>
                  <a:noFill/>
                </a:ln>
                <a:solidFill>
                  <a:srgbClr val="212529"/>
                </a:solidFill>
                <a:effectLst/>
                <a:latin typeface="+mj-lt"/>
              </a:rPr>
              <a:t>object-name</a:t>
            </a:r>
            <a:r>
              <a:rPr kumimoji="0" lang="ru-RU" sz="2400" b="0" i="0" u="none" strike="noStrike" cap="none" normalizeH="0" baseline="0" dirty="0" smtClean="0">
                <a:ln>
                  <a:noFill/>
                </a:ln>
                <a:solidFill>
                  <a:srgbClr val="212529"/>
                </a:solidFill>
                <a:effectLst/>
                <a:latin typeface="+mj-lt"/>
              </a:rPr>
              <a:t>&gt; = { key1: value1, key2: value2,... </a:t>
            </a:r>
            <a:r>
              <a:rPr kumimoji="0" lang="ru-RU" sz="2400" b="0" i="0" u="none" strike="noStrike" cap="none" normalizeH="0" baseline="0" dirty="0" err="1" smtClean="0">
                <a:ln>
                  <a:noFill/>
                </a:ln>
                <a:solidFill>
                  <a:srgbClr val="212529"/>
                </a:solidFill>
                <a:effectLst/>
                <a:latin typeface="+mj-lt"/>
              </a:rPr>
              <a:t>keyN</a:t>
            </a:r>
            <a:r>
              <a:rPr kumimoji="0" lang="ru-RU" sz="2400" b="0" i="0" u="none" strike="noStrike" cap="none" normalizeH="0" baseline="0" dirty="0" smtClean="0">
                <a:ln>
                  <a:noFill/>
                </a:ln>
                <a:solidFill>
                  <a:srgbClr val="212529"/>
                </a:solidFill>
                <a:effectLst/>
                <a:latin typeface="+mj-lt"/>
              </a:rPr>
              <a:t>: </a:t>
            </a:r>
            <a:r>
              <a:rPr kumimoji="0" lang="ru-RU" sz="2400" b="0" i="0" u="none" strike="noStrike" cap="none" normalizeH="0" baseline="0" dirty="0" err="1" smtClean="0">
                <a:ln>
                  <a:noFill/>
                </a:ln>
                <a:solidFill>
                  <a:srgbClr val="212529"/>
                </a:solidFill>
                <a:effectLst/>
                <a:latin typeface="+mj-lt"/>
              </a:rPr>
              <a:t>valueN</a:t>
            </a:r>
            <a:r>
              <a:rPr kumimoji="0" lang="ru-RU" sz="2400" b="0" i="0" u="none" strike="noStrike" cap="none" normalizeH="0" baseline="0" dirty="0" smtClean="0">
                <a:ln>
                  <a:noFill/>
                </a:ln>
                <a:solidFill>
                  <a:srgbClr val="212529"/>
                </a:solidFill>
                <a:effectLst/>
                <a:latin typeface="+mj-lt"/>
              </a:rPr>
              <a:t>};</a:t>
            </a:r>
            <a:r>
              <a:rPr kumimoji="0" lang="ru-RU" sz="2400" b="0" i="0" u="none" strike="noStrike" cap="none" normalizeH="0" baseline="0" dirty="0" smtClean="0">
                <a:ln>
                  <a:noFill/>
                </a:ln>
                <a:solidFill>
                  <a:schemeClr val="tx1"/>
                </a:solidFill>
                <a:effectLst/>
                <a:latin typeface="+mj-lt"/>
              </a:rPr>
              <a:t> </a:t>
            </a:r>
          </a:p>
        </p:txBody>
      </p:sp>
      <p:sp>
        <p:nvSpPr>
          <p:cNvPr id="18" name="Rectangle 7"/>
          <p:cNvSpPr>
            <a:spLocks noChangeArrowheads="1"/>
          </p:cNvSpPr>
          <p:nvPr/>
        </p:nvSpPr>
        <p:spPr bwMode="auto">
          <a:xfrm>
            <a:off x="502076" y="4681639"/>
            <a:ext cx="10655016" cy="369332"/>
          </a:xfrm>
          <a:prstGeom prst="rect">
            <a:avLst/>
          </a:prstGeom>
          <a:ln/>
        </p:spPr>
        <p:style>
          <a:lnRef idx="1">
            <a:schemeClr val="accent5"/>
          </a:lnRef>
          <a:fillRef idx="2">
            <a:schemeClr val="accent5"/>
          </a:fillRef>
          <a:effectRef idx="1">
            <a:schemeClr val="accent5"/>
          </a:effectRef>
          <a:fontRef idx="minor">
            <a:schemeClr val="dk1"/>
          </a:fontRef>
        </p:style>
        <p:txBody>
          <a:bodyPr vert="horz" wrap="square" lIns="91440" tIns="0" rIns="9144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2400" dirty="0" smtClean="0">
                <a:solidFill>
                  <a:srgbClr val="212529"/>
                </a:solidFill>
                <a:latin typeface="+mj-lt"/>
              </a:rPr>
              <a:t>const</a:t>
            </a:r>
            <a:r>
              <a:rPr kumimoji="0" lang="ru-RU" sz="2400" b="0" i="0" u="none" strike="noStrike" cap="none" normalizeH="0" baseline="0" dirty="0" smtClean="0">
                <a:ln>
                  <a:noFill/>
                </a:ln>
                <a:solidFill>
                  <a:srgbClr val="212529"/>
                </a:solidFill>
                <a:effectLst/>
                <a:latin typeface="+mj-lt"/>
              </a:rPr>
              <a:t> &lt;</a:t>
            </a:r>
            <a:r>
              <a:rPr kumimoji="0" lang="ru-RU" sz="2400" b="0" i="0" u="none" strike="noStrike" cap="none" normalizeH="0" baseline="0" dirty="0" err="1" smtClean="0">
                <a:ln>
                  <a:noFill/>
                </a:ln>
                <a:solidFill>
                  <a:srgbClr val="212529"/>
                </a:solidFill>
                <a:effectLst/>
                <a:latin typeface="+mj-lt"/>
              </a:rPr>
              <a:t>object-name</a:t>
            </a:r>
            <a:r>
              <a:rPr kumimoji="0" lang="ru-RU" sz="2400" b="0" i="0" u="none" strike="noStrike" cap="none" normalizeH="0" baseline="0" dirty="0" smtClean="0">
                <a:ln>
                  <a:noFill/>
                </a:ln>
                <a:solidFill>
                  <a:srgbClr val="212529"/>
                </a:solidFill>
                <a:effectLst/>
                <a:latin typeface="+mj-lt"/>
              </a:rPr>
              <a:t>&gt; =</a:t>
            </a:r>
            <a:r>
              <a:rPr kumimoji="0" lang="en-US" sz="2400" b="0" i="0" u="none" strike="noStrike" cap="none" normalizeH="0" dirty="0" smtClean="0">
                <a:ln>
                  <a:noFill/>
                </a:ln>
                <a:solidFill>
                  <a:srgbClr val="212529"/>
                </a:solidFill>
                <a:effectLst/>
                <a:latin typeface="+mj-lt"/>
              </a:rPr>
              <a:t> new Object();</a:t>
            </a:r>
            <a:endParaRPr kumimoji="0" lang="ru-RU" sz="24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20242256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dirty="0"/>
              <a:t>Adding properties to an </a:t>
            </a:r>
            <a:r>
              <a:rPr lang="en-US" dirty="0" smtClean="0"/>
              <a:t>object</a:t>
            </a:r>
            <a:endParaRPr lang="ru-RU" dirty="0"/>
          </a:p>
        </p:txBody>
      </p:sp>
      <p:sp>
        <p:nvSpPr>
          <p:cNvPr id="3" name="Текст 2"/>
          <p:cNvSpPr>
            <a:spLocks noGrp="1"/>
          </p:cNvSpPr>
          <p:nvPr>
            <p:ph type="body" sz="quarter" idx="10"/>
          </p:nvPr>
        </p:nvSpPr>
        <p:spPr>
          <a:xfrm>
            <a:off x="685800" y="2057400"/>
            <a:ext cx="6963229" cy="3429000"/>
          </a:xfrm>
        </p:spPr>
        <p:txBody>
          <a:bodyPr/>
          <a:lstStyle/>
          <a:p>
            <a:r>
              <a:rPr lang="en-US" b="1" dirty="0" smtClean="0"/>
              <a:t>An </a:t>
            </a:r>
            <a:r>
              <a:rPr lang="en-US" b="1" dirty="0"/>
              <a:t>object can only contain a single key with one value. We can’t have a single key having two different values</a:t>
            </a:r>
            <a:r>
              <a:rPr lang="en-US" b="1" dirty="0" smtClean="0"/>
              <a:t>.</a:t>
            </a:r>
          </a:p>
          <a:p>
            <a:endParaRPr lang="en-US" b="1" dirty="0" smtClean="0"/>
          </a:p>
          <a:p>
            <a:r>
              <a:rPr lang="en-US" dirty="0"/>
              <a:t>Using the dot-notation, you can’t use property names that are </a:t>
            </a:r>
            <a:r>
              <a:rPr lang="en-US" b="1" dirty="0"/>
              <a:t>numbers, or string that contain spaces, or special character, or dynamic properties</a:t>
            </a:r>
            <a:r>
              <a:rPr lang="en-US" dirty="0"/>
              <a:t>. </a:t>
            </a:r>
            <a:endParaRPr lang="en-US" dirty="0" smtClean="0"/>
          </a:p>
          <a:p>
            <a:endParaRPr lang="en-US" dirty="0" smtClean="0"/>
          </a:p>
          <a:p>
            <a:r>
              <a:rPr lang="en-US" dirty="0"/>
              <a:t>If you don’t want to be limited by the above caveats, you may consider using bracket notation.</a:t>
            </a:r>
            <a:endParaRPr lang="ru-RU" dirty="0"/>
          </a:p>
        </p:txBody>
      </p:sp>
      <p:sp>
        <p:nvSpPr>
          <p:cNvPr id="4" name="TextBox 3"/>
          <p:cNvSpPr txBox="1"/>
          <p:nvPr/>
        </p:nvSpPr>
        <p:spPr>
          <a:xfrm>
            <a:off x="7997372" y="2057400"/>
            <a:ext cx="3381828" cy="104644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err="1" smtClean="0">
                <a:solidFill>
                  <a:schemeClr val="bg1"/>
                </a:solidFill>
              </a:rPr>
              <a:t>obj.</a:t>
            </a:r>
            <a:r>
              <a:rPr lang="en-US" b="1" dirty="0" err="1" smtClean="0">
                <a:solidFill>
                  <a:schemeClr val="bg1"/>
                </a:solidFill>
              </a:rPr>
              <a:t>address</a:t>
            </a:r>
            <a:r>
              <a:rPr lang="en-US" dirty="0" smtClean="0">
                <a:solidFill>
                  <a:schemeClr val="bg1"/>
                </a:solidFill>
              </a:rPr>
              <a:t> </a:t>
            </a:r>
            <a:r>
              <a:rPr lang="en-US" dirty="0">
                <a:solidFill>
                  <a:schemeClr val="bg1"/>
                </a:solidFill>
              </a:rPr>
              <a:t>= 'Earth</a:t>
            </a:r>
            <a:r>
              <a:rPr lang="en-US" dirty="0" smtClean="0">
                <a:solidFill>
                  <a:schemeClr val="bg1"/>
                </a:solidFill>
              </a:rPr>
              <a:t>';</a:t>
            </a:r>
          </a:p>
          <a:p>
            <a:endParaRPr lang="en-US" sz="800" dirty="0" smtClean="0">
              <a:solidFill>
                <a:schemeClr val="bg1"/>
              </a:solidFill>
            </a:endParaRPr>
          </a:p>
          <a:p>
            <a:r>
              <a:rPr lang="en-US" dirty="0"/>
              <a:t>const </a:t>
            </a:r>
            <a:r>
              <a:rPr lang="en-US" dirty="0" err="1"/>
              <a:t>propName</a:t>
            </a:r>
            <a:r>
              <a:rPr lang="en-US" dirty="0"/>
              <a:t> = 'address';</a:t>
            </a:r>
            <a:br>
              <a:rPr lang="en-US" dirty="0"/>
            </a:br>
            <a:r>
              <a:rPr lang="en-US" dirty="0" err="1"/>
              <a:t>obj</a:t>
            </a:r>
            <a:r>
              <a:rPr lang="en-US" dirty="0"/>
              <a:t>[</a:t>
            </a:r>
            <a:r>
              <a:rPr lang="en-US" b="1" dirty="0" err="1"/>
              <a:t>propName</a:t>
            </a:r>
            <a:r>
              <a:rPr lang="en-US" dirty="0"/>
              <a:t>] = 'Earth'</a:t>
            </a:r>
            <a:endParaRPr lang="en-US" dirty="0">
              <a:solidFill>
                <a:schemeClr val="bg1"/>
              </a:solidFill>
            </a:endParaRPr>
          </a:p>
        </p:txBody>
      </p:sp>
      <p:sp>
        <p:nvSpPr>
          <p:cNvPr id="5" name="TextBox 4"/>
          <p:cNvSpPr txBox="1"/>
          <p:nvPr/>
        </p:nvSpPr>
        <p:spPr>
          <a:xfrm>
            <a:off x="7997372" y="3531447"/>
            <a:ext cx="3381828" cy="92333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solidFill>
                  <a:schemeClr val="bg1"/>
                </a:solidFill>
              </a:rPr>
              <a:t>obj.5 = 'five'; </a:t>
            </a:r>
            <a:br>
              <a:rPr lang="en-US" dirty="0">
                <a:solidFill>
                  <a:schemeClr val="bg1"/>
                </a:solidFill>
              </a:rPr>
            </a:br>
            <a:r>
              <a:rPr lang="en-US" dirty="0" err="1">
                <a:solidFill>
                  <a:schemeClr val="bg1"/>
                </a:solidFill>
              </a:rPr>
              <a:t>obj.first</a:t>
            </a:r>
            <a:r>
              <a:rPr lang="en-US" dirty="0">
                <a:solidFill>
                  <a:schemeClr val="bg1"/>
                </a:solidFill>
              </a:rPr>
              <a:t> name = '</a:t>
            </a:r>
            <a:r>
              <a:rPr lang="en-US" dirty="0" err="1">
                <a:solidFill>
                  <a:schemeClr val="bg1"/>
                </a:solidFill>
              </a:rPr>
              <a:t>alex</a:t>
            </a:r>
            <a:r>
              <a:rPr lang="en-US" dirty="0">
                <a:solidFill>
                  <a:schemeClr val="bg1"/>
                </a:solidFill>
              </a:rPr>
              <a:t>' </a:t>
            </a:r>
            <a:r>
              <a:rPr lang="en-US" dirty="0" err="1" smtClean="0">
                <a:solidFill>
                  <a:schemeClr val="bg1"/>
                </a:solidFill>
              </a:rPr>
              <a:t>obj.first</a:t>
            </a:r>
            <a:r>
              <a:rPr lang="en-US" dirty="0" smtClean="0">
                <a:solidFill>
                  <a:schemeClr val="bg1"/>
                </a:solidFill>
              </a:rPr>
              <a:t>-name </a:t>
            </a:r>
            <a:r>
              <a:rPr lang="en-US" dirty="0">
                <a:solidFill>
                  <a:schemeClr val="bg1"/>
                </a:solidFill>
              </a:rPr>
              <a:t>= '</a:t>
            </a:r>
            <a:r>
              <a:rPr lang="en-US" dirty="0" err="1">
                <a:solidFill>
                  <a:schemeClr val="bg1"/>
                </a:solidFill>
              </a:rPr>
              <a:t>alex</a:t>
            </a:r>
            <a:r>
              <a:rPr lang="en-US" dirty="0" smtClean="0">
                <a:solidFill>
                  <a:schemeClr val="bg1"/>
                </a:solidFill>
              </a:rPr>
              <a:t>'</a:t>
            </a:r>
            <a:endParaRPr lang="ru-RU" dirty="0"/>
          </a:p>
        </p:txBody>
      </p:sp>
      <p:sp>
        <p:nvSpPr>
          <p:cNvPr id="6" name="TextBox 5"/>
          <p:cNvSpPr txBox="1"/>
          <p:nvPr/>
        </p:nvSpPr>
        <p:spPr>
          <a:xfrm>
            <a:off x="7997372" y="4882384"/>
            <a:ext cx="3381828" cy="92333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err="1" smtClean="0">
                <a:solidFill>
                  <a:schemeClr val="bg1"/>
                </a:solidFill>
              </a:rPr>
              <a:t>obj</a:t>
            </a:r>
            <a:r>
              <a:rPr lang="en-US" dirty="0" smtClean="0">
                <a:solidFill>
                  <a:schemeClr val="bg1"/>
                </a:solidFill>
              </a:rPr>
              <a:t>[5] </a:t>
            </a:r>
            <a:r>
              <a:rPr lang="en-US" dirty="0">
                <a:solidFill>
                  <a:schemeClr val="bg1"/>
                </a:solidFill>
              </a:rPr>
              <a:t>= 'five'; </a:t>
            </a:r>
            <a:br>
              <a:rPr lang="en-US" dirty="0">
                <a:solidFill>
                  <a:schemeClr val="bg1"/>
                </a:solidFill>
              </a:rPr>
            </a:br>
            <a:r>
              <a:rPr lang="en-US" dirty="0" err="1" smtClean="0">
                <a:solidFill>
                  <a:schemeClr val="bg1"/>
                </a:solidFill>
              </a:rPr>
              <a:t>obj</a:t>
            </a:r>
            <a:r>
              <a:rPr lang="en-US" dirty="0" smtClean="0">
                <a:solidFill>
                  <a:schemeClr val="bg1"/>
                </a:solidFill>
              </a:rPr>
              <a:t>[</a:t>
            </a:r>
            <a:r>
              <a:rPr lang="en-US" b="1" dirty="0" smtClean="0">
                <a:solidFill>
                  <a:schemeClr val="bg1"/>
                </a:solidFill>
              </a:rPr>
              <a:t>'first </a:t>
            </a:r>
            <a:r>
              <a:rPr lang="en-US" b="1" dirty="0">
                <a:solidFill>
                  <a:schemeClr val="bg1"/>
                </a:solidFill>
              </a:rPr>
              <a:t>name'</a:t>
            </a:r>
            <a:r>
              <a:rPr lang="en-US" dirty="0">
                <a:solidFill>
                  <a:schemeClr val="bg1"/>
                </a:solidFill>
              </a:rPr>
              <a:t>] = '</a:t>
            </a:r>
            <a:r>
              <a:rPr lang="en-US" dirty="0" err="1">
                <a:solidFill>
                  <a:schemeClr val="bg1"/>
                </a:solidFill>
              </a:rPr>
              <a:t>alex</a:t>
            </a:r>
            <a:r>
              <a:rPr lang="en-US" dirty="0">
                <a:solidFill>
                  <a:schemeClr val="bg1"/>
                </a:solidFill>
              </a:rPr>
              <a:t>'; </a:t>
            </a:r>
            <a:br>
              <a:rPr lang="en-US" dirty="0">
                <a:solidFill>
                  <a:schemeClr val="bg1"/>
                </a:solidFill>
              </a:rPr>
            </a:br>
            <a:r>
              <a:rPr lang="en-US" dirty="0" err="1">
                <a:solidFill>
                  <a:schemeClr val="bg1"/>
                </a:solidFill>
              </a:rPr>
              <a:t>obj</a:t>
            </a:r>
            <a:r>
              <a:rPr lang="en-US" dirty="0" smtClean="0">
                <a:solidFill>
                  <a:schemeClr val="bg1"/>
                </a:solidFill>
              </a:rPr>
              <a:t>[</a:t>
            </a:r>
            <a:r>
              <a:rPr lang="en-US" b="1" dirty="0" smtClean="0">
                <a:solidFill>
                  <a:schemeClr val="bg1"/>
                </a:solidFill>
              </a:rPr>
              <a:t>'first-name'</a:t>
            </a:r>
            <a:r>
              <a:rPr lang="en-US" dirty="0" smtClean="0">
                <a:solidFill>
                  <a:schemeClr val="bg1"/>
                </a:solidFill>
              </a:rPr>
              <a:t>]</a:t>
            </a:r>
            <a:r>
              <a:rPr lang="en-US" dirty="0">
                <a:solidFill>
                  <a:schemeClr val="bg1"/>
                </a:solidFill>
              </a:rPr>
              <a:t> = '</a:t>
            </a:r>
            <a:r>
              <a:rPr lang="en-US" dirty="0" err="1">
                <a:solidFill>
                  <a:schemeClr val="bg1"/>
                </a:solidFill>
              </a:rPr>
              <a:t>alex</a:t>
            </a:r>
            <a:r>
              <a:rPr lang="en-US" dirty="0">
                <a:solidFill>
                  <a:schemeClr val="bg1"/>
                </a:solidFill>
              </a:rPr>
              <a:t>';</a:t>
            </a:r>
            <a:endParaRPr lang="ru-RU" dirty="0">
              <a:solidFill>
                <a:schemeClr val="bg1"/>
              </a:solidFill>
            </a:endParaRPr>
          </a:p>
        </p:txBody>
      </p:sp>
    </p:spTree>
    <p:extLst>
      <p:ext uri="{BB962C8B-B14F-4D97-AF65-F5344CB8AC3E}">
        <p14:creationId xmlns:p14="http://schemas.microsoft.com/office/powerpoint/2010/main" val="32824247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Заголовок 10"/>
          <p:cNvSpPr>
            <a:spLocks noGrp="1"/>
          </p:cNvSpPr>
          <p:nvPr>
            <p:ph type="title"/>
          </p:nvPr>
        </p:nvSpPr>
        <p:spPr/>
        <p:txBody>
          <a:bodyPr/>
          <a:lstStyle/>
          <a:p>
            <a:pPr algn="ctr"/>
            <a:r>
              <a:rPr lang="en-US" b="1" dirty="0"/>
              <a:t>Objects and Properties</a:t>
            </a:r>
            <a:br>
              <a:rPr lang="en-US" b="1" dirty="0"/>
            </a:br>
            <a:endParaRPr lang="ru-RU" dirty="0"/>
          </a:p>
        </p:txBody>
      </p:sp>
      <p:sp>
        <p:nvSpPr>
          <p:cNvPr id="5" name="Text Placeholder 4">
            <a:extLst>
              <a:ext uri="{FF2B5EF4-FFF2-40B4-BE49-F238E27FC236}">
                <a16:creationId xmlns="" xmlns:a16="http://schemas.microsoft.com/office/drawing/2014/main" id="{9C6E0AE2-DB35-40C9-B9A1-25494B29AECD}"/>
              </a:ext>
            </a:extLst>
          </p:cNvPr>
          <p:cNvSpPr>
            <a:spLocks noGrp="1"/>
          </p:cNvSpPr>
          <p:nvPr>
            <p:ph type="body" sz="quarter" idx="10"/>
          </p:nvPr>
        </p:nvSpPr>
        <p:spPr>
          <a:xfrm>
            <a:off x="685800" y="2057400"/>
            <a:ext cx="7166429" cy="3429000"/>
          </a:xfrm>
        </p:spPr>
        <p:txBody>
          <a:bodyPr/>
          <a:lstStyle/>
          <a:p>
            <a:r>
              <a:rPr lang="en-US" b="1" dirty="0" smtClean="0"/>
              <a:t>Reading/Retrieving</a:t>
            </a:r>
          </a:p>
          <a:p>
            <a:pPr lvl="0"/>
            <a:r>
              <a:rPr lang="ru-RU" dirty="0" err="1">
                <a:solidFill>
                  <a:srgbClr val="292929"/>
                </a:solidFill>
                <a:latin typeface="medium-content-serif-font"/>
              </a:rPr>
              <a:t>Like</a:t>
            </a:r>
            <a:r>
              <a:rPr lang="ru-RU" dirty="0">
                <a:solidFill>
                  <a:srgbClr val="292929"/>
                </a:solidFill>
                <a:latin typeface="medium-content-serif-font"/>
              </a:rPr>
              <a:t> </a:t>
            </a:r>
            <a:r>
              <a:rPr lang="ru-RU" dirty="0" err="1">
                <a:solidFill>
                  <a:srgbClr val="292929"/>
                </a:solidFill>
                <a:latin typeface="medium-content-serif-font"/>
              </a:rPr>
              <a:t>addition</a:t>
            </a:r>
            <a:r>
              <a:rPr lang="ru-RU" dirty="0">
                <a:solidFill>
                  <a:srgbClr val="292929"/>
                </a:solidFill>
                <a:latin typeface="medium-content-serif-font"/>
              </a:rPr>
              <a:t>, </a:t>
            </a:r>
            <a:r>
              <a:rPr lang="ru-RU" dirty="0" err="1">
                <a:solidFill>
                  <a:srgbClr val="292929"/>
                </a:solidFill>
                <a:latin typeface="medium-content-serif-font"/>
              </a:rPr>
              <a:t>we</a:t>
            </a:r>
            <a:r>
              <a:rPr lang="ru-RU" dirty="0">
                <a:solidFill>
                  <a:srgbClr val="292929"/>
                </a:solidFill>
                <a:latin typeface="medium-content-serif-font"/>
              </a:rPr>
              <a:t> </a:t>
            </a:r>
            <a:r>
              <a:rPr lang="ru-RU" dirty="0" err="1">
                <a:solidFill>
                  <a:srgbClr val="292929"/>
                </a:solidFill>
                <a:latin typeface="medium-content-serif-font"/>
              </a:rPr>
              <a:t>can</a:t>
            </a:r>
            <a:r>
              <a:rPr lang="ru-RU" dirty="0">
                <a:solidFill>
                  <a:srgbClr val="292929"/>
                </a:solidFill>
                <a:latin typeface="medium-content-serif-font"/>
              </a:rPr>
              <a:t> </a:t>
            </a:r>
            <a:r>
              <a:rPr lang="ru-RU" dirty="0" err="1">
                <a:solidFill>
                  <a:srgbClr val="292929"/>
                </a:solidFill>
                <a:latin typeface="medium-content-serif-font"/>
              </a:rPr>
              <a:t>use</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dirty="0" err="1">
                <a:solidFill>
                  <a:srgbClr val="292929"/>
                </a:solidFill>
                <a:latin typeface="medium-content-serif-font"/>
              </a:rPr>
              <a:t>dot-notation</a:t>
            </a:r>
            <a:r>
              <a:rPr lang="ru-RU" dirty="0">
                <a:solidFill>
                  <a:srgbClr val="292929"/>
                </a:solidFill>
                <a:latin typeface="medium-content-serif-font"/>
              </a:rPr>
              <a:t> </a:t>
            </a:r>
            <a:r>
              <a:rPr lang="ru-RU" dirty="0" err="1">
                <a:solidFill>
                  <a:srgbClr val="292929"/>
                </a:solidFill>
                <a:latin typeface="medium-content-serif-font"/>
              </a:rPr>
              <a:t>or</a:t>
            </a:r>
            <a:r>
              <a:rPr lang="ru-RU" dirty="0">
                <a:solidFill>
                  <a:srgbClr val="292929"/>
                </a:solidFill>
                <a:latin typeface="medium-content-serif-font"/>
              </a:rPr>
              <a:t> </a:t>
            </a:r>
            <a:r>
              <a:rPr lang="ru-RU" dirty="0" err="1">
                <a:solidFill>
                  <a:srgbClr val="292929"/>
                </a:solidFill>
                <a:latin typeface="medium-content-serif-font"/>
              </a:rPr>
              <a:t>bracket</a:t>
            </a:r>
            <a:r>
              <a:rPr lang="ru-RU" dirty="0">
                <a:solidFill>
                  <a:srgbClr val="292929"/>
                </a:solidFill>
                <a:latin typeface="medium-content-serif-font"/>
              </a:rPr>
              <a:t> </a:t>
            </a:r>
            <a:r>
              <a:rPr lang="ru-RU" dirty="0" err="1">
                <a:solidFill>
                  <a:srgbClr val="292929"/>
                </a:solidFill>
                <a:latin typeface="medium-content-serif-font"/>
              </a:rPr>
              <a:t>notation</a:t>
            </a:r>
            <a:r>
              <a:rPr lang="ru-RU" dirty="0">
                <a:solidFill>
                  <a:srgbClr val="292929"/>
                </a:solidFill>
                <a:latin typeface="medium-content-serif-font"/>
              </a:rPr>
              <a:t> </a:t>
            </a:r>
            <a:r>
              <a:rPr lang="ru-RU" dirty="0" err="1">
                <a:solidFill>
                  <a:srgbClr val="292929"/>
                </a:solidFill>
                <a:latin typeface="medium-content-serif-font"/>
              </a:rPr>
              <a:t>get</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dirty="0" err="1">
                <a:solidFill>
                  <a:srgbClr val="292929"/>
                </a:solidFill>
                <a:latin typeface="medium-content-serif-font"/>
              </a:rPr>
              <a:t>value</a:t>
            </a:r>
            <a:r>
              <a:rPr lang="ru-RU" dirty="0">
                <a:solidFill>
                  <a:srgbClr val="292929"/>
                </a:solidFill>
                <a:latin typeface="medium-content-serif-font"/>
              </a:rPr>
              <a:t> </a:t>
            </a:r>
            <a:r>
              <a:rPr lang="ru-RU" dirty="0" err="1">
                <a:solidFill>
                  <a:srgbClr val="292929"/>
                </a:solidFill>
                <a:latin typeface="medium-content-serif-font"/>
              </a:rPr>
              <a:t>of</a:t>
            </a:r>
            <a:r>
              <a:rPr lang="ru-RU" dirty="0">
                <a:solidFill>
                  <a:srgbClr val="292929"/>
                </a:solidFill>
                <a:latin typeface="medium-content-serif-font"/>
              </a:rPr>
              <a:t> a </a:t>
            </a:r>
            <a:r>
              <a:rPr lang="ru-RU" dirty="0" err="1">
                <a:solidFill>
                  <a:srgbClr val="292929"/>
                </a:solidFill>
                <a:latin typeface="medium-content-serif-font"/>
              </a:rPr>
              <a:t>property</a:t>
            </a:r>
            <a:r>
              <a:rPr lang="ru-RU" dirty="0">
                <a:solidFill>
                  <a:srgbClr val="292929"/>
                </a:solidFill>
                <a:latin typeface="medium-content-serif-font"/>
              </a:rPr>
              <a:t>. </a:t>
            </a:r>
            <a:r>
              <a:rPr lang="ru-RU" dirty="0" err="1">
                <a:solidFill>
                  <a:srgbClr val="292929"/>
                </a:solidFill>
                <a:latin typeface="medium-content-serif-font"/>
              </a:rPr>
              <a:t>If</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dirty="0" err="1">
                <a:solidFill>
                  <a:srgbClr val="292929"/>
                </a:solidFill>
                <a:latin typeface="medium-content-serif-font"/>
              </a:rPr>
              <a:t>property</a:t>
            </a:r>
            <a:r>
              <a:rPr lang="ru-RU" dirty="0">
                <a:solidFill>
                  <a:srgbClr val="292929"/>
                </a:solidFill>
                <a:latin typeface="medium-content-serif-font"/>
              </a:rPr>
              <a:t> </a:t>
            </a:r>
            <a:r>
              <a:rPr lang="ru-RU" dirty="0" err="1">
                <a:solidFill>
                  <a:srgbClr val="292929"/>
                </a:solidFill>
                <a:latin typeface="medium-content-serif-font"/>
              </a:rPr>
              <a:t>exists</a:t>
            </a:r>
            <a:r>
              <a:rPr lang="ru-RU" dirty="0">
                <a:solidFill>
                  <a:srgbClr val="292929"/>
                </a:solidFill>
                <a:latin typeface="medium-content-serif-font"/>
              </a:rPr>
              <a:t>, </a:t>
            </a:r>
            <a:r>
              <a:rPr lang="ru-RU" dirty="0" err="1">
                <a:solidFill>
                  <a:srgbClr val="292929"/>
                </a:solidFill>
                <a:latin typeface="medium-content-serif-font"/>
              </a:rPr>
              <a:t>we</a:t>
            </a:r>
            <a:r>
              <a:rPr lang="ru-RU" dirty="0">
                <a:solidFill>
                  <a:srgbClr val="292929"/>
                </a:solidFill>
                <a:latin typeface="medium-content-serif-font"/>
              </a:rPr>
              <a:t> </a:t>
            </a:r>
            <a:r>
              <a:rPr lang="ru-RU" dirty="0" err="1">
                <a:solidFill>
                  <a:srgbClr val="292929"/>
                </a:solidFill>
                <a:latin typeface="medium-content-serif-font"/>
              </a:rPr>
              <a:t>get</a:t>
            </a:r>
            <a:r>
              <a:rPr lang="ru-RU" dirty="0">
                <a:solidFill>
                  <a:srgbClr val="292929"/>
                </a:solidFill>
                <a:latin typeface="medium-content-serif-font"/>
              </a:rPr>
              <a:t> </a:t>
            </a:r>
            <a:r>
              <a:rPr lang="ru-RU" dirty="0" err="1">
                <a:solidFill>
                  <a:srgbClr val="292929"/>
                </a:solidFill>
                <a:latin typeface="medium-content-serif-font"/>
              </a:rPr>
              <a:t>its</a:t>
            </a:r>
            <a:r>
              <a:rPr lang="ru-RU" dirty="0">
                <a:solidFill>
                  <a:srgbClr val="292929"/>
                </a:solidFill>
                <a:latin typeface="medium-content-serif-font"/>
              </a:rPr>
              <a:t> </a:t>
            </a:r>
            <a:r>
              <a:rPr lang="ru-RU" dirty="0" err="1">
                <a:solidFill>
                  <a:srgbClr val="292929"/>
                </a:solidFill>
                <a:latin typeface="medium-content-serif-font"/>
              </a:rPr>
              <a:t>value</a:t>
            </a:r>
            <a:r>
              <a:rPr lang="ru-RU" dirty="0">
                <a:solidFill>
                  <a:srgbClr val="292929"/>
                </a:solidFill>
                <a:latin typeface="medium-content-serif-font"/>
              </a:rPr>
              <a:t>. </a:t>
            </a:r>
            <a:r>
              <a:rPr lang="ru-RU" dirty="0" err="1">
                <a:solidFill>
                  <a:srgbClr val="292929"/>
                </a:solidFill>
                <a:latin typeface="medium-content-serif-font"/>
              </a:rPr>
              <a:t>If</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dirty="0" err="1">
                <a:solidFill>
                  <a:srgbClr val="292929"/>
                </a:solidFill>
                <a:latin typeface="medium-content-serif-font"/>
              </a:rPr>
              <a:t>property</a:t>
            </a:r>
            <a:r>
              <a:rPr lang="ru-RU" dirty="0">
                <a:solidFill>
                  <a:srgbClr val="292929"/>
                </a:solidFill>
                <a:latin typeface="medium-content-serif-font"/>
              </a:rPr>
              <a:t> </a:t>
            </a:r>
            <a:r>
              <a:rPr lang="ru-RU" dirty="0" err="1">
                <a:solidFill>
                  <a:srgbClr val="292929"/>
                </a:solidFill>
                <a:latin typeface="medium-content-serif-font"/>
              </a:rPr>
              <a:t>does</a:t>
            </a:r>
            <a:r>
              <a:rPr lang="ru-RU" dirty="0">
                <a:solidFill>
                  <a:srgbClr val="292929"/>
                </a:solidFill>
                <a:latin typeface="medium-content-serif-font"/>
              </a:rPr>
              <a:t> </a:t>
            </a:r>
            <a:r>
              <a:rPr lang="ru-RU" dirty="0" err="1">
                <a:solidFill>
                  <a:srgbClr val="292929"/>
                </a:solidFill>
                <a:latin typeface="medium-content-serif-font"/>
              </a:rPr>
              <a:t>not</a:t>
            </a:r>
            <a:r>
              <a:rPr lang="ru-RU" dirty="0">
                <a:solidFill>
                  <a:srgbClr val="292929"/>
                </a:solidFill>
                <a:latin typeface="medium-content-serif-font"/>
              </a:rPr>
              <a:t> </a:t>
            </a:r>
            <a:r>
              <a:rPr lang="ru-RU" dirty="0" err="1">
                <a:solidFill>
                  <a:srgbClr val="292929"/>
                </a:solidFill>
                <a:latin typeface="medium-content-serif-font"/>
              </a:rPr>
              <a:t>exist</a:t>
            </a:r>
            <a:r>
              <a:rPr lang="ru-RU" dirty="0">
                <a:solidFill>
                  <a:srgbClr val="292929"/>
                </a:solidFill>
                <a:latin typeface="medium-content-serif-font"/>
              </a:rPr>
              <a:t>, </a:t>
            </a:r>
            <a:r>
              <a:rPr lang="ru-RU" dirty="0" err="1">
                <a:solidFill>
                  <a:srgbClr val="292929"/>
                </a:solidFill>
                <a:latin typeface="medium-content-serif-font"/>
              </a:rPr>
              <a:t>we</a:t>
            </a:r>
            <a:r>
              <a:rPr lang="ru-RU" dirty="0">
                <a:solidFill>
                  <a:srgbClr val="292929"/>
                </a:solidFill>
                <a:latin typeface="medium-content-serif-font"/>
              </a:rPr>
              <a:t> </a:t>
            </a:r>
            <a:r>
              <a:rPr lang="ru-RU" dirty="0" err="1">
                <a:solidFill>
                  <a:srgbClr val="292929"/>
                </a:solidFill>
                <a:latin typeface="medium-content-serif-font"/>
              </a:rPr>
              <a:t>get</a:t>
            </a:r>
            <a:r>
              <a:rPr lang="ru-RU" dirty="0">
                <a:solidFill>
                  <a:srgbClr val="292929"/>
                </a:solidFill>
                <a:latin typeface="medium-content-serif-font"/>
              </a:rPr>
              <a:t> </a:t>
            </a:r>
            <a:r>
              <a:rPr lang="ru-RU" dirty="0" err="1">
                <a:solidFill>
                  <a:srgbClr val="292929"/>
                </a:solidFill>
                <a:latin typeface="Menlo"/>
              </a:rPr>
              <a:t>undefined</a:t>
            </a:r>
            <a:r>
              <a:rPr lang="ru-RU" dirty="0">
                <a:solidFill>
                  <a:srgbClr val="292929"/>
                </a:solidFill>
                <a:latin typeface="medium-content-serif-font"/>
              </a:rPr>
              <a:t>. </a:t>
            </a:r>
            <a:r>
              <a:rPr lang="ru-RU" dirty="0"/>
              <a:t> </a:t>
            </a:r>
            <a:endParaRPr lang="ru-RU" dirty="0">
              <a:latin typeface="Arial" panose="020B0604020202020204" pitchFamily="34" charset="0"/>
            </a:endParaRPr>
          </a:p>
          <a:p>
            <a:endParaRPr lang="en-US" b="1" dirty="0"/>
          </a:p>
          <a:p>
            <a:r>
              <a:rPr lang="en-US" b="1" dirty="0" err="1" smtClean="0"/>
              <a:t>Updation</a:t>
            </a:r>
            <a:endParaRPr lang="en-US" b="1" dirty="0" smtClean="0"/>
          </a:p>
          <a:p>
            <a:r>
              <a:rPr lang="en-US" dirty="0">
                <a:solidFill>
                  <a:schemeClr val="bg1"/>
                </a:solidFill>
              </a:rPr>
              <a:t>It’s just like addition. You can use dot-notation or bracket-notation.</a:t>
            </a:r>
            <a:endParaRPr lang="en-US" b="1" dirty="0">
              <a:solidFill>
                <a:schemeClr val="bg1"/>
              </a:solidFill>
            </a:endParaRPr>
          </a:p>
          <a:p>
            <a:endParaRPr lang="en-US" b="1" dirty="0"/>
          </a:p>
          <a:p>
            <a:r>
              <a:rPr lang="en-US" b="1" dirty="0"/>
              <a:t>Deletion</a:t>
            </a:r>
          </a:p>
          <a:p>
            <a:r>
              <a:rPr lang="ru-RU" dirty="0" err="1">
                <a:solidFill>
                  <a:srgbClr val="292929"/>
                </a:solidFill>
                <a:latin typeface="medium-content-serif-font"/>
              </a:rPr>
              <a:t>Deletion</a:t>
            </a:r>
            <a:r>
              <a:rPr lang="ru-RU" dirty="0">
                <a:solidFill>
                  <a:srgbClr val="292929"/>
                </a:solidFill>
                <a:latin typeface="medium-content-serif-font"/>
              </a:rPr>
              <a:t> </a:t>
            </a:r>
            <a:r>
              <a:rPr lang="ru-RU" dirty="0" err="1">
                <a:solidFill>
                  <a:srgbClr val="292929"/>
                </a:solidFill>
                <a:latin typeface="medium-content-serif-font"/>
              </a:rPr>
              <a:t>is</a:t>
            </a:r>
            <a:r>
              <a:rPr lang="ru-RU" dirty="0">
                <a:solidFill>
                  <a:srgbClr val="292929"/>
                </a:solidFill>
                <a:latin typeface="medium-content-serif-font"/>
              </a:rPr>
              <a:t> </a:t>
            </a:r>
            <a:r>
              <a:rPr lang="ru-RU" dirty="0" err="1">
                <a:solidFill>
                  <a:srgbClr val="292929"/>
                </a:solidFill>
                <a:latin typeface="medium-content-serif-font"/>
              </a:rPr>
              <a:t>performed</a:t>
            </a:r>
            <a:r>
              <a:rPr lang="ru-RU" dirty="0">
                <a:solidFill>
                  <a:srgbClr val="292929"/>
                </a:solidFill>
                <a:latin typeface="medium-content-serif-font"/>
              </a:rPr>
              <a:t> </a:t>
            </a:r>
            <a:r>
              <a:rPr lang="ru-RU" dirty="0" err="1">
                <a:solidFill>
                  <a:srgbClr val="292929"/>
                </a:solidFill>
                <a:latin typeface="medium-content-serif-font"/>
              </a:rPr>
              <a:t>using</a:t>
            </a:r>
            <a:r>
              <a:rPr lang="ru-RU" dirty="0">
                <a:solidFill>
                  <a:srgbClr val="292929"/>
                </a:solidFill>
                <a:latin typeface="medium-content-serif-font"/>
              </a:rPr>
              <a:t> </a:t>
            </a:r>
            <a:r>
              <a:rPr lang="ru-RU" dirty="0" err="1">
                <a:solidFill>
                  <a:srgbClr val="292929"/>
                </a:solidFill>
                <a:latin typeface="medium-content-serif-font"/>
              </a:rPr>
              <a:t>the</a:t>
            </a:r>
            <a:r>
              <a:rPr lang="ru-RU" dirty="0" err="1">
                <a:solidFill>
                  <a:srgbClr val="292929"/>
                </a:solidFill>
                <a:latin typeface="Menlo"/>
              </a:rPr>
              <a:t>delete</a:t>
            </a:r>
            <a:r>
              <a:rPr lang="ru-RU" dirty="0">
                <a:solidFill>
                  <a:srgbClr val="292929"/>
                </a:solidFill>
                <a:latin typeface="medium-content-serif-font"/>
              </a:rPr>
              <a:t> </a:t>
            </a:r>
            <a:r>
              <a:rPr lang="ru-RU" dirty="0" err="1">
                <a:solidFill>
                  <a:srgbClr val="292929"/>
                </a:solidFill>
                <a:latin typeface="medium-content-serif-font"/>
              </a:rPr>
              <a:t>operator</a:t>
            </a:r>
            <a:r>
              <a:rPr lang="ru-RU" dirty="0">
                <a:solidFill>
                  <a:srgbClr val="292929"/>
                </a:solidFill>
                <a:latin typeface="medium-content-serif-font"/>
              </a:rPr>
              <a:t>. </a:t>
            </a:r>
            <a:r>
              <a:rPr lang="ru-RU" dirty="0" err="1">
                <a:solidFill>
                  <a:srgbClr val="292929"/>
                </a:solidFill>
                <a:latin typeface="medium-content-serif-font"/>
              </a:rPr>
              <a:t>Again</a:t>
            </a:r>
            <a:r>
              <a:rPr lang="ru-RU" dirty="0">
                <a:solidFill>
                  <a:srgbClr val="292929"/>
                </a:solidFill>
                <a:latin typeface="medium-content-serif-font"/>
              </a:rPr>
              <a:t>, </a:t>
            </a:r>
            <a:r>
              <a:rPr lang="ru-RU" dirty="0" err="1">
                <a:solidFill>
                  <a:srgbClr val="292929"/>
                </a:solidFill>
                <a:latin typeface="medium-content-serif-font"/>
              </a:rPr>
              <a:t>we</a:t>
            </a:r>
            <a:r>
              <a:rPr lang="ru-RU" dirty="0">
                <a:solidFill>
                  <a:srgbClr val="292929"/>
                </a:solidFill>
                <a:latin typeface="medium-content-serif-font"/>
              </a:rPr>
              <a:t> </a:t>
            </a:r>
            <a:r>
              <a:rPr lang="ru-RU" dirty="0" err="1">
                <a:solidFill>
                  <a:srgbClr val="292929"/>
                </a:solidFill>
                <a:latin typeface="medium-content-serif-font"/>
              </a:rPr>
              <a:t>can</a:t>
            </a:r>
            <a:r>
              <a:rPr lang="ru-RU" dirty="0">
                <a:solidFill>
                  <a:srgbClr val="292929"/>
                </a:solidFill>
                <a:latin typeface="medium-content-serif-font"/>
              </a:rPr>
              <a:t> </a:t>
            </a:r>
            <a:r>
              <a:rPr lang="ru-RU" dirty="0" err="1">
                <a:solidFill>
                  <a:srgbClr val="292929"/>
                </a:solidFill>
                <a:latin typeface="medium-content-serif-font"/>
              </a:rPr>
              <a:t>use</a:t>
            </a:r>
            <a:r>
              <a:rPr lang="ru-RU" dirty="0">
                <a:solidFill>
                  <a:srgbClr val="292929"/>
                </a:solidFill>
                <a:latin typeface="medium-content-serif-font"/>
              </a:rPr>
              <a:t> </a:t>
            </a:r>
            <a:r>
              <a:rPr lang="ru-RU" dirty="0" err="1">
                <a:solidFill>
                  <a:srgbClr val="292929"/>
                </a:solidFill>
                <a:latin typeface="medium-content-serif-font"/>
              </a:rPr>
              <a:t>both</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dirty="0" err="1">
                <a:solidFill>
                  <a:srgbClr val="292929"/>
                </a:solidFill>
                <a:latin typeface="medium-content-serif-font"/>
              </a:rPr>
              <a:t>notations</a:t>
            </a:r>
            <a:r>
              <a:rPr lang="ru-RU" dirty="0">
                <a:solidFill>
                  <a:srgbClr val="292929"/>
                </a:solidFill>
                <a:latin typeface="medium-content-serif-font"/>
              </a:rPr>
              <a:t>.</a:t>
            </a:r>
            <a:r>
              <a:rPr lang="ru-RU" dirty="0"/>
              <a:t> </a:t>
            </a:r>
            <a:endParaRPr lang="ru-RU" dirty="0">
              <a:latin typeface="Arial" panose="020B0604020202020204" pitchFamily="34" charset="0"/>
            </a:endParaRPr>
          </a:p>
          <a:p>
            <a:pPr lvl="0"/>
            <a:endParaRPr lang="ru-RU" b="1" dirty="0">
              <a:solidFill>
                <a:schemeClr val="bg1"/>
              </a:solidFill>
            </a:endParaRPr>
          </a:p>
          <a:p>
            <a:endParaRPr lang="uk-UA" dirty="0"/>
          </a:p>
        </p:txBody>
      </p:sp>
      <p:sp>
        <p:nvSpPr>
          <p:cNvPr id="2" name="Прямоугольник 1"/>
          <p:cNvSpPr/>
          <p:nvPr/>
        </p:nvSpPr>
        <p:spPr>
          <a:xfrm>
            <a:off x="7852229" y="2441334"/>
            <a:ext cx="4093028" cy="92333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dirty="0" err="1"/>
              <a:t>obj.address</a:t>
            </a:r>
            <a:r>
              <a:rPr lang="en-US" dirty="0"/>
              <a:t> // =&gt; 'Earth'</a:t>
            </a:r>
            <a:br>
              <a:rPr lang="en-US" dirty="0"/>
            </a:br>
            <a:r>
              <a:rPr lang="en-US" dirty="0" err="1"/>
              <a:t>obj</a:t>
            </a:r>
            <a:r>
              <a:rPr lang="en-US" dirty="0"/>
              <a:t>['</a:t>
            </a:r>
            <a:r>
              <a:rPr lang="en-US" dirty="0" err="1"/>
              <a:t>firstName</a:t>
            </a:r>
            <a:r>
              <a:rPr lang="en-US" dirty="0"/>
              <a:t>'] // =&gt; 'Alex'</a:t>
            </a:r>
            <a:br>
              <a:rPr lang="en-US" dirty="0"/>
            </a:br>
            <a:r>
              <a:rPr lang="en-US" dirty="0" err="1"/>
              <a:t>obj</a:t>
            </a:r>
            <a:r>
              <a:rPr lang="en-US" dirty="0"/>
              <a:t>['</a:t>
            </a:r>
            <a:r>
              <a:rPr lang="en-US" dirty="0" err="1"/>
              <a:t>middleName</a:t>
            </a:r>
            <a:r>
              <a:rPr lang="en-US" dirty="0"/>
              <a:t>'] // =&gt; undefined</a:t>
            </a:r>
            <a:endParaRPr lang="ru-RU" dirty="0"/>
          </a:p>
        </p:txBody>
      </p:sp>
      <p:sp>
        <p:nvSpPr>
          <p:cNvPr id="6" name="Прямоугольник 5"/>
          <p:cNvSpPr/>
          <p:nvPr/>
        </p:nvSpPr>
        <p:spPr>
          <a:xfrm>
            <a:off x="7852229" y="4169228"/>
            <a:ext cx="409302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dirty="0" err="1"/>
              <a:t>obj.</a:t>
            </a:r>
            <a:r>
              <a:rPr lang="en-US" b="1" dirty="0" err="1"/>
              <a:t>firstName</a:t>
            </a:r>
            <a:r>
              <a:rPr lang="en-US" dirty="0"/>
              <a:t> = 'Timothy'</a:t>
            </a:r>
            <a:br>
              <a:rPr lang="en-US" dirty="0"/>
            </a:br>
            <a:r>
              <a:rPr lang="en-US" dirty="0" err="1"/>
              <a:t>obj</a:t>
            </a:r>
            <a:r>
              <a:rPr lang="en-US" dirty="0"/>
              <a:t>['</a:t>
            </a:r>
            <a:r>
              <a:rPr lang="en-US" b="1" dirty="0" err="1"/>
              <a:t>firstName</a:t>
            </a:r>
            <a:r>
              <a:rPr lang="en-US" dirty="0"/>
              <a:t>'] = 'Timothy'</a:t>
            </a:r>
            <a:endParaRPr lang="ru-RU" dirty="0"/>
          </a:p>
        </p:txBody>
      </p:sp>
      <p:sp>
        <p:nvSpPr>
          <p:cNvPr id="9" name="Прямоугольник 8"/>
          <p:cNvSpPr/>
          <p:nvPr/>
        </p:nvSpPr>
        <p:spPr>
          <a:xfrm>
            <a:off x="7852229" y="5849033"/>
            <a:ext cx="409302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b="1" dirty="0"/>
              <a:t>delete</a:t>
            </a:r>
            <a:r>
              <a:rPr lang="en-US" dirty="0"/>
              <a:t> </a:t>
            </a:r>
            <a:r>
              <a:rPr lang="en-US" dirty="0" err="1"/>
              <a:t>obj.firstName</a:t>
            </a:r>
            <a:r>
              <a:rPr lang="en-US" dirty="0"/>
              <a:t>; // =&gt; true</a:t>
            </a:r>
            <a:br>
              <a:rPr lang="en-US" dirty="0"/>
            </a:br>
            <a:r>
              <a:rPr lang="en-US" b="1" dirty="0"/>
              <a:t>delete</a:t>
            </a:r>
            <a:r>
              <a:rPr lang="en-US" dirty="0"/>
              <a:t> </a:t>
            </a:r>
            <a:r>
              <a:rPr lang="en-US" dirty="0" err="1"/>
              <a:t>obj</a:t>
            </a:r>
            <a:r>
              <a:rPr lang="en-US" dirty="0"/>
              <a:t>['</a:t>
            </a:r>
            <a:r>
              <a:rPr lang="en-US" dirty="0" err="1"/>
              <a:t>firstName</a:t>
            </a:r>
            <a:r>
              <a:rPr lang="en-US" dirty="0"/>
              <a:t>']; // =&gt; true</a:t>
            </a:r>
            <a:endParaRPr lang="ru-RU" dirty="0"/>
          </a:p>
        </p:txBody>
      </p:sp>
    </p:spTree>
    <p:extLst>
      <p:ext uri="{BB962C8B-B14F-4D97-AF65-F5344CB8AC3E}">
        <p14:creationId xmlns:p14="http://schemas.microsoft.com/office/powerpoint/2010/main" val="19430364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Comparison</a:t>
            </a:r>
            <a:br>
              <a:rPr lang="en-US" b="1" dirty="0"/>
            </a:br>
            <a:endParaRPr lang="ru-RU" dirty="0"/>
          </a:p>
        </p:txBody>
      </p:sp>
      <p:sp>
        <p:nvSpPr>
          <p:cNvPr id="3" name="Текст 2"/>
          <p:cNvSpPr>
            <a:spLocks noGrp="1"/>
          </p:cNvSpPr>
          <p:nvPr>
            <p:ph type="body" sz="quarter" idx="10"/>
          </p:nvPr>
        </p:nvSpPr>
        <p:spPr>
          <a:xfrm>
            <a:off x="685799" y="2057400"/>
            <a:ext cx="7732486" cy="3937000"/>
          </a:xfrm>
        </p:spPr>
        <p:txBody>
          <a:bodyPr/>
          <a:lstStyle/>
          <a:p>
            <a:pPr lvl="0"/>
            <a:r>
              <a:rPr lang="ru-RU" dirty="0" err="1">
                <a:solidFill>
                  <a:srgbClr val="292929"/>
                </a:solidFill>
                <a:latin typeface="medium-content-serif-font"/>
              </a:rPr>
              <a:t>There</a:t>
            </a:r>
            <a:r>
              <a:rPr lang="ru-RU" dirty="0">
                <a:solidFill>
                  <a:srgbClr val="292929"/>
                </a:solidFill>
                <a:latin typeface="medium-content-serif-font"/>
              </a:rPr>
              <a:t> </a:t>
            </a:r>
            <a:r>
              <a:rPr lang="ru-RU" dirty="0" err="1">
                <a:solidFill>
                  <a:srgbClr val="292929"/>
                </a:solidFill>
                <a:latin typeface="medium-content-serif-font"/>
              </a:rPr>
              <a:t>are</a:t>
            </a:r>
            <a:r>
              <a:rPr lang="ru-RU" dirty="0">
                <a:solidFill>
                  <a:srgbClr val="292929"/>
                </a:solidFill>
                <a:latin typeface="medium-content-serif-font"/>
              </a:rPr>
              <a:t> </a:t>
            </a:r>
            <a:r>
              <a:rPr lang="ru-RU" dirty="0" err="1">
                <a:solidFill>
                  <a:srgbClr val="292929"/>
                </a:solidFill>
                <a:latin typeface="medium-content-serif-font"/>
              </a:rPr>
              <a:t>no</a:t>
            </a:r>
            <a:r>
              <a:rPr lang="ru-RU" dirty="0">
                <a:solidFill>
                  <a:srgbClr val="292929"/>
                </a:solidFill>
                <a:latin typeface="medium-content-serif-font"/>
              </a:rPr>
              <a:t> </a:t>
            </a:r>
            <a:r>
              <a:rPr lang="ru-RU" dirty="0" err="1">
                <a:solidFill>
                  <a:srgbClr val="292929"/>
                </a:solidFill>
                <a:latin typeface="medium-content-serif-font"/>
              </a:rPr>
              <a:t>good</a:t>
            </a:r>
            <a:r>
              <a:rPr lang="ru-RU" dirty="0">
                <a:solidFill>
                  <a:srgbClr val="292929"/>
                </a:solidFill>
                <a:latin typeface="medium-content-serif-font"/>
              </a:rPr>
              <a:t> </a:t>
            </a:r>
            <a:r>
              <a:rPr lang="ru-RU" dirty="0" err="1">
                <a:solidFill>
                  <a:srgbClr val="292929"/>
                </a:solidFill>
                <a:latin typeface="medium-content-serif-font"/>
              </a:rPr>
              <a:t>in-built</a:t>
            </a:r>
            <a:r>
              <a:rPr lang="ru-RU" dirty="0">
                <a:solidFill>
                  <a:srgbClr val="292929"/>
                </a:solidFill>
                <a:latin typeface="medium-content-serif-font"/>
              </a:rPr>
              <a:t> </a:t>
            </a:r>
            <a:r>
              <a:rPr lang="ru-RU" dirty="0" err="1">
                <a:solidFill>
                  <a:srgbClr val="292929"/>
                </a:solidFill>
                <a:latin typeface="medium-content-serif-font"/>
              </a:rPr>
              <a:t>of</a:t>
            </a:r>
            <a:r>
              <a:rPr lang="ru-RU" dirty="0">
                <a:solidFill>
                  <a:srgbClr val="292929"/>
                </a:solidFill>
                <a:latin typeface="medium-content-serif-font"/>
              </a:rPr>
              <a:t> </a:t>
            </a:r>
            <a:r>
              <a:rPr lang="ru-RU" dirty="0" err="1">
                <a:solidFill>
                  <a:srgbClr val="292929"/>
                </a:solidFill>
                <a:latin typeface="medium-content-serif-font"/>
              </a:rPr>
              <a:t>ways</a:t>
            </a:r>
            <a:r>
              <a:rPr lang="ru-RU" dirty="0">
                <a:solidFill>
                  <a:srgbClr val="292929"/>
                </a:solidFill>
                <a:latin typeface="medium-content-serif-font"/>
              </a:rPr>
              <a:t> </a:t>
            </a:r>
            <a:r>
              <a:rPr lang="ru-RU" dirty="0" err="1">
                <a:solidFill>
                  <a:srgbClr val="292929"/>
                </a:solidFill>
                <a:latin typeface="medium-content-serif-font"/>
              </a:rPr>
              <a:t>of</a:t>
            </a:r>
            <a:r>
              <a:rPr lang="ru-RU" dirty="0">
                <a:solidFill>
                  <a:srgbClr val="292929"/>
                </a:solidFill>
                <a:latin typeface="medium-content-serif-font"/>
              </a:rPr>
              <a:t> </a:t>
            </a:r>
            <a:r>
              <a:rPr lang="ru-RU" dirty="0" err="1">
                <a:solidFill>
                  <a:srgbClr val="292929"/>
                </a:solidFill>
                <a:latin typeface="medium-content-serif-font"/>
              </a:rPr>
              <a:t>comparing</a:t>
            </a:r>
            <a:r>
              <a:rPr lang="ru-RU" dirty="0">
                <a:solidFill>
                  <a:srgbClr val="292929"/>
                </a:solidFill>
                <a:latin typeface="medium-content-serif-font"/>
              </a:rPr>
              <a:t> </a:t>
            </a:r>
            <a:r>
              <a:rPr lang="ru-RU" dirty="0" err="1">
                <a:solidFill>
                  <a:srgbClr val="292929"/>
                </a:solidFill>
                <a:latin typeface="medium-content-serif-font"/>
              </a:rPr>
              <a:t>two</a:t>
            </a:r>
            <a:r>
              <a:rPr lang="ru-RU" dirty="0">
                <a:solidFill>
                  <a:srgbClr val="292929"/>
                </a:solidFill>
                <a:latin typeface="medium-content-serif-font"/>
              </a:rPr>
              <a:t> </a:t>
            </a:r>
            <a:r>
              <a:rPr lang="ru-RU" dirty="0" err="1">
                <a:solidFill>
                  <a:srgbClr val="292929"/>
                </a:solidFill>
                <a:latin typeface="medium-content-serif-font"/>
              </a:rPr>
              <a:t>objects</a:t>
            </a:r>
            <a:r>
              <a:rPr lang="ru-RU" dirty="0">
                <a:solidFill>
                  <a:srgbClr val="292929"/>
                </a:solidFill>
                <a:latin typeface="medium-content-serif-font"/>
              </a:rPr>
              <a:t>. </a:t>
            </a:r>
            <a:r>
              <a:rPr lang="ru-RU" dirty="0" err="1">
                <a:solidFill>
                  <a:srgbClr val="292929"/>
                </a:solidFill>
                <a:latin typeface="medium-content-serif-font"/>
              </a:rPr>
              <a:t>When</a:t>
            </a:r>
            <a:r>
              <a:rPr lang="ru-RU" dirty="0">
                <a:solidFill>
                  <a:srgbClr val="292929"/>
                </a:solidFill>
                <a:latin typeface="medium-content-serif-font"/>
              </a:rPr>
              <a:t> </a:t>
            </a:r>
            <a:r>
              <a:rPr lang="ru-RU" dirty="0" err="1">
                <a:solidFill>
                  <a:srgbClr val="292929"/>
                </a:solidFill>
                <a:latin typeface="medium-content-serif-font"/>
              </a:rPr>
              <a:t>you</a:t>
            </a:r>
            <a:r>
              <a:rPr lang="ru-RU" dirty="0">
                <a:solidFill>
                  <a:srgbClr val="292929"/>
                </a:solidFill>
                <a:latin typeface="medium-content-serif-font"/>
              </a:rPr>
              <a:t> </a:t>
            </a:r>
            <a:r>
              <a:rPr lang="ru-RU" dirty="0" err="1">
                <a:solidFill>
                  <a:srgbClr val="292929"/>
                </a:solidFill>
                <a:latin typeface="medium-content-serif-font"/>
              </a:rPr>
              <a:t>use</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sz="1400" dirty="0">
                <a:solidFill>
                  <a:srgbClr val="292929"/>
                </a:solidFill>
                <a:latin typeface="Menlo"/>
              </a:rPr>
              <a:t>==</a:t>
            </a:r>
            <a:r>
              <a:rPr lang="ru-RU" dirty="0">
                <a:solidFill>
                  <a:srgbClr val="292929"/>
                </a:solidFill>
                <a:latin typeface="medium-content-serif-font"/>
              </a:rPr>
              <a:t> </a:t>
            </a:r>
            <a:r>
              <a:rPr lang="ru-RU" dirty="0" err="1">
                <a:solidFill>
                  <a:srgbClr val="292929"/>
                </a:solidFill>
                <a:latin typeface="medium-content-serif-font"/>
              </a:rPr>
              <a:t>or</a:t>
            </a:r>
            <a:r>
              <a:rPr lang="ru-RU" dirty="0">
                <a:solidFill>
                  <a:srgbClr val="292929"/>
                </a:solidFill>
                <a:latin typeface="medium-content-serif-font"/>
              </a:rPr>
              <a:t> </a:t>
            </a:r>
            <a:r>
              <a:rPr lang="ru-RU" sz="1400" dirty="0">
                <a:solidFill>
                  <a:srgbClr val="292929"/>
                </a:solidFill>
                <a:latin typeface="Menlo"/>
              </a:rPr>
              <a:t>===</a:t>
            </a:r>
            <a:r>
              <a:rPr lang="ru-RU" dirty="0">
                <a:solidFill>
                  <a:srgbClr val="292929"/>
                </a:solidFill>
                <a:latin typeface="medium-content-serif-font"/>
              </a:rPr>
              <a:t> </a:t>
            </a:r>
            <a:r>
              <a:rPr lang="ru-RU" dirty="0" err="1">
                <a:solidFill>
                  <a:srgbClr val="292929"/>
                </a:solidFill>
                <a:latin typeface="medium-content-serif-font"/>
              </a:rPr>
              <a:t>operators</a:t>
            </a:r>
            <a:r>
              <a:rPr lang="ru-RU" dirty="0">
                <a:solidFill>
                  <a:srgbClr val="292929"/>
                </a:solidFill>
                <a:latin typeface="medium-content-serif-font"/>
              </a:rPr>
              <a:t>, </a:t>
            </a:r>
            <a:r>
              <a:rPr lang="ru-RU" dirty="0" err="1">
                <a:solidFill>
                  <a:srgbClr val="292929"/>
                </a:solidFill>
                <a:latin typeface="medium-content-serif-font"/>
              </a:rPr>
              <a:t>they</a:t>
            </a:r>
            <a:r>
              <a:rPr lang="ru-RU" dirty="0">
                <a:solidFill>
                  <a:srgbClr val="292929"/>
                </a:solidFill>
                <a:latin typeface="medium-content-serif-font"/>
              </a:rPr>
              <a:t> </a:t>
            </a:r>
            <a:r>
              <a:rPr lang="ru-RU" dirty="0" err="1">
                <a:solidFill>
                  <a:srgbClr val="292929"/>
                </a:solidFill>
                <a:latin typeface="medium-content-serif-font"/>
              </a:rPr>
              <a:t>only</a:t>
            </a:r>
            <a:r>
              <a:rPr lang="ru-RU" dirty="0">
                <a:solidFill>
                  <a:srgbClr val="292929"/>
                </a:solidFill>
                <a:latin typeface="medium-content-serif-font"/>
              </a:rPr>
              <a:t> </a:t>
            </a:r>
            <a:r>
              <a:rPr lang="ru-RU" dirty="0" err="1">
                <a:solidFill>
                  <a:srgbClr val="292929"/>
                </a:solidFill>
                <a:latin typeface="medium-content-serif-font"/>
              </a:rPr>
              <a:t>compare</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i="1" dirty="0" err="1">
                <a:solidFill>
                  <a:srgbClr val="292929"/>
                </a:solidFill>
                <a:latin typeface="medium-content-serif-font"/>
              </a:rPr>
              <a:t>references</a:t>
            </a:r>
            <a:r>
              <a:rPr lang="ru-RU" i="1" dirty="0">
                <a:solidFill>
                  <a:srgbClr val="292929"/>
                </a:solidFill>
                <a:latin typeface="medium-content-serif-font"/>
              </a:rPr>
              <a:t> </a:t>
            </a:r>
            <a:r>
              <a:rPr lang="ru-RU" dirty="0" err="1">
                <a:solidFill>
                  <a:srgbClr val="292929"/>
                </a:solidFill>
                <a:latin typeface="medium-content-serif-font"/>
              </a:rPr>
              <a:t>of</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dirty="0" err="1">
                <a:solidFill>
                  <a:srgbClr val="292929"/>
                </a:solidFill>
                <a:latin typeface="medium-content-serif-font"/>
              </a:rPr>
              <a:t>objects</a:t>
            </a:r>
            <a:r>
              <a:rPr lang="ru-RU" dirty="0">
                <a:solidFill>
                  <a:srgbClr val="292929"/>
                </a:solidFill>
                <a:latin typeface="medium-content-serif-font"/>
              </a:rPr>
              <a:t>. </a:t>
            </a:r>
            <a:r>
              <a:rPr lang="ru-RU" dirty="0" err="1">
                <a:solidFill>
                  <a:srgbClr val="292929"/>
                </a:solidFill>
                <a:latin typeface="medium-content-serif-font"/>
              </a:rPr>
              <a:t>References</a:t>
            </a:r>
            <a:r>
              <a:rPr lang="ru-RU" dirty="0">
                <a:solidFill>
                  <a:srgbClr val="292929"/>
                </a:solidFill>
                <a:latin typeface="medium-content-serif-font"/>
              </a:rPr>
              <a:t> </a:t>
            </a:r>
            <a:r>
              <a:rPr lang="ru-RU" dirty="0" err="1">
                <a:solidFill>
                  <a:srgbClr val="292929"/>
                </a:solidFill>
                <a:latin typeface="medium-content-serif-font"/>
              </a:rPr>
              <a:t>can</a:t>
            </a:r>
            <a:r>
              <a:rPr lang="ru-RU" dirty="0">
                <a:solidFill>
                  <a:srgbClr val="292929"/>
                </a:solidFill>
                <a:latin typeface="medium-content-serif-font"/>
              </a:rPr>
              <a:t> </a:t>
            </a:r>
            <a:r>
              <a:rPr lang="ru-RU" dirty="0" err="1">
                <a:solidFill>
                  <a:srgbClr val="292929"/>
                </a:solidFill>
                <a:latin typeface="medium-content-serif-font"/>
              </a:rPr>
              <a:t>be</a:t>
            </a:r>
            <a:r>
              <a:rPr lang="ru-RU" dirty="0">
                <a:solidFill>
                  <a:srgbClr val="292929"/>
                </a:solidFill>
                <a:latin typeface="medium-content-serif-font"/>
              </a:rPr>
              <a:t> </a:t>
            </a:r>
            <a:r>
              <a:rPr lang="ru-RU" dirty="0" err="1">
                <a:solidFill>
                  <a:srgbClr val="292929"/>
                </a:solidFill>
                <a:latin typeface="medium-content-serif-font"/>
              </a:rPr>
              <a:t>understood</a:t>
            </a:r>
            <a:r>
              <a:rPr lang="ru-RU" dirty="0">
                <a:solidFill>
                  <a:srgbClr val="292929"/>
                </a:solidFill>
                <a:latin typeface="medium-content-serif-font"/>
              </a:rPr>
              <a:t> </a:t>
            </a:r>
            <a:r>
              <a:rPr lang="ru-RU" dirty="0" err="1">
                <a:solidFill>
                  <a:srgbClr val="292929"/>
                </a:solidFill>
                <a:latin typeface="medium-content-serif-font"/>
              </a:rPr>
              <a:t>as</a:t>
            </a:r>
            <a:r>
              <a:rPr lang="ru-RU" dirty="0">
                <a:solidFill>
                  <a:srgbClr val="292929"/>
                </a:solidFill>
                <a:latin typeface="medium-content-serif-font"/>
              </a:rPr>
              <a:t> “</a:t>
            </a:r>
            <a:r>
              <a:rPr lang="ru-RU" dirty="0" err="1">
                <a:solidFill>
                  <a:srgbClr val="292929"/>
                </a:solidFill>
                <a:latin typeface="medium-content-serif-font"/>
              </a:rPr>
              <a:t>memory</a:t>
            </a:r>
            <a:r>
              <a:rPr lang="ru-RU" dirty="0">
                <a:solidFill>
                  <a:srgbClr val="292929"/>
                </a:solidFill>
                <a:latin typeface="medium-content-serif-font"/>
              </a:rPr>
              <a:t> </a:t>
            </a:r>
            <a:r>
              <a:rPr lang="ru-RU" dirty="0" err="1">
                <a:solidFill>
                  <a:srgbClr val="292929"/>
                </a:solidFill>
                <a:latin typeface="medium-content-serif-font"/>
              </a:rPr>
              <a:t>addresses</a:t>
            </a:r>
            <a:r>
              <a:rPr lang="ru-RU" dirty="0">
                <a:solidFill>
                  <a:srgbClr val="292929"/>
                </a:solidFill>
                <a:latin typeface="medium-content-serif-font"/>
              </a:rPr>
              <a:t>” </a:t>
            </a:r>
            <a:r>
              <a:rPr lang="ru-RU" dirty="0" err="1">
                <a:solidFill>
                  <a:srgbClr val="292929"/>
                </a:solidFill>
                <a:latin typeface="medium-content-serif-font"/>
              </a:rPr>
              <a:t>of</a:t>
            </a:r>
            <a:r>
              <a:rPr lang="ru-RU" dirty="0">
                <a:solidFill>
                  <a:srgbClr val="292929"/>
                </a:solidFill>
                <a:latin typeface="medium-content-serif-font"/>
              </a:rPr>
              <a:t> </a:t>
            </a:r>
            <a:r>
              <a:rPr lang="ru-RU" dirty="0" err="1">
                <a:solidFill>
                  <a:srgbClr val="292929"/>
                </a:solidFill>
                <a:latin typeface="medium-content-serif-font"/>
              </a:rPr>
              <a:t>the</a:t>
            </a:r>
            <a:r>
              <a:rPr lang="ru-RU" dirty="0">
                <a:solidFill>
                  <a:srgbClr val="292929"/>
                </a:solidFill>
                <a:latin typeface="medium-content-serif-font"/>
              </a:rPr>
              <a:t> </a:t>
            </a:r>
            <a:r>
              <a:rPr lang="ru-RU" dirty="0" err="1">
                <a:solidFill>
                  <a:srgbClr val="292929"/>
                </a:solidFill>
                <a:latin typeface="medium-content-serif-font"/>
              </a:rPr>
              <a:t>objects</a:t>
            </a:r>
            <a:r>
              <a:rPr lang="ru-RU" dirty="0">
                <a:solidFill>
                  <a:srgbClr val="292929"/>
                </a:solidFill>
                <a:latin typeface="medium-content-serif-font"/>
              </a:rPr>
              <a:t>.</a:t>
            </a:r>
            <a:r>
              <a:rPr lang="ru-RU" b="1" dirty="0">
                <a:solidFill>
                  <a:srgbClr val="292929"/>
                </a:solidFill>
                <a:latin typeface="medium-content-serif-font"/>
              </a:rPr>
              <a:t> </a:t>
            </a:r>
            <a:r>
              <a:rPr lang="ru-RU" b="1" dirty="0" err="1">
                <a:solidFill>
                  <a:srgbClr val="292929"/>
                </a:solidFill>
                <a:latin typeface="medium-content-serif-font"/>
              </a:rPr>
              <a:t>Only</a:t>
            </a:r>
            <a:r>
              <a:rPr lang="ru-RU" b="1" dirty="0">
                <a:solidFill>
                  <a:srgbClr val="292929"/>
                </a:solidFill>
                <a:latin typeface="medium-content-serif-font"/>
              </a:rPr>
              <a:t> </a:t>
            </a:r>
            <a:r>
              <a:rPr lang="ru-RU" b="1" dirty="0" err="1">
                <a:solidFill>
                  <a:srgbClr val="292929"/>
                </a:solidFill>
                <a:latin typeface="medium-content-serif-font"/>
              </a:rPr>
              <a:t>primitives</a:t>
            </a:r>
            <a:r>
              <a:rPr lang="ru-RU" b="1" dirty="0">
                <a:solidFill>
                  <a:srgbClr val="292929"/>
                </a:solidFill>
                <a:latin typeface="medium-content-serif-font"/>
              </a:rPr>
              <a:t> </a:t>
            </a:r>
            <a:r>
              <a:rPr lang="ru-RU" b="1" dirty="0" err="1">
                <a:solidFill>
                  <a:srgbClr val="292929"/>
                </a:solidFill>
                <a:latin typeface="medium-content-serif-font"/>
              </a:rPr>
              <a:t>types</a:t>
            </a:r>
            <a:r>
              <a:rPr lang="ru-RU" b="1" dirty="0">
                <a:solidFill>
                  <a:srgbClr val="292929"/>
                </a:solidFill>
                <a:latin typeface="medium-content-serif-font"/>
              </a:rPr>
              <a:t> </a:t>
            </a:r>
            <a:r>
              <a:rPr lang="ru-RU" b="1" dirty="0" err="1">
                <a:solidFill>
                  <a:srgbClr val="292929"/>
                </a:solidFill>
                <a:latin typeface="medium-content-serif-font"/>
              </a:rPr>
              <a:t>are</a:t>
            </a:r>
            <a:r>
              <a:rPr lang="ru-RU" b="1" dirty="0">
                <a:solidFill>
                  <a:srgbClr val="292929"/>
                </a:solidFill>
                <a:latin typeface="medium-content-serif-font"/>
              </a:rPr>
              <a:t> </a:t>
            </a:r>
            <a:r>
              <a:rPr lang="ru-RU" b="1" dirty="0" err="1">
                <a:solidFill>
                  <a:srgbClr val="292929"/>
                </a:solidFill>
                <a:latin typeface="medium-content-serif-font"/>
              </a:rPr>
              <a:t>compared</a:t>
            </a:r>
            <a:r>
              <a:rPr lang="ru-RU" b="1" dirty="0">
                <a:solidFill>
                  <a:srgbClr val="292929"/>
                </a:solidFill>
                <a:latin typeface="medium-content-serif-font"/>
              </a:rPr>
              <a:t> </a:t>
            </a:r>
            <a:r>
              <a:rPr lang="ru-RU" b="1" dirty="0" err="1">
                <a:solidFill>
                  <a:srgbClr val="292929"/>
                </a:solidFill>
                <a:latin typeface="medium-content-serif-font"/>
              </a:rPr>
              <a:t>by</a:t>
            </a:r>
            <a:r>
              <a:rPr lang="ru-RU" b="1" dirty="0">
                <a:solidFill>
                  <a:srgbClr val="292929"/>
                </a:solidFill>
                <a:latin typeface="medium-content-serif-font"/>
              </a:rPr>
              <a:t> </a:t>
            </a:r>
            <a:r>
              <a:rPr lang="ru-RU" b="1" dirty="0" err="1">
                <a:solidFill>
                  <a:srgbClr val="292929"/>
                </a:solidFill>
                <a:latin typeface="medium-content-serif-font"/>
              </a:rPr>
              <a:t>values</a:t>
            </a:r>
            <a:r>
              <a:rPr lang="ru-RU" b="1" dirty="0">
                <a:solidFill>
                  <a:srgbClr val="292929"/>
                </a:solidFill>
                <a:latin typeface="medium-content-serif-font"/>
              </a:rPr>
              <a:t>.</a:t>
            </a:r>
            <a:r>
              <a:rPr lang="ru-RU" sz="1400" dirty="0">
                <a:solidFill>
                  <a:schemeClr val="tx1"/>
                </a:solidFill>
              </a:rPr>
              <a:t> </a:t>
            </a:r>
            <a:endParaRPr lang="ru-RU" sz="2400" dirty="0">
              <a:solidFill>
                <a:schemeClr val="tx1"/>
              </a:solidFill>
              <a:latin typeface="Arial" panose="020B0604020202020204" pitchFamily="34" charset="0"/>
            </a:endParaRPr>
          </a:p>
          <a:p>
            <a:r>
              <a:rPr lang="en-US" dirty="0"/>
              <a:t>Now, </a:t>
            </a:r>
            <a:r>
              <a:rPr lang="en-US" b="1" dirty="0"/>
              <a:t>two</a:t>
            </a:r>
            <a:r>
              <a:rPr lang="en-US" dirty="0"/>
              <a:t> objects can have the same </a:t>
            </a:r>
            <a:r>
              <a:rPr lang="en-US" b="1" dirty="0"/>
              <a:t>key-values pairs </a:t>
            </a:r>
            <a:r>
              <a:rPr lang="en-US" dirty="0"/>
              <a:t>but they </a:t>
            </a:r>
            <a:r>
              <a:rPr lang="en-US" b="1" dirty="0"/>
              <a:t>can’t</a:t>
            </a:r>
            <a:r>
              <a:rPr lang="en-US" dirty="0"/>
              <a:t> occupy the same location in memory or </a:t>
            </a:r>
            <a:r>
              <a:rPr lang="en-US" b="1" dirty="0"/>
              <a:t>reference</a:t>
            </a:r>
            <a:r>
              <a:rPr lang="en-US" dirty="0"/>
              <a:t>. The object is only equal to itself as the example shows us —</a:t>
            </a:r>
            <a:endParaRPr lang="ru-RU" dirty="0"/>
          </a:p>
        </p:txBody>
      </p:sp>
      <p:sp>
        <p:nvSpPr>
          <p:cNvPr id="8" name="Прямоугольник 7"/>
          <p:cNvSpPr/>
          <p:nvPr/>
        </p:nvSpPr>
        <p:spPr>
          <a:xfrm>
            <a:off x="8418285" y="2202543"/>
            <a:ext cx="3526971" cy="2308324"/>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180000" lvl="0"/>
            <a:r>
              <a:rPr lang="ru-RU" dirty="0" err="1">
                <a:solidFill>
                  <a:srgbClr val="292929"/>
                </a:solidFill>
                <a:latin typeface="Menlo"/>
              </a:rPr>
              <a:t>const</a:t>
            </a:r>
            <a:r>
              <a:rPr lang="ru-RU" dirty="0">
                <a:solidFill>
                  <a:srgbClr val="292929"/>
                </a:solidFill>
                <a:latin typeface="Menlo"/>
              </a:rPr>
              <a:t> obj1 = {</a:t>
            </a:r>
            <a:br>
              <a:rPr lang="ru-RU" dirty="0">
                <a:solidFill>
                  <a:srgbClr val="292929"/>
                </a:solidFill>
                <a:latin typeface="Menlo"/>
              </a:rPr>
            </a:br>
            <a:r>
              <a:rPr lang="en-US" dirty="0" smtClean="0">
                <a:solidFill>
                  <a:srgbClr val="292929"/>
                </a:solidFill>
                <a:latin typeface="Menlo"/>
              </a:rPr>
              <a:t>  </a:t>
            </a:r>
            <a:r>
              <a:rPr lang="ru-RU" dirty="0" err="1" smtClean="0">
                <a:solidFill>
                  <a:srgbClr val="292929"/>
                </a:solidFill>
                <a:latin typeface="Menlo"/>
              </a:rPr>
              <a:t>name</a:t>
            </a:r>
            <a:r>
              <a:rPr lang="ru-RU" dirty="0">
                <a:solidFill>
                  <a:srgbClr val="292929"/>
                </a:solidFill>
                <a:latin typeface="Menlo"/>
              </a:rPr>
              <a:t>: '</a:t>
            </a:r>
            <a:r>
              <a:rPr lang="ru-RU" dirty="0" err="1">
                <a:solidFill>
                  <a:srgbClr val="292929"/>
                </a:solidFill>
                <a:latin typeface="Menlo"/>
              </a:rPr>
              <a:t>Alex</a:t>
            </a:r>
            <a:r>
              <a:rPr lang="ru-RU" dirty="0">
                <a:solidFill>
                  <a:srgbClr val="292929"/>
                </a:solidFill>
                <a:latin typeface="Menlo"/>
              </a:rPr>
              <a:t>',</a:t>
            </a:r>
            <a:br>
              <a:rPr lang="ru-RU" dirty="0">
                <a:solidFill>
                  <a:srgbClr val="292929"/>
                </a:solidFill>
                <a:latin typeface="Menlo"/>
              </a:rPr>
            </a:br>
            <a:r>
              <a:rPr lang="ru-RU" dirty="0" smtClean="0">
                <a:solidFill>
                  <a:srgbClr val="292929"/>
                </a:solidFill>
                <a:latin typeface="Menlo"/>
              </a:rPr>
              <a:t>}</a:t>
            </a:r>
            <a:endParaRPr lang="en-US" dirty="0" smtClean="0">
              <a:solidFill>
                <a:srgbClr val="292929"/>
              </a:solidFill>
              <a:latin typeface="Menlo"/>
            </a:endParaRPr>
          </a:p>
          <a:p>
            <a:pPr marL="180000" lvl="0"/>
            <a:r>
              <a:rPr lang="ru-RU" dirty="0" err="1" smtClean="0">
                <a:solidFill>
                  <a:srgbClr val="292929"/>
                </a:solidFill>
                <a:latin typeface="Menlo"/>
              </a:rPr>
              <a:t>const</a:t>
            </a:r>
            <a:r>
              <a:rPr lang="ru-RU" dirty="0" smtClean="0">
                <a:solidFill>
                  <a:srgbClr val="292929"/>
                </a:solidFill>
                <a:latin typeface="Menlo"/>
              </a:rPr>
              <a:t> </a:t>
            </a:r>
            <a:r>
              <a:rPr lang="ru-RU" dirty="0">
                <a:solidFill>
                  <a:srgbClr val="292929"/>
                </a:solidFill>
                <a:latin typeface="Menlo"/>
              </a:rPr>
              <a:t>obj2 = {</a:t>
            </a:r>
            <a:br>
              <a:rPr lang="ru-RU" dirty="0">
                <a:solidFill>
                  <a:srgbClr val="292929"/>
                </a:solidFill>
                <a:latin typeface="Menlo"/>
              </a:rPr>
            </a:br>
            <a:r>
              <a:rPr lang="en-US" dirty="0" smtClean="0">
                <a:solidFill>
                  <a:srgbClr val="292929"/>
                </a:solidFill>
                <a:latin typeface="Menlo"/>
              </a:rPr>
              <a:t>  </a:t>
            </a:r>
            <a:r>
              <a:rPr lang="ru-RU" dirty="0" err="1" smtClean="0">
                <a:solidFill>
                  <a:srgbClr val="292929"/>
                </a:solidFill>
                <a:latin typeface="Menlo"/>
              </a:rPr>
              <a:t>name</a:t>
            </a:r>
            <a:r>
              <a:rPr lang="ru-RU" dirty="0">
                <a:solidFill>
                  <a:srgbClr val="292929"/>
                </a:solidFill>
                <a:latin typeface="Menlo"/>
              </a:rPr>
              <a:t>: '</a:t>
            </a:r>
            <a:r>
              <a:rPr lang="ru-RU" dirty="0" err="1">
                <a:solidFill>
                  <a:srgbClr val="292929"/>
                </a:solidFill>
                <a:latin typeface="Menlo"/>
              </a:rPr>
              <a:t>Alex</a:t>
            </a:r>
            <a:r>
              <a:rPr lang="ru-RU" dirty="0">
                <a:solidFill>
                  <a:srgbClr val="292929"/>
                </a:solidFill>
                <a:latin typeface="Menlo"/>
              </a:rPr>
              <a:t>',</a:t>
            </a:r>
            <a:br>
              <a:rPr lang="ru-RU" dirty="0">
                <a:solidFill>
                  <a:srgbClr val="292929"/>
                </a:solidFill>
                <a:latin typeface="Menlo"/>
              </a:rPr>
            </a:br>
            <a:r>
              <a:rPr lang="ru-RU" dirty="0" smtClean="0">
                <a:solidFill>
                  <a:srgbClr val="292929"/>
                </a:solidFill>
                <a:latin typeface="Menlo"/>
              </a:rPr>
              <a:t>}</a:t>
            </a:r>
            <a:endParaRPr lang="en-US" dirty="0" smtClean="0">
              <a:solidFill>
                <a:srgbClr val="292929"/>
              </a:solidFill>
              <a:latin typeface="Menlo"/>
            </a:endParaRPr>
          </a:p>
          <a:p>
            <a:pPr marL="180000" lvl="0"/>
            <a:r>
              <a:rPr lang="ru-RU" dirty="0" smtClean="0">
                <a:solidFill>
                  <a:srgbClr val="292929"/>
                </a:solidFill>
                <a:latin typeface="Menlo"/>
              </a:rPr>
              <a:t>obj1 </a:t>
            </a:r>
            <a:r>
              <a:rPr lang="ru-RU" dirty="0">
                <a:solidFill>
                  <a:srgbClr val="292929"/>
                </a:solidFill>
                <a:latin typeface="Menlo"/>
              </a:rPr>
              <a:t>=== obj2 // =&gt; </a:t>
            </a:r>
            <a:r>
              <a:rPr lang="ru-RU" b="1" dirty="0" err="1">
                <a:solidFill>
                  <a:srgbClr val="292929"/>
                </a:solidFill>
                <a:latin typeface="Menlo"/>
              </a:rPr>
              <a:t>false</a:t>
            </a:r>
            <a:r>
              <a:rPr lang="ru-RU" dirty="0">
                <a:solidFill>
                  <a:srgbClr val="292929"/>
                </a:solidFill>
                <a:latin typeface="Menlo"/>
              </a:rPr>
              <a:t/>
            </a:r>
            <a:br>
              <a:rPr lang="ru-RU" dirty="0">
                <a:solidFill>
                  <a:srgbClr val="292929"/>
                </a:solidFill>
                <a:latin typeface="Menlo"/>
              </a:rPr>
            </a:br>
            <a:r>
              <a:rPr lang="ru-RU" dirty="0">
                <a:solidFill>
                  <a:srgbClr val="292929"/>
                </a:solidFill>
                <a:latin typeface="Menlo"/>
              </a:rPr>
              <a:t>obj1 === obj1 // =&gt; </a:t>
            </a:r>
            <a:r>
              <a:rPr lang="ru-RU" b="1" dirty="0" err="1">
                <a:solidFill>
                  <a:srgbClr val="292929"/>
                </a:solidFill>
                <a:latin typeface="Menlo"/>
              </a:rPr>
              <a:t>true</a:t>
            </a:r>
            <a:r>
              <a:rPr lang="ru-RU" sz="1600" dirty="0">
                <a:solidFill>
                  <a:schemeClr val="tx1"/>
                </a:solidFill>
              </a:rPr>
              <a:t> </a:t>
            </a:r>
            <a:endParaRPr lang="ru-RU" sz="2800" dirty="0">
              <a:solidFill>
                <a:schemeClr val="tx1"/>
              </a:solidFill>
              <a:latin typeface="Arial" panose="020B0604020202020204" pitchFamily="34" charset="0"/>
            </a:endParaRPr>
          </a:p>
        </p:txBody>
      </p:sp>
    </p:spTree>
    <p:extLst>
      <p:ext uri="{BB962C8B-B14F-4D97-AF65-F5344CB8AC3E}">
        <p14:creationId xmlns:p14="http://schemas.microsoft.com/office/powerpoint/2010/main" val="13010061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Copying</a:t>
            </a:r>
            <a:br>
              <a:rPr lang="en-US" b="1" dirty="0"/>
            </a:b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8056" y="1781628"/>
            <a:ext cx="6513287" cy="4622802"/>
          </a:xfrm>
          <a:prstGeom prst="rect">
            <a:avLst/>
          </a:prstGeom>
        </p:spPr>
      </p:pic>
      <p:sp>
        <p:nvSpPr>
          <p:cNvPr id="5" name="Прямоугольник 4"/>
          <p:cNvSpPr/>
          <p:nvPr/>
        </p:nvSpPr>
        <p:spPr>
          <a:xfrm>
            <a:off x="685798" y="1781628"/>
            <a:ext cx="3683002" cy="120032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180000" lvl="0"/>
            <a:r>
              <a:rPr lang="ru-RU" dirty="0" err="1">
                <a:solidFill>
                  <a:srgbClr val="292929"/>
                </a:solidFill>
                <a:latin typeface="Menlo"/>
              </a:rPr>
              <a:t>const</a:t>
            </a:r>
            <a:r>
              <a:rPr lang="ru-RU" dirty="0">
                <a:solidFill>
                  <a:srgbClr val="292929"/>
                </a:solidFill>
                <a:latin typeface="Menlo"/>
              </a:rPr>
              <a:t> obj1 = {</a:t>
            </a:r>
            <a:br>
              <a:rPr lang="ru-RU" dirty="0">
                <a:solidFill>
                  <a:srgbClr val="292929"/>
                </a:solidFill>
                <a:latin typeface="Menlo"/>
              </a:rPr>
            </a:br>
            <a:r>
              <a:rPr lang="ru-RU" dirty="0" smtClean="0">
                <a:solidFill>
                  <a:srgbClr val="292929"/>
                </a:solidFill>
                <a:latin typeface="Menlo"/>
              </a:rPr>
              <a:t>  </a:t>
            </a:r>
            <a:r>
              <a:rPr lang="ru-RU" dirty="0" err="1" smtClean="0">
                <a:solidFill>
                  <a:srgbClr val="292929"/>
                </a:solidFill>
                <a:latin typeface="Menlo"/>
              </a:rPr>
              <a:t>name</a:t>
            </a:r>
            <a:r>
              <a:rPr lang="ru-RU" dirty="0">
                <a:solidFill>
                  <a:srgbClr val="292929"/>
                </a:solidFill>
                <a:latin typeface="Menlo"/>
              </a:rPr>
              <a:t>: '</a:t>
            </a:r>
            <a:r>
              <a:rPr lang="ru-RU" dirty="0" err="1">
                <a:solidFill>
                  <a:srgbClr val="292929"/>
                </a:solidFill>
                <a:latin typeface="Menlo"/>
              </a:rPr>
              <a:t>Alex</a:t>
            </a:r>
            <a:r>
              <a:rPr lang="ru-RU" dirty="0">
                <a:solidFill>
                  <a:srgbClr val="292929"/>
                </a:solidFill>
                <a:latin typeface="Menlo"/>
              </a:rPr>
              <a:t>',</a:t>
            </a:r>
            <a:br>
              <a:rPr lang="ru-RU" dirty="0">
                <a:solidFill>
                  <a:srgbClr val="292929"/>
                </a:solidFill>
                <a:latin typeface="Menlo"/>
              </a:rPr>
            </a:br>
            <a:r>
              <a:rPr lang="ru-RU" dirty="0" smtClean="0">
                <a:solidFill>
                  <a:srgbClr val="292929"/>
                </a:solidFill>
                <a:latin typeface="Menlo"/>
              </a:rPr>
              <a:t>}</a:t>
            </a:r>
            <a:endParaRPr lang="en-US" dirty="0" smtClean="0">
              <a:solidFill>
                <a:srgbClr val="292929"/>
              </a:solidFill>
              <a:latin typeface="Menlo"/>
            </a:endParaRPr>
          </a:p>
          <a:p>
            <a:pPr marL="180000" lvl="0"/>
            <a:r>
              <a:rPr lang="ru-RU" dirty="0" err="1" smtClean="0">
                <a:solidFill>
                  <a:srgbClr val="292929"/>
                </a:solidFill>
                <a:latin typeface="Menlo"/>
              </a:rPr>
              <a:t>const</a:t>
            </a:r>
            <a:r>
              <a:rPr lang="ru-RU" dirty="0" smtClean="0">
                <a:solidFill>
                  <a:srgbClr val="292929"/>
                </a:solidFill>
                <a:latin typeface="Menlo"/>
              </a:rPr>
              <a:t> </a:t>
            </a:r>
            <a:r>
              <a:rPr lang="ru-RU" dirty="0">
                <a:solidFill>
                  <a:srgbClr val="292929"/>
                </a:solidFill>
                <a:latin typeface="Menlo"/>
              </a:rPr>
              <a:t>obj2 = obj1;</a:t>
            </a:r>
            <a:r>
              <a:rPr lang="ru-RU" sz="1600" dirty="0">
                <a:solidFill>
                  <a:schemeClr val="tx1"/>
                </a:solidFill>
              </a:rPr>
              <a:t> </a:t>
            </a:r>
            <a:endParaRPr lang="ru-RU" sz="2800" dirty="0">
              <a:solidFill>
                <a:schemeClr val="tx1"/>
              </a:solidFill>
              <a:latin typeface="Arial" panose="020B0604020202020204" pitchFamily="34" charset="0"/>
            </a:endParaRPr>
          </a:p>
        </p:txBody>
      </p:sp>
      <p:sp>
        <p:nvSpPr>
          <p:cNvPr id="7" name="Прямоугольник 6"/>
          <p:cNvSpPr/>
          <p:nvPr/>
        </p:nvSpPr>
        <p:spPr>
          <a:xfrm>
            <a:off x="685800" y="3171735"/>
            <a:ext cx="3683000" cy="92333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180000" lvl="0"/>
            <a:r>
              <a:rPr lang="ru-RU" dirty="0" err="1" smtClean="0">
                <a:solidFill>
                  <a:srgbClr val="292929"/>
                </a:solidFill>
                <a:latin typeface="Menlo"/>
              </a:rPr>
              <a:t>const</a:t>
            </a:r>
            <a:r>
              <a:rPr lang="ru-RU" dirty="0" smtClean="0">
                <a:solidFill>
                  <a:srgbClr val="292929"/>
                </a:solidFill>
                <a:latin typeface="Menlo"/>
              </a:rPr>
              <a:t> </a:t>
            </a:r>
            <a:r>
              <a:rPr lang="ru-RU" dirty="0">
                <a:solidFill>
                  <a:srgbClr val="292929"/>
                </a:solidFill>
                <a:latin typeface="Menlo"/>
              </a:rPr>
              <a:t>obj2 = </a:t>
            </a:r>
            <a:r>
              <a:rPr lang="en-US" dirty="0" smtClean="0">
                <a:solidFill>
                  <a:srgbClr val="292929"/>
                </a:solidFill>
                <a:latin typeface="Menlo"/>
              </a:rPr>
              <a:t>{</a:t>
            </a:r>
          </a:p>
          <a:p>
            <a:pPr marL="180000" lvl="0"/>
            <a:r>
              <a:rPr lang="en-US" dirty="0">
                <a:solidFill>
                  <a:srgbClr val="292929"/>
                </a:solidFill>
                <a:latin typeface="Menlo"/>
              </a:rPr>
              <a:t> </a:t>
            </a:r>
            <a:r>
              <a:rPr lang="en-US" dirty="0" smtClean="0">
                <a:solidFill>
                  <a:srgbClr val="292929"/>
                </a:solidFill>
                <a:latin typeface="Menlo"/>
              </a:rPr>
              <a:t> </a:t>
            </a:r>
            <a:r>
              <a:rPr lang="en-US" b="1" dirty="0" smtClean="0">
                <a:solidFill>
                  <a:srgbClr val="292929"/>
                </a:solidFill>
                <a:latin typeface="Menlo"/>
              </a:rPr>
              <a:t>…</a:t>
            </a:r>
            <a:r>
              <a:rPr lang="ru-RU" b="1" dirty="0" smtClean="0">
                <a:solidFill>
                  <a:srgbClr val="292929"/>
                </a:solidFill>
                <a:latin typeface="Menlo"/>
              </a:rPr>
              <a:t>obj1</a:t>
            </a:r>
            <a:endParaRPr lang="en-US" b="1" dirty="0" smtClean="0">
              <a:solidFill>
                <a:srgbClr val="292929"/>
              </a:solidFill>
              <a:latin typeface="Menlo"/>
            </a:endParaRPr>
          </a:p>
          <a:p>
            <a:pPr marL="180000" lvl="0"/>
            <a:r>
              <a:rPr lang="en-US" dirty="0" smtClean="0">
                <a:solidFill>
                  <a:srgbClr val="292929"/>
                </a:solidFill>
                <a:latin typeface="Menlo"/>
              </a:rPr>
              <a:t>}</a:t>
            </a:r>
            <a:r>
              <a:rPr lang="ru-RU" sz="1600" dirty="0" smtClean="0">
                <a:solidFill>
                  <a:schemeClr val="tx1"/>
                </a:solidFill>
              </a:rPr>
              <a:t> </a:t>
            </a:r>
            <a:endParaRPr lang="ru-RU" sz="2800" dirty="0">
              <a:solidFill>
                <a:schemeClr val="tx1"/>
              </a:solidFill>
              <a:latin typeface="Arial" panose="020B0604020202020204" pitchFamily="34" charset="0"/>
            </a:endParaRPr>
          </a:p>
        </p:txBody>
      </p:sp>
      <p:sp>
        <p:nvSpPr>
          <p:cNvPr id="10" name="Текст 9"/>
          <p:cNvSpPr>
            <a:spLocks noGrp="1"/>
          </p:cNvSpPr>
          <p:nvPr>
            <p:ph type="body" sz="quarter" idx="10"/>
          </p:nvPr>
        </p:nvSpPr>
        <p:spPr>
          <a:xfrm>
            <a:off x="685797" y="4284843"/>
            <a:ext cx="3683003" cy="92333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180000" lvl="0"/>
            <a:r>
              <a:rPr lang="en-US" sz="1800" dirty="0"/>
              <a:t>const obj2 = </a:t>
            </a:r>
            <a:r>
              <a:rPr lang="uk-UA" sz="1800" dirty="0" smtClean="0"/>
              <a:t>  </a:t>
            </a:r>
            <a:r>
              <a:rPr lang="en-US" sz="1800" b="1" dirty="0" err="1" smtClean="0"/>
              <a:t>JSON.parse</a:t>
            </a:r>
            <a:r>
              <a:rPr lang="en-US" sz="1800" b="1" dirty="0" smtClean="0"/>
              <a:t>(</a:t>
            </a:r>
            <a:r>
              <a:rPr lang="en-US" sz="1800" b="1" dirty="0" err="1" smtClean="0"/>
              <a:t>JSON.stringify</a:t>
            </a:r>
            <a:r>
              <a:rPr lang="en-US" sz="1800" b="1" dirty="0" smtClean="0"/>
              <a:t>(</a:t>
            </a:r>
            <a:r>
              <a:rPr lang="en-US" sz="1800" dirty="0" smtClean="0"/>
              <a:t>obj1));</a:t>
            </a:r>
            <a:endParaRPr lang="ru-RU" sz="1800" dirty="0">
              <a:solidFill>
                <a:schemeClr val="tx1"/>
              </a:solidFill>
              <a:latin typeface="Arial" panose="020B0604020202020204" pitchFamily="34" charset="0"/>
            </a:endParaRPr>
          </a:p>
        </p:txBody>
      </p:sp>
      <p:sp>
        <p:nvSpPr>
          <p:cNvPr id="11" name="Прямоугольник 10"/>
          <p:cNvSpPr/>
          <p:nvPr/>
        </p:nvSpPr>
        <p:spPr>
          <a:xfrm>
            <a:off x="685796" y="5480678"/>
            <a:ext cx="3683004" cy="80021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180000" lvl="0"/>
            <a:r>
              <a:rPr lang="en-US" dirty="0"/>
              <a:t>const obj2 = </a:t>
            </a:r>
            <a:r>
              <a:rPr lang="en-US" b="1" dirty="0" err="1"/>
              <a:t>Object.assign</a:t>
            </a:r>
            <a:r>
              <a:rPr lang="en-US" dirty="0"/>
              <a:t>({}, obj1);</a:t>
            </a:r>
            <a:endParaRPr lang="ru-RU" sz="2800" dirty="0">
              <a:solidFill>
                <a:schemeClr val="tx1"/>
              </a:solidFill>
              <a:latin typeface="Arial" panose="020B0604020202020204" pitchFamily="34" charset="0"/>
            </a:endParaRPr>
          </a:p>
        </p:txBody>
      </p:sp>
    </p:spTree>
    <p:extLst>
      <p:ext uri="{BB962C8B-B14F-4D97-AF65-F5344CB8AC3E}">
        <p14:creationId xmlns:p14="http://schemas.microsoft.com/office/powerpoint/2010/main" val="4904308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smtClean="0"/>
              <a:t>OOP</a:t>
            </a:r>
            <a:r>
              <a:rPr lang="en-US" b="1" dirty="0"/>
              <a:t/>
            </a:r>
            <a:br>
              <a:rPr lang="en-US" b="1" dirty="0"/>
            </a:br>
            <a:r>
              <a:rPr lang="en-US" b="1" dirty="0"/>
              <a:t/>
            </a:r>
            <a:br>
              <a:rPr lang="en-US" b="1" dirty="0"/>
            </a:br>
            <a:endParaRPr lang="ru-RU" dirty="0"/>
          </a:p>
        </p:txBody>
      </p:sp>
      <p:graphicFrame>
        <p:nvGraphicFramePr>
          <p:cNvPr id="6" name="Схема 5"/>
          <p:cNvGraphicFramePr/>
          <p:nvPr>
            <p:extLst>
              <p:ext uri="{D42A27DB-BD31-4B8C-83A1-F6EECF244321}">
                <p14:modId xmlns:p14="http://schemas.microsoft.com/office/powerpoint/2010/main" val="174530394"/>
              </p:ext>
            </p:extLst>
          </p:nvPr>
        </p:nvGraphicFramePr>
        <p:xfrm>
          <a:off x="-126999" y="1973942"/>
          <a:ext cx="6818086" cy="4470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Схема 6"/>
          <p:cNvGraphicFramePr/>
          <p:nvPr>
            <p:extLst>
              <p:ext uri="{D42A27DB-BD31-4B8C-83A1-F6EECF244321}">
                <p14:modId xmlns:p14="http://schemas.microsoft.com/office/powerpoint/2010/main" val="2846734737"/>
              </p:ext>
            </p:extLst>
          </p:nvPr>
        </p:nvGraphicFramePr>
        <p:xfrm>
          <a:off x="5373914" y="1995714"/>
          <a:ext cx="6818086" cy="293914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0344316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Inheritance with the prototype chain</a:t>
            </a:r>
            <a:br>
              <a:rPr lang="en-US" b="1" dirty="0"/>
            </a:br>
            <a:r>
              <a:rPr lang="en-US" b="1" dirty="0"/>
              <a:t/>
            </a:r>
            <a:br>
              <a:rPr lang="en-US" b="1" dirty="0"/>
            </a:br>
            <a:endParaRPr lang="ru-RU" dirty="0"/>
          </a:p>
        </p:txBody>
      </p:sp>
      <p:sp>
        <p:nvSpPr>
          <p:cNvPr id="4" name="Текст 3"/>
          <p:cNvSpPr>
            <a:spLocks noGrp="1"/>
          </p:cNvSpPr>
          <p:nvPr>
            <p:ph type="body" sz="quarter" idx="10"/>
          </p:nvPr>
        </p:nvSpPr>
        <p:spPr>
          <a:xfrm>
            <a:off x="685800" y="2057400"/>
            <a:ext cx="6840415" cy="3429000"/>
          </a:xfrm>
        </p:spPr>
        <p:txBody>
          <a:bodyPr/>
          <a:lstStyle/>
          <a:p>
            <a:r>
              <a:rPr lang="en-US" dirty="0" smtClean="0"/>
              <a:t>    </a:t>
            </a:r>
            <a:r>
              <a:rPr lang="en-US" b="1" dirty="0"/>
              <a:t>JavaScript objects have a link to a prototype object.</a:t>
            </a:r>
            <a:r>
              <a:rPr lang="en-US" dirty="0"/>
              <a:t> When trying to access a property of an object, the property will not only be sought on the object but on the prototype of the object, the prototype of the prototype, and so on until either a property with a matching name is found or the end of the prototype chain is reached</a:t>
            </a:r>
            <a:r>
              <a:rPr lang="en-US" dirty="0" smtClean="0"/>
              <a:t>.</a:t>
            </a:r>
          </a:p>
          <a:p>
            <a:r>
              <a:rPr lang="en-US" dirty="0" smtClean="0"/>
              <a:t>   JavaScript </a:t>
            </a:r>
            <a:r>
              <a:rPr lang="en-US" dirty="0"/>
              <a:t>does not have "methods" in the form that class-based languages define them. In JavaScript, any function can be added to an object in the form of a property. An inherited function acts just as any other property</a:t>
            </a:r>
            <a:endParaRPr lang="ru-RU" dirty="0"/>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6953" y="1766087"/>
            <a:ext cx="3438076" cy="4011625"/>
          </a:xfrm>
          <a:prstGeom prst="rect">
            <a:avLst/>
          </a:prstGeom>
        </p:spPr>
      </p:pic>
    </p:spTree>
    <p:extLst>
      <p:ext uri="{BB962C8B-B14F-4D97-AF65-F5344CB8AC3E}">
        <p14:creationId xmlns:p14="http://schemas.microsoft.com/office/powerpoint/2010/main" val="37024009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E7799C24-7F17-4319-B7A6-4385F217E7DA}"/>
              </a:ext>
            </a:extLst>
          </p:cNvPr>
          <p:cNvSpPr>
            <a:spLocks noGrp="1"/>
          </p:cNvSpPr>
          <p:nvPr>
            <p:ph type="title"/>
          </p:nvPr>
        </p:nvSpPr>
        <p:spPr>
          <a:xfrm>
            <a:off x="685800" y="724921"/>
            <a:ext cx="10820400" cy="685800"/>
          </a:xfrm>
        </p:spPr>
        <p:txBody>
          <a:bodyPr/>
          <a:lstStyle/>
          <a:p>
            <a:pPr algn="ctr"/>
            <a:r>
              <a:rPr lang="en-US" dirty="0"/>
              <a:t>P</a:t>
            </a:r>
            <a:r>
              <a:rPr lang="en-US" dirty="0" smtClean="0"/>
              <a:t>rototype </a:t>
            </a:r>
            <a:r>
              <a:rPr lang="en-US" dirty="0"/>
              <a:t>chain</a:t>
            </a:r>
            <a:endParaRPr lang="uk-UA" dirty="0"/>
          </a:p>
        </p:txBody>
      </p:sp>
      <p:sp>
        <p:nvSpPr>
          <p:cNvPr id="7" name="Text Placeholder 6">
            <a:extLst>
              <a:ext uri="{FF2B5EF4-FFF2-40B4-BE49-F238E27FC236}">
                <a16:creationId xmlns="" xmlns:a16="http://schemas.microsoft.com/office/drawing/2014/main" id="{BB481E08-7C2D-4866-9DA7-E948FC06EE63}"/>
              </a:ext>
            </a:extLst>
          </p:cNvPr>
          <p:cNvSpPr>
            <a:spLocks noGrp="1"/>
          </p:cNvSpPr>
          <p:nvPr>
            <p:ph type="body" sz="quarter" idx="10"/>
          </p:nvPr>
        </p:nvSpPr>
        <p:spPr/>
        <p:txBody>
          <a:bodyPr/>
          <a:lstStyle/>
          <a:p>
            <a:endParaRPr lang="uk-UA"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8171"/>
            <a:ext cx="12192000" cy="5159829"/>
          </a:xfrm>
          <a:prstGeom prst="rect">
            <a:avLst/>
          </a:prstGeom>
        </p:spPr>
      </p:pic>
    </p:spTree>
    <p:extLst>
      <p:ext uri="{BB962C8B-B14F-4D97-AF65-F5344CB8AC3E}">
        <p14:creationId xmlns:p14="http://schemas.microsoft.com/office/powerpoint/2010/main" val="19290719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a:t>Prototype chain</a:t>
            </a:r>
            <a:endParaRPr lang="ru-RU" dirty="0"/>
          </a:p>
        </p:txBody>
      </p:sp>
      <p:sp>
        <p:nvSpPr>
          <p:cNvPr id="4" name="Текст 3"/>
          <p:cNvSpPr>
            <a:spLocks noGrp="1"/>
          </p:cNvSpPr>
          <p:nvPr>
            <p:ph type="body" sz="quarter" idx="10"/>
          </p:nvPr>
        </p:nvSpPr>
        <p:spPr/>
        <p:txBody>
          <a:bodyPr/>
          <a:lstStyle/>
          <a:p>
            <a:endParaRPr lang="ru-RU"/>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96571"/>
            <a:ext cx="12192000" cy="5143640"/>
          </a:xfrm>
          <a:prstGeom prst="rect">
            <a:avLst/>
          </a:prstGeom>
        </p:spPr>
      </p:pic>
    </p:spTree>
    <p:extLst>
      <p:ext uri="{BB962C8B-B14F-4D97-AF65-F5344CB8AC3E}">
        <p14:creationId xmlns:p14="http://schemas.microsoft.com/office/powerpoint/2010/main" val="34244187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5800" y="337458"/>
            <a:ext cx="11273971" cy="685800"/>
          </a:xfrm>
        </p:spPr>
        <p:txBody>
          <a:bodyPr/>
          <a:lstStyle/>
          <a:p>
            <a:pPr algn="ctr"/>
            <a:r>
              <a:rPr lang="en-US" b="1" dirty="0"/>
              <a:t>Different ways to create objects and the resulting prototype chain</a:t>
            </a:r>
          </a:p>
        </p:txBody>
      </p:sp>
      <p:sp>
        <p:nvSpPr>
          <p:cNvPr id="4" name="Текст 3"/>
          <p:cNvSpPr>
            <a:spLocks noGrp="1"/>
          </p:cNvSpPr>
          <p:nvPr>
            <p:ph type="body" sz="quarter" idx="10"/>
          </p:nvPr>
        </p:nvSpPr>
        <p:spPr>
          <a:xfrm>
            <a:off x="685800" y="2057400"/>
            <a:ext cx="5279571" cy="3429000"/>
          </a:xfrm>
        </p:spPr>
        <p:txBody>
          <a:bodyPr/>
          <a:lstStyle/>
          <a:p>
            <a:r>
              <a:rPr lang="en-US" dirty="0" smtClean="0"/>
              <a:t>1) </a:t>
            </a:r>
            <a:r>
              <a:rPr lang="en-US" dirty="0"/>
              <a:t>Objects created with syntax constructs</a:t>
            </a:r>
            <a:endParaRPr lang="ru-RU" dirty="0"/>
          </a:p>
        </p:txBody>
      </p:sp>
      <p:sp>
        <p:nvSpPr>
          <p:cNvPr id="5" name="Скругленный прямоугольник 4"/>
          <p:cNvSpPr/>
          <p:nvPr/>
        </p:nvSpPr>
        <p:spPr>
          <a:xfrm>
            <a:off x="292100" y="2647089"/>
            <a:ext cx="5789386" cy="366662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r>
              <a:rPr lang="en-US" sz="2000" dirty="0" err="1" smtClean="0">
                <a:solidFill>
                  <a:schemeClr val="bg1"/>
                </a:solidFill>
              </a:rPr>
              <a:t>const</a:t>
            </a:r>
            <a:r>
              <a:rPr lang="en-US" sz="2000" dirty="0" smtClean="0">
                <a:solidFill>
                  <a:schemeClr val="bg1"/>
                </a:solidFill>
              </a:rPr>
              <a:t> o = {a: 1};</a:t>
            </a:r>
          </a:p>
          <a:p>
            <a:r>
              <a:rPr lang="ru-RU" sz="2000" dirty="0">
                <a:solidFill>
                  <a:schemeClr val="bg1"/>
                </a:solidFill>
                <a:latin typeface="Consolas" panose="020B0609020204030204" pitchFamily="49" charset="0"/>
              </a:rPr>
              <a:t>// o ---&gt; </a:t>
            </a:r>
            <a:r>
              <a:rPr lang="ru-RU" sz="2000" dirty="0" err="1">
                <a:solidFill>
                  <a:schemeClr val="bg1"/>
                </a:solidFill>
                <a:latin typeface="Consolas" panose="020B0609020204030204" pitchFamily="49" charset="0"/>
              </a:rPr>
              <a:t>Object.prototype</a:t>
            </a:r>
            <a:r>
              <a:rPr lang="ru-RU" sz="2000" dirty="0">
                <a:solidFill>
                  <a:schemeClr val="bg1"/>
                </a:solidFill>
                <a:latin typeface="Consolas" panose="020B0609020204030204" pitchFamily="49" charset="0"/>
              </a:rPr>
              <a:t> ---&gt; </a:t>
            </a:r>
            <a:r>
              <a:rPr lang="ru-RU" sz="2000" dirty="0" err="1" smtClean="0">
                <a:solidFill>
                  <a:schemeClr val="bg1"/>
                </a:solidFill>
                <a:latin typeface="Consolas" panose="020B0609020204030204" pitchFamily="49" charset="0"/>
              </a:rPr>
              <a:t>null</a:t>
            </a:r>
            <a:endParaRPr lang="en-US" sz="2000" dirty="0" smtClean="0">
              <a:solidFill>
                <a:schemeClr val="bg1"/>
              </a:solidFill>
              <a:latin typeface="Consolas" panose="020B0609020204030204" pitchFamily="49" charset="0"/>
            </a:endParaRPr>
          </a:p>
          <a:p>
            <a:endParaRPr lang="en-US" sz="2000" dirty="0" smtClean="0">
              <a:solidFill>
                <a:schemeClr val="bg1"/>
              </a:solidFill>
              <a:latin typeface="Consolas" panose="020B0609020204030204" pitchFamily="49" charset="0"/>
            </a:endParaRPr>
          </a:p>
          <a:p>
            <a:pPr lvl="0"/>
            <a:r>
              <a:rPr lang="en-US" sz="2000" dirty="0" err="1" smtClean="0">
                <a:solidFill>
                  <a:schemeClr val="bg1"/>
                </a:solidFill>
                <a:latin typeface="Consolas" panose="020B0609020204030204" pitchFamily="49" charset="0"/>
              </a:rPr>
              <a:t>const</a:t>
            </a:r>
            <a:r>
              <a:rPr lang="ru-RU" sz="2000" dirty="0" smtClean="0">
                <a:solidFill>
                  <a:schemeClr val="bg1"/>
                </a:solidFill>
                <a:latin typeface="Consolas" panose="020B0609020204030204" pitchFamily="49" charset="0"/>
              </a:rPr>
              <a:t> </a:t>
            </a:r>
            <a:r>
              <a:rPr lang="ru-RU" sz="2000" dirty="0">
                <a:solidFill>
                  <a:schemeClr val="bg1"/>
                </a:solidFill>
                <a:latin typeface="Consolas" panose="020B0609020204030204" pitchFamily="49" charset="0"/>
              </a:rPr>
              <a:t>b = ['</a:t>
            </a:r>
            <a:r>
              <a:rPr lang="ru-RU" sz="2000" dirty="0" err="1">
                <a:solidFill>
                  <a:schemeClr val="bg1"/>
                </a:solidFill>
                <a:latin typeface="Consolas" panose="020B0609020204030204" pitchFamily="49" charset="0"/>
              </a:rPr>
              <a:t>yo</a:t>
            </a:r>
            <a:r>
              <a:rPr lang="ru-RU" sz="2000" dirty="0">
                <a:solidFill>
                  <a:schemeClr val="bg1"/>
                </a:solidFill>
                <a:latin typeface="Consolas" panose="020B0609020204030204" pitchFamily="49" charset="0"/>
              </a:rPr>
              <a:t>', '</a:t>
            </a:r>
            <a:r>
              <a:rPr lang="ru-RU" sz="2000" dirty="0" err="1">
                <a:solidFill>
                  <a:schemeClr val="bg1"/>
                </a:solidFill>
                <a:latin typeface="Consolas" panose="020B0609020204030204" pitchFamily="49" charset="0"/>
              </a:rPr>
              <a:t>whadup</a:t>
            </a:r>
            <a:r>
              <a:rPr lang="ru-RU" sz="2000" dirty="0">
                <a:solidFill>
                  <a:schemeClr val="bg1"/>
                </a:solidFill>
                <a:latin typeface="Consolas" panose="020B0609020204030204" pitchFamily="49" charset="0"/>
              </a:rPr>
              <a:t>', </a:t>
            </a:r>
            <a:r>
              <a:rPr lang="ru-RU" sz="2000" dirty="0" smtClean="0">
                <a:solidFill>
                  <a:schemeClr val="bg1"/>
                </a:solidFill>
                <a:latin typeface="Consolas" panose="020B0609020204030204" pitchFamily="49" charset="0"/>
              </a:rPr>
              <a:t>'?'];</a:t>
            </a:r>
            <a:endParaRPr lang="en-US" sz="2000" dirty="0" smtClean="0">
              <a:solidFill>
                <a:schemeClr val="bg1"/>
              </a:solidFill>
              <a:latin typeface="Consolas" panose="020B0609020204030204" pitchFamily="49" charset="0"/>
            </a:endParaRPr>
          </a:p>
          <a:p>
            <a:r>
              <a:rPr lang="ru-RU" sz="2000" dirty="0" smtClean="0">
                <a:solidFill>
                  <a:schemeClr val="bg1"/>
                </a:solidFill>
                <a:latin typeface="Consolas" panose="020B0609020204030204" pitchFamily="49" charset="0"/>
              </a:rPr>
              <a:t> </a:t>
            </a:r>
            <a:r>
              <a:rPr lang="ru-RU" sz="2000" dirty="0">
                <a:solidFill>
                  <a:schemeClr val="bg1"/>
                </a:solidFill>
                <a:latin typeface="Consolas" panose="020B0609020204030204" pitchFamily="49" charset="0"/>
              </a:rPr>
              <a:t>// b ---&gt; </a:t>
            </a:r>
            <a:r>
              <a:rPr lang="ru-RU" sz="2000" dirty="0" err="1">
                <a:solidFill>
                  <a:schemeClr val="bg1"/>
                </a:solidFill>
                <a:latin typeface="Consolas" panose="020B0609020204030204" pitchFamily="49" charset="0"/>
              </a:rPr>
              <a:t>Array.prototype</a:t>
            </a:r>
            <a:r>
              <a:rPr lang="ru-RU" sz="2000" dirty="0">
                <a:solidFill>
                  <a:schemeClr val="bg1"/>
                </a:solidFill>
                <a:latin typeface="Consolas" panose="020B0609020204030204" pitchFamily="49" charset="0"/>
              </a:rPr>
              <a:t> ---&gt; </a:t>
            </a:r>
            <a:r>
              <a:rPr lang="ru-RU" sz="2000" dirty="0" err="1">
                <a:solidFill>
                  <a:schemeClr val="bg1"/>
                </a:solidFill>
                <a:latin typeface="Consolas" panose="020B0609020204030204" pitchFamily="49" charset="0"/>
              </a:rPr>
              <a:t>Object.prototype</a:t>
            </a:r>
            <a:r>
              <a:rPr lang="ru-RU" sz="2000" dirty="0">
                <a:solidFill>
                  <a:schemeClr val="bg1"/>
                </a:solidFill>
                <a:latin typeface="Consolas" panose="020B0609020204030204" pitchFamily="49" charset="0"/>
              </a:rPr>
              <a:t> ---&gt; </a:t>
            </a:r>
            <a:r>
              <a:rPr lang="ru-RU" sz="2000" dirty="0" err="1">
                <a:solidFill>
                  <a:schemeClr val="bg1"/>
                </a:solidFill>
                <a:latin typeface="Consolas" panose="020B0609020204030204" pitchFamily="49" charset="0"/>
              </a:rPr>
              <a:t>null</a:t>
            </a:r>
            <a:r>
              <a:rPr lang="ru-RU" sz="2000" dirty="0">
                <a:solidFill>
                  <a:schemeClr val="bg1"/>
                </a:solidFill>
                <a:latin typeface="Consolas" panose="020B0609020204030204" pitchFamily="49" charset="0"/>
              </a:rPr>
              <a:t> </a:t>
            </a:r>
            <a:endParaRPr lang="en-US" sz="2000" dirty="0" smtClean="0">
              <a:solidFill>
                <a:schemeClr val="bg1"/>
              </a:solidFill>
              <a:latin typeface="Consolas" panose="020B0609020204030204" pitchFamily="49" charset="0"/>
            </a:endParaRPr>
          </a:p>
          <a:p>
            <a:endParaRPr lang="en-US" sz="2000" dirty="0" smtClean="0">
              <a:solidFill>
                <a:schemeClr val="bg1"/>
              </a:solidFill>
              <a:latin typeface="Consolas" panose="020B0609020204030204" pitchFamily="49" charset="0"/>
            </a:endParaRPr>
          </a:p>
          <a:p>
            <a:pPr lvl="0"/>
            <a:r>
              <a:rPr lang="ru-RU" sz="2000" dirty="0" err="1">
                <a:solidFill>
                  <a:schemeClr val="bg1"/>
                </a:solidFill>
                <a:latin typeface="Consolas" panose="020B0609020204030204" pitchFamily="49" charset="0"/>
              </a:rPr>
              <a:t>function</a:t>
            </a:r>
            <a:r>
              <a:rPr lang="ru-RU" sz="2000" dirty="0">
                <a:solidFill>
                  <a:schemeClr val="bg1"/>
                </a:solidFill>
                <a:latin typeface="Consolas" panose="020B0609020204030204" pitchFamily="49" charset="0"/>
              </a:rPr>
              <a:t> f() { </a:t>
            </a:r>
            <a:r>
              <a:rPr lang="ru-RU" sz="2000" dirty="0" err="1">
                <a:solidFill>
                  <a:schemeClr val="bg1"/>
                </a:solidFill>
                <a:latin typeface="Consolas" panose="020B0609020204030204" pitchFamily="49" charset="0"/>
              </a:rPr>
              <a:t>return</a:t>
            </a:r>
            <a:r>
              <a:rPr lang="ru-RU" sz="2000" dirty="0">
                <a:solidFill>
                  <a:schemeClr val="bg1"/>
                </a:solidFill>
                <a:latin typeface="Consolas" panose="020B0609020204030204" pitchFamily="49" charset="0"/>
              </a:rPr>
              <a:t> 2; }</a:t>
            </a:r>
            <a:r>
              <a:rPr lang="ru-RU" sz="2000" dirty="0">
                <a:solidFill>
                  <a:schemeClr val="bg1"/>
                </a:solidFill>
              </a:rPr>
              <a:t> </a:t>
            </a:r>
            <a:endParaRPr lang="en-US" sz="2000" dirty="0" smtClean="0">
              <a:solidFill>
                <a:schemeClr val="bg1"/>
              </a:solidFill>
            </a:endParaRPr>
          </a:p>
          <a:p>
            <a:r>
              <a:rPr lang="ru-RU" sz="2000" dirty="0">
                <a:solidFill>
                  <a:schemeClr val="bg1"/>
                </a:solidFill>
                <a:latin typeface="Consolas" panose="020B0609020204030204" pitchFamily="49" charset="0"/>
              </a:rPr>
              <a:t>// f ---&gt; </a:t>
            </a:r>
            <a:r>
              <a:rPr lang="ru-RU" sz="2000" dirty="0" err="1">
                <a:solidFill>
                  <a:schemeClr val="bg1"/>
                </a:solidFill>
                <a:latin typeface="Consolas" panose="020B0609020204030204" pitchFamily="49" charset="0"/>
              </a:rPr>
              <a:t>Function.prototype</a:t>
            </a:r>
            <a:r>
              <a:rPr lang="ru-RU" sz="2000" dirty="0">
                <a:solidFill>
                  <a:schemeClr val="bg1"/>
                </a:solidFill>
                <a:latin typeface="Consolas" panose="020B0609020204030204" pitchFamily="49" charset="0"/>
              </a:rPr>
              <a:t> ---&gt; </a:t>
            </a:r>
            <a:r>
              <a:rPr lang="ru-RU" sz="2000" dirty="0" err="1">
                <a:solidFill>
                  <a:schemeClr val="bg1"/>
                </a:solidFill>
                <a:latin typeface="Consolas" panose="020B0609020204030204" pitchFamily="49" charset="0"/>
              </a:rPr>
              <a:t>Object.prototype</a:t>
            </a:r>
            <a:r>
              <a:rPr lang="ru-RU" sz="2000" dirty="0">
                <a:solidFill>
                  <a:schemeClr val="bg1"/>
                </a:solidFill>
                <a:latin typeface="Consolas" panose="020B0609020204030204" pitchFamily="49" charset="0"/>
              </a:rPr>
              <a:t> ---&gt; </a:t>
            </a:r>
            <a:r>
              <a:rPr lang="ru-RU" sz="2000" dirty="0" err="1" smtClean="0">
                <a:solidFill>
                  <a:schemeClr val="bg1"/>
                </a:solidFill>
                <a:latin typeface="Consolas" panose="020B0609020204030204" pitchFamily="49" charset="0"/>
              </a:rPr>
              <a:t>null</a:t>
            </a:r>
            <a:endParaRPr lang="ru-RU" sz="2000" dirty="0">
              <a:solidFill>
                <a:schemeClr val="bg1"/>
              </a:solidFill>
              <a:latin typeface="Arial" panose="020B0604020202020204" pitchFamily="34" charset="0"/>
            </a:endParaRPr>
          </a:p>
        </p:txBody>
      </p:sp>
      <p:sp>
        <p:nvSpPr>
          <p:cNvPr id="11" name="Прямоугольник 10"/>
          <p:cNvSpPr/>
          <p:nvPr/>
        </p:nvSpPr>
        <p:spPr>
          <a:xfrm>
            <a:off x="6707414" y="2097314"/>
            <a:ext cx="2677336" cy="400110"/>
          </a:xfrm>
          <a:prstGeom prst="rect">
            <a:avLst/>
          </a:prstGeom>
        </p:spPr>
        <p:txBody>
          <a:bodyPr wrap="none">
            <a:spAutoFit/>
          </a:bodyPr>
          <a:lstStyle/>
          <a:p>
            <a:r>
              <a:rPr lang="en-US" sz="2000" dirty="0" smtClean="0">
                <a:solidFill>
                  <a:schemeClr val="bg1"/>
                </a:solidFill>
              </a:rPr>
              <a:t>2) With a constructor</a:t>
            </a:r>
            <a:endParaRPr lang="ru-RU" sz="2000" dirty="0">
              <a:solidFill>
                <a:schemeClr val="bg1"/>
              </a:solidFill>
            </a:endParaRPr>
          </a:p>
        </p:txBody>
      </p:sp>
      <p:sp>
        <p:nvSpPr>
          <p:cNvPr id="12" name="Скругленный прямоугольник 11"/>
          <p:cNvSpPr/>
          <p:nvPr/>
        </p:nvSpPr>
        <p:spPr>
          <a:xfrm>
            <a:off x="6243195" y="2647088"/>
            <a:ext cx="5789386" cy="366662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r>
              <a:rPr lang="ru-RU" sz="2000" dirty="0" err="1">
                <a:solidFill>
                  <a:schemeClr val="bg1"/>
                </a:solidFill>
                <a:latin typeface="Consolas" panose="020B0609020204030204" pitchFamily="49" charset="0"/>
              </a:rPr>
              <a:t>function</a:t>
            </a:r>
            <a:r>
              <a:rPr lang="ru-RU" sz="2000" dirty="0">
                <a:solidFill>
                  <a:schemeClr val="bg1"/>
                </a:solidFill>
                <a:latin typeface="Consolas" panose="020B0609020204030204" pitchFamily="49" charset="0"/>
              </a:rPr>
              <a:t> </a:t>
            </a:r>
            <a:r>
              <a:rPr lang="ru-RU" sz="2000" dirty="0" err="1">
                <a:solidFill>
                  <a:schemeClr val="bg1"/>
                </a:solidFill>
                <a:latin typeface="Consolas" panose="020B0609020204030204" pitchFamily="49" charset="0"/>
              </a:rPr>
              <a:t>Graph</a:t>
            </a:r>
            <a:r>
              <a:rPr lang="ru-RU" sz="2000" dirty="0">
                <a:solidFill>
                  <a:schemeClr val="bg1"/>
                </a:solidFill>
                <a:latin typeface="Consolas" panose="020B0609020204030204" pitchFamily="49" charset="0"/>
              </a:rPr>
              <a:t>() { </a:t>
            </a:r>
            <a:endParaRPr lang="en-US" sz="2000" dirty="0" smtClean="0">
              <a:solidFill>
                <a:schemeClr val="bg1"/>
              </a:solidFill>
              <a:latin typeface="Consolas" panose="020B0609020204030204" pitchFamily="49" charset="0"/>
            </a:endParaRPr>
          </a:p>
          <a:p>
            <a:pPr lvl="0"/>
            <a:r>
              <a:rPr lang="en-US" sz="2000" dirty="0" smtClean="0">
                <a:solidFill>
                  <a:schemeClr val="bg1"/>
                </a:solidFill>
                <a:latin typeface="Consolas" panose="020B0609020204030204" pitchFamily="49" charset="0"/>
              </a:rPr>
              <a:t>  </a:t>
            </a:r>
            <a:r>
              <a:rPr lang="ru-RU" sz="2000" dirty="0" err="1" smtClean="0">
                <a:solidFill>
                  <a:schemeClr val="bg1"/>
                </a:solidFill>
                <a:latin typeface="Consolas" panose="020B0609020204030204" pitchFamily="49" charset="0"/>
              </a:rPr>
              <a:t>this.vertices</a:t>
            </a:r>
            <a:r>
              <a:rPr lang="ru-RU" sz="2000" dirty="0" smtClean="0">
                <a:solidFill>
                  <a:schemeClr val="bg1"/>
                </a:solidFill>
                <a:latin typeface="Consolas" panose="020B0609020204030204" pitchFamily="49" charset="0"/>
              </a:rPr>
              <a:t> </a:t>
            </a:r>
            <a:r>
              <a:rPr lang="ru-RU" sz="2000" dirty="0">
                <a:solidFill>
                  <a:schemeClr val="bg1"/>
                </a:solidFill>
                <a:latin typeface="Consolas" panose="020B0609020204030204" pitchFamily="49" charset="0"/>
              </a:rPr>
              <a:t>= []; </a:t>
            </a:r>
            <a:endParaRPr lang="en-US" sz="2000" dirty="0" smtClean="0">
              <a:solidFill>
                <a:schemeClr val="bg1"/>
              </a:solidFill>
              <a:latin typeface="Consolas" panose="020B0609020204030204" pitchFamily="49" charset="0"/>
            </a:endParaRPr>
          </a:p>
          <a:p>
            <a:pPr lvl="0"/>
            <a:r>
              <a:rPr lang="en-US" sz="2000" dirty="0" smtClean="0">
                <a:solidFill>
                  <a:schemeClr val="bg1"/>
                </a:solidFill>
                <a:latin typeface="Consolas" panose="020B0609020204030204" pitchFamily="49" charset="0"/>
              </a:rPr>
              <a:t>  </a:t>
            </a:r>
            <a:r>
              <a:rPr lang="ru-RU" sz="2000" dirty="0" err="1" smtClean="0">
                <a:solidFill>
                  <a:schemeClr val="bg1"/>
                </a:solidFill>
                <a:latin typeface="Consolas" panose="020B0609020204030204" pitchFamily="49" charset="0"/>
              </a:rPr>
              <a:t>this.edges</a:t>
            </a:r>
            <a:r>
              <a:rPr lang="ru-RU" sz="2000" dirty="0" smtClean="0">
                <a:solidFill>
                  <a:schemeClr val="bg1"/>
                </a:solidFill>
                <a:latin typeface="Consolas" panose="020B0609020204030204" pitchFamily="49" charset="0"/>
              </a:rPr>
              <a:t> </a:t>
            </a:r>
            <a:r>
              <a:rPr lang="ru-RU" sz="2000" dirty="0">
                <a:solidFill>
                  <a:schemeClr val="bg1"/>
                </a:solidFill>
                <a:latin typeface="Consolas" panose="020B0609020204030204" pitchFamily="49" charset="0"/>
              </a:rPr>
              <a:t>= []; </a:t>
            </a:r>
            <a:endParaRPr lang="en-US" sz="2000" dirty="0" smtClean="0">
              <a:solidFill>
                <a:schemeClr val="bg1"/>
              </a:solidFill>
              <a:latin typeface="Consolas" panose="020B0609020204030204" pitchFamily="49" charset="0"/>
            </a:endParaRPr>
          </a:p>
          <a:p>
            <a:pPr lvl="0"/>
            <a:r>
              <a:rPr lang="ru-RU" sz="2000" dirty="0" smtClean="0">
                <a:solidFill>
                  <a:schemeClr val="bg1"/>
                </a:solidFill>
                <a:latin typeface="Consolas" panose="020B0609020204030204" pitchFamily="49" charset="0"/>
              </a:rPr>
              <a:t>} </a:t>
            </a:r>
            <a:endParaRPr lang="en-US" sz="2000" dirty="0" smtClean="0">
              <a:solidFill>
                <a:schemeClr val="bg1"/>
              </a:solidFill>
              <a:latin typeface="Consolas" panose="020B0609020204030204" pitchFamily="49" charset="0"/>
            </a:endParaRPr>
          </a:p>
          <a:p>
            <a:pPr lvl="0"/>
            <a:r>
              <a:rPr lang="ru-RU" sz="2000" dirty="0" err="1" smtClean="0">
                <a:solidFill>
                  <a:schemeClr val="bg1"/>
                </a:solidFill>
                <a:latin typeface="Consolas" panose="020B0609020204030204" pitchFamily="49" charset="0"/>
              </a:rPr>
              <a:t>Graph.prototype</a:t>
            </a:r>
            <a:r>
              <a:rPr lang="ru-RU" sz="2000" dirty="0" smtClean="0">
                <a:solidFill>
                  <a:schemeClr val="bg1"/>
                </a:solidFill>
                <a:latin typeface="Consolas" panose="020B0609020204030204" pitchFamily="49" charset="0"/>
              </a:rPr>
              <a:t> </a:t>
            </a:r>
            <a:r>
              <a:rPr lang="ru-RU" sz="2000" dirty="0">
                <a:solidFill>
                  <a:schemeClr val="bg1"/>
                </a:solidFill>
                <a:latin typeface="Consolas" panose="020B0609020204030204" pitchFamily="49" charset="0"/>
              </a:rPr>
              <a:t>= { </a:t>
            </a:r>
            <a:endParaRPr lang="en-US" sz="2000" dirty="0" smtClean="0">
              <a:solidFill>
                <a:schemeClr val="bg1"/>
              </a:solidFill>
              <a:latin typeface="Consolas" panose="020B0609020204030204" pitchFamily="49" charset="0"/>
            </a:endParaRPr>
          </a:p>
          <a:p>
            <a:pPr lvl="0"/>
            <a:r>
              <a:rPr lang="en-US" sz="2000" dirty="0" smtClean="0">
                <a:solidFill>
                  <a:schemeClr val="bg1"/>
                </a:solidFill>
                <a:latin typeface="Consolas" panose="020B0609020204030204" pitchFamily="49" charset="0"/>
              </a:rPr>
              <a:t>  </a:t>
            </a:r>
            <a:r>
              <a:rPr lang="ru-RU" sz="2000" dirty="0" err="1" smtClean="0">
                <a:solidFill>
                  <a:schemeClr val="bg1"/>
                </a:solidFill>
                <a:latin typeface="Consolas" panose="020B0609020204030204" pitchFamily="49" charset="0"/>
              </a:rPr>
              <a:t>addVertex</a:t>
            </a:r>
            <a:r>
              <a:rPr lang="ru-RU" sz="2000" dirty="0">
                <a:solidFill>
                  <a:schemeClr val="bg1"/>
                </a:solidFill>
                <a:latin typeface="Consolas" panose="020B0609020204030204" pitchFamily="49" charset="0"/>
              </a:rPr>
              <a:t>: </a:t>
            </a:r>
            <a:r>
              <a:rPr lang="ru-RU" sz="2000" dirty="0" err="1">
                <a:solidFill>
                  <a:schemeClr val="bg1"/>
                </a:solidFill>
                <a:latin typeface="Consolas" panose="020B0609020204030204" pitchFamily="49" charset="0"/>
              </a:rPr>
              <a:t>function</a:t>
            </a:r>
            <a:r>
              <a:rPr lang="ru-RU" sz="2000" dirty="0">
                <a:solidFill>
                  <a:schemeClr val="bg1"/>
                </a:solidFill>
                <a:latin typeface="Consolas" panose="020B0609020204030204" pitchFamily="49" charset="0"/>
              </a:rPr>
              <a:t>(v) </a:t>
            </a:r>
            <a:r>
              <a:rPr lang="ru-RU" sz="2000" dirty="0" smtClean="0">
                <a:solidFill>
                  <a:schemeClr val="bg1"/>
                </a:solidFill>
                <a:latin typeface="Consolas" panose="020B0609020204030204" pitchFamily="49" charset="0"/>
              </a:rPr>
              <a:t>{</a:t>
            </a:r>
            <a:endParaRPr lang="en-US" sz="2000" dirty="0" smtClean="0">
              <a:solidFill>
                <a:schemeClr val="bg1"/>
              </a:solidFill>
              <a:latin typeface="Consolas" panose="020B0609020204030204" pitchFamily="49" charset="0"/>
            </a:endParaRPr>
          </a:p>
          <a:p>
            <a:pPr lvl="0"/>
            <a:r>
              <a:rPr lang="ru-RU" sz="2000" dirty="0" smtClean="0">
                <a:solidFill>
                  <a:schemeClr val="bg1"/>
                </a:solidFill>
                <a:latin typeface="Consolas" panose="020B0609020204030204" pitchFamily="49" charset="0"/>
              </a:rPr>
              <a:t> </a:t>
            </a:r>
            <a:r>
              <a:rPr lang="en-US" sz="2000" dirty="0" smtClean="0">
                <a:solidFill>
                  <a:schemeClr val="bg1"/>
                </a:solidFill>
                <a:latin typeface="Consolas" panose="020B0609020204030204" pitchFamily="49" charset="0"/>
              </a:rPr>
              <a:t>   </a:t>
            </a:r>
            <a:r>
              <a:rPr lang="ru-RU" sz="2000" dirty="0" err="1" smtClean="0">
                <a:solidFill>
                  <a:schemeClr val="bg1"/>
                </a:solidFill>
                <a:latin typeface="Consolas" panose="020B0609020204030204" pitchFamily="49" charset="0"/>
              </a:rPr>
              <a:t>this.vertices.push</a:t>
            </a:r>
            <a:r>
              <a:rPr lang="ru-RU" sz="2000" dirty="0" smtClean="0">
                <a:solidFill>
                  <a:schemeClr val="bg1"/>
                </a:solidFill>
                <a:latin typeface="Consolas" panose="020B0609020204030204" pitchFamily="49" charset="0"/>
              </a:rPr>
              <a:t>(v</a:t>
            </a:r>
            <a:r>
              <a:rPr lang="ru-RU" sz="2000" dirty="0">
                <a:solidFill>
                  <a:schemeClr val="bg1"/>
                </a:solidFill>
                <a:latin typeface="Consolas" panose="020B0609020204030204" pitchFamily="49" charset="0"/>
              </a:rPr>
              <a:t>); </a:t>
            </a:r>
            <a:endParaRPr lang="en-US" sz="2000" dirty="0" smtClean="0">
              <a:solidFill>
                <a:schemeClr val="bg1"/>
              </a:solidFill>
              <a:latin typeface="Consolas" panose="020B0609020204030204" pitchFamily="49" charset="0"/>
            </a:endParaRPr>
          </a:p>
          <a:p>
            <a:pPr lvl="0"/>
            <a:r>
              <a:rPr lang="en-US" sz="2000" dirty="0" smtClean="0">
                <a:solidFill>
                  <a:schemeClr val="bg1"/>
                </a:solidFill>
                <a:latin typeface="Consolas" panose="020B0609020204030204" pitchFamily="49" charset="0"/>
              </a:rPr>
              <a:t> </a:t>
            </a:r>
            <a:r>
              <a:rPr lang="ru-RU" sz="2000" dirty="0" smtClean="0">
                <a:solidFill>
                  <a:schemeClr val="bg1"/>
                </a:solidFill>
                <a:latin typeface="Consolas" panose="020B0609020204030204" pitchFamily="49" charset="0"/>
              </a:rPr>
              <a:t>} </a:t>
            </a:r>
            <a:endParaRPr lang="en-US" sz="2000" dirty="0" smtClean="0">
              <a:solidFill>
                <a:schemeClr val="bg1"/>
              </a:solidFill>
              <a:latin typeface="Consolas" panose="020B0609020204030204" pitchFamily="49" charset="0"/>
            </a:endParaRPr>
          </a:p>
          <a:p>
            <a:pPr lvl="0"/>
            <a:r>
              <a:rPr lang="ru-RU" sz="2000" dirty="0" smtClean="0">
                <a:solidFill>
                  <a:schemeClr val="bg1"/>
                </a:solidFill>
                <a:latin typeface="Consolas" panose="020B0609020204030204" pitchFamily="49" charset="0"/>
              </a:rPr>
              <a:t>}; </a:t>
            </a:r>
            <a:endParaRPr lang="en-US" sz="2000" dirty="0" smtClean="0">
              <a:solidFill>
                <a:schemeClr val="bg1"/>
              </a:solidFill>
              <a:latin typeface="Consolas" panose="020B0609020204030204" pitchFamily="49" charset="0"/>
            </a:endParaRPr>
          </a:p>
          <a:p>
            <a:pPr lvl="0"/>
            <a:r>
              <a:rPr lang="en-US" sz="2000" dirty="0" err="1" smtClean="0">
                <a:solidFill>
                  <a:schemeClr val="bg1"/>
                </a:solidFill>
                <a:latin typeface="Consolas" panose="020B0609020204030204" pitchFamily="49" charset="0"/>
              </a:rPr>
              <a:t>const</a:t>
            </a:r>
            <a:r>
              <a:rPr lang="ru-RU" sz="2000" dirty="0" smtClean="0">
                <a:solidFill>
                  <a:schemeClr val="bg1"/>
                </a:solidFill>
                <a:latin typeface="Consolas" panose="020B0609020204030204" pitchFamily="49" charset="0"/>
              </a:rPr>
              <a:t> </a:t>
            </a:r>
            <a:r>
              <a:rPr lang="ru-RU" sz="2000" dirty="0">
                <a:solidFill>
                  <a:schemeClr val="bg1"/>
                </a:solidFill>
                <a:latin typeface="Consolas" panose="020B0609020204030204" pitchFamily="49" charset="0"/>
              </a:rPr>
              <a:t>g = </a:t>
            </a:r>
            <a:r>
              <a:rPr lang="ru-RU" sz="2000" dirty="0" err="1">
                <a:solidFill>
                  <a:schemeClr val="bg1"/>
                </a:solidFill>
                <a:latin typeface="Consolas" panose="020B0609020204030204" pitchFamily="49" charset="0"/>
              </a:rPr>
              <a:t>new</a:t>
            </a:r>
            <a:r>
              <a:rPr lang="ru-RU" sz="2000" dirty="0">
                <a:solidFill>
                  <a:schemeClr val="bg1"/>
                </a:solidFill>
                <a:latin typeface="Consolas" panose="020B0609020204030204" pitchFamily="49" charset="0"/>
              </a:rPr>
              <a:t> </a:t>
            </a:r>
            <a:r>
              <a:rPr lang="ru-RU" sz="2000" dirty="0" err="1">
                <a:solidFill>
                  <a:schemeClr val="bg1"/>
                </a:solidFill>
                <a:latin typeface="Consolas" panose="020B0609020204030204" pitchFamily="49" charset="0"/>
              </a:rPr>
              <a:t>Graph</a:t>
            </a:r>
            <a:r>
              <a:rPr lang="ru-RU" sz="2000" dirty="0">
                <a:solidFill>
                  <a:schemeClr val="bg1"/>
                </a:solidFill>
                <a:latin typeface="Consolas" panose="020B0609020204030204" pitchFamily="49" charset="0"/>
              </a:rPr>
              <a:t>();</a:t>
            </a:r>
            <a:r>
              <a:rPr lang="ru-RU" sz="2800" dirty="0">
                <a:solidFill>
                  <a:schemeClr val="bg1"/>
                </a:solidFill>
              </a:rPr>
              <a:t> </a:t>
            </a:r>
            <a:endParaRPr lang="ru-RU" sz="4400" dirty="0">
              <a:solidFill>
                <a:schemeClr val="bg1"/>
              </a:solidFill>
              <a:latin typeface="Arial" panose="020B0604020202020204" pitchFamily="34" charset="0"/>
            </a:endParaRPr>
          </a:p>
        </p:txBody>
      </p:sp>
    </p:spTree>
    <p:extLst>
      <p:ext uri="{BB962C8B-B14F-4D97-AF65-F5344CB8AC3E}">
        <p14:creationId xmlns:p14="http://schemas.microsoft.com/office/powerpoint/2010/main" val="33844549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p:cNvSpPr>
            <a:spLocks noGrp="1"/>
          </p:cNvSpPr>
          <p:nvPr>
            <p:ph type="title"/>
          </p:nvPr>
        </p:nvSpPr>
        <p:spPr>
          <a:xfrm>
            <a:off x="685800" y="366486"/>
            <a:ext cx="10820400" cy="685800"/>
          </a:xfrm>
        </p:spPr>
        <p:txBody>
          <a:bodyPr/>
          <a:lstStyle/>
          <a:p>
            <a:pPr algn="ctr"/>
            <a:r>
              <a:rPr lang="en-US" b="1" dirty="0"/>
              <a:t>Different ways to create objects and the resulting prototype </a:t>
            </a:r>
            <a:r>
              <a:rPr lang="en-US" b="1" dirty="0" smtClean="0"/>
              <a:t>chain</a:t>
            </a:r>
            <a:endParaRPr lang="ru-RU" dirty="0">
              <a:latin typeface="+mn-lt"/>
            </a:endParaRPr>
          </a:p>
        </p:txBody>
      </p:sp>
      <p:sp>
        <p:nvSpPr>
          <p:cNvPr id="4" name="Текст 3"/>
          <p:cNvSpPr>
            <a:spLocks noGrp="1"/>
          </p:cNvSpPr>
          <p:nvPr>
            <p:ph type="body" sz="quarter" idx="10"/>
          </p:nvPr>
        </p:nvSpPr>
        <p:spPr>
          <a:xfrm>
            <a:off x="685800" y="2057400"/>
            <a:ext cx="4974771" cy="3429000"/>
          </a:xfrm>
          <a:prstGeom prst="rect">
            <a:avLst/>
          </a:prstGeom>
        </p:spPr>
        <p:txBody>
          <a:bodyPr/>
          <a:lstStyle/>
          <a:p>
            <a:r>
              <a:rPr lang="en-US" dirty="0" smtClean="0">
                <a:latin typeface="+mn-lt"/>
              </a:rPr>
              <a:t>3) With </a:t>
            </a:r>
            <a:r>
              <a:rPr lang="ru-RU" b="1" dirty="0" err="1">
                <a:solidFill>
                  <a:schemeClr val="bg1"/>
                </a:solidFill>
                <a:latin typeface="+mn-lt"/>
              </a:rPr>
              <a:t>Object.create</a:t>
            </a:r>
            <a:r>
              <a:rPr lang="ru-RU" b="1" dirty="0" smtClean="0">
                <a:solidFill>
                  <a:schemeClr val="bg1"/>
                </a:solidFill>
                <a:latin typeface="+mn-lt"/>
              </a:rPr>
              <a:t>()</a:t>
            </a:r>
            <a:endParaRPr lang="ru-RU" b="1" dirty="0">
              <a:latin typeface="+mn-lt"/>
            </a:endParaRPr>
          </a:p>
        </p:txBody>
      </p:sp>
      <p:sp>
        <p:nvSpPr>
          <p:cNvPr id="5" name="Скругленный прямоугольник 4"/>
          <p:cNvSpPr/>
          <p:nvPr/>
        </p:nvSpPr>
        <p:spPr>
          <a:xfrm>
            <a:off x="188448" y="2467428"/>
            <a:ext cx="5789386" cy="42013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r>
              <a:rPr lang="en-US" sz="2000" dirty="0" err="1" smtClean="0">
                <a:solidFill>
                  <a:schemeClr val="bg1"/>
                </a:solidFill>
              </a:rPr>
              <a:t>const</a:t>
            </a:r>
            <a:r>
              <a:rPr lang="ru-RU" sz="2000" dirty="0" smtClean="0">
                <a:solidFill>
                  <a:schemeClr val="bg1"/>
                </a:solidFill>
              </a:rPr>
              <a:t> </a:t>
            </a:r>
            <a:r>
              <a:rPr lang="ru-RU" sz="2000" dirty="0">
                <a:solidFill>
                  <a:schemeClr val="bg1"/>
                </a:solidFill>
              </a:rPr>
              <a:t>a = {a: 1}; </a:t>
            </a:r>
            <a:endParaRPr lang="en-US" sz="2000" dirty="0" smtClean="0">
              <a:solidFill>
                <a:schemeClr val="bg1"/>
              </a:solidFill>
            </a:endParaRPr>
          </a:p>
          <a:p>
            <a:pPr lvl="0"/>
            <a:r>
              <a:rPr lang="ru-RU" sz="2000" dirty="0" smtClean="0">
                <a:solidFill>
                  <a:schemeClr val="bg1"/>
                </a:solidFill>
              </a:rPr>
              <a:t>// </a:t>
            </a:r>
            <a:r>
              <a:rPr lang="ru-RU" sz="2000" dirty="0">
                <a:solidFill>
                  <a:schemeClr val="bg1"/>
                </a:solidFill>
              </a:rPr>
              <a:t>a ---&gt; </a:t>
            </a:r>
            <a:r>
              <a:rPr lang="ru-RU" sz="2000" dirty="0" err="1">
                <a:solidFill>
                  <a:schemeClr val="bg1"/>
                </a:solidFill>
              </a:rPr>
              <a:t>Object.prototype</a:t>
            </a:r>
            <a:r>
              <a:rPr lang="ru-RU" sz="2000" dirty="0">
                <a:solidFill>
                  <a:schemeClr val="bg1"/>
                </a:solidFill>
              </a:rPr>
              <a:t> ---&gt; </a:t>
            </a:r>
            <a:r>
              <a:rPr lang="ru-RU" sz="2000" dirty="0" err="1">
                <a:solidFill>
                  <a:schemeClr val="bg1"/>
                </a:solidFill>
              </a:rPr>
              <a:t>null</a:t>
            </a:r>
            <a:r>
              <a:rPr lang="ru-RU" sz="2000" dirty="0">
                <a:solidFill>
                  <a:schemeClr val="bg1"/>
                </a:solidFill>
              </a:rPr>
              <a:t> </a:t>
            </a:r>
            <a:endParaRPr lang="en-US" sz="2000" dirty="0" smtClean="0">
              <a:solidFill>
                <a:schemeClr val="bg1"/>
              </a:solidFill>
            </a:endParaRPr>
          </a:p>
          <a:p>
            <a:pPr lvl="0"/>
            <a:endParaRPr lang="en-US" sz="2000" dirty="0" smtClean="0">
              <a:solidFill>
                <a:schemeClr val="bg1"/>
              </a:solidFill>
            </a:endParaRPr>
          </a:p>
          <a:p>
            <a:pPr lvl="0"/>
            <a:r>
              <a:rPr lang="en-US" sz="2000" dirty="0" err="1" smtClean="0">
                <a:solidFill>
                  <a:schemeClr val="bg1"/>
                </a:solidFill>
              </a:rPr>
              <a:t>const</a:t>
            </a:r>
            <a:r>
              <a:rPr lang="ru-RU" sz="2000" dirty="0" smtClean="0">
                <a:solidFill>
                  <a:schemeClr val="bg1"/>
                </a:solidFill>
              </a:rPr>
              <a:t> </a:t>
            </a:r>
            <a:r>
              <a:rPr lang="ru-RU" sz="2000" dirty="0">
                <a:solidFill>
                  <a:schemeClr val="bg1"/>
                </a:solidFill>
              </a:rPr>
              <a:t>b = </a:t>
            </a:r>
            <a:r>
              <a:rPr lang="ru-RU" sz="2000" dirty="0" err="1">
                <a:solidFill>
                  <a:schemeClr val="bg1"/>
                </a:solidFill>
              </a:rPr>
              <a:t>Object.create</a:t>
            </a:r>
            <a:r>
              <a:rPr lang="ru-RU" sz="2000" dirty="0">
                <a:solidFill>
                  <a:schemeClr val="bg1"/>
                </a:solidFill>
              </a:rPr>
              <a:t>(a); </a:t>
            </a:r>
            <a:endParaRPr lang="en-US" sz="2000" dirty="0" smtClean="0">
              <a:solidFill>
                <a:schemeClr val="bg1"/>
              </a:solidFill>
            </a:endParaRPr>
          </a:p>
          <a:p>
            <a:pPr lvl="0"/>
            <a:r>
              <a:rPr lang="ru-RU" sz="2000" dirty="0" smtClean="0">
                <a:solidFill>
                  <a:schemeClr val="bg1"/>
                </a:solidFill>
              </a:rPr>
              <a:t>// </a:t>
            </a:r>
            <a:r>
              <a:rPr lang="ru-RU" sz="2000" dirty="0">
                <a:solidFill>
                  <a:schemeClr val="bg1"/>
                </a:solidFill>
              </a:rPr>
              <a:t>b ---&gt; a ---&gt; </a:t>
            </a:r>
            <a:r>
              <a:rPr lang="ru-RU" sz="2000" dirty="0" err="1">
                <a:solidFill>
                  <a:schemeClr val="bg1"/>
                </a:solidFill>
              </a:rPr>
              <a:t>Object.prototype</a:t>
            </a:r>
            <a:r>
              <a:rPr lang="ru-RU" sz="2000" dirty="0">
                <a:solidFill>
                  <a:schemeClr val="bg1"/>
                </a:solidFill>
              </a:rPr>
              <a:t> ---&gt; </a:t>
            </a:r>
            <a:r>
              <a:rPr lang="ru-RU" sz="2000" dirty="0" err="1">
                <a:solidFill>
                  <a:schemeClr val="bg1"/>
                </a:solidFill>
              </a:rPr>
              <a:t>null</a:t>
            </a:r>
            <a:r>
              <a:rPr lang="ru-RU" sz="2000" dirty="0">
                <a:solidFill>
                  <a:schemeClr val="bg1"/>
                </a:solidFill>
              </a:rPr>
              <a:t> </a:t>
            </a:r>
            <a:endParaRPr lang="en-US" sz="2000" dirty="0" smtClean="0">
              <a:solidFill>
                <a:schemeClr val="bg1"/>
              </a:solidFill>
            </a:endParaRPr>
          </a:p>
          <a:p>
            <a:pPr lvl="0"/>
            <a:endParaRPr lang="en-US" sz="2000" dirty="0" smtClean="0">
              <a:solidFill>
                <a:schemeClr val="bg1"/>
              </a:solidFill>
            </a:endParaRPr>
          </a:p>
          <a:p>
            <a:pPr lvl="0"/>
            <a:r>
              <a:rPr lang="en-US" sz="2000" dirty="0" err="1" smtClean="0">
                <a:solidFill>
                  <a:schemeClr val="bg1"/>
                </a:solidFill>
              </a:rPr>
              <a:t>const</a:t>
            </a:r>
            <a:r>
              <a:rPr lang="ru-RU" sz="2000" dirty="0" smtClean="0">
                <a:solidFill>
                  <a:schemeClr val="bg1"/>
                </a:solidFill>
              </a:rPr>
              <a:t> </a:t>
            </a:r>
            <a:r>
              <a:rPr lang="ru-RU" sz="2000" dirty="0">
                <a:solidFill>
                  <a:schemeClr val="bg1"/>
                </a:solidFill>
              </a:rPr>
              <a:t>c = </a:t>
            </a:r>
            <a:r>
              <a:rPr lang="ru-RU" sz="2000" dirty="0" err="1">
                <a:solidFill>
                  <a:schemeClr val="bg1"/>
                </a:solidFill>
              </a:rPr>
              <a:t>Object.create</a:t>
            </a:r>
            <a:r>
              <a:rPr lang="ru-RU" sz="2000" dirty="0">
                <a:solidFill>
                  <a:schemeClr val="bg1"/>
                </a:solidFill>
              </a:rPr>
              <a:t>(b); </a:t>
            </a:r>
            <a:endParaRPr lang="en-US" sz="2000" dirty="0" smtClean="0">
              <a:solidFill>
                <a:schemeClr val="bg1"/>
              </a:solidFill>
            </a:endParaRPr>
          </a:p>
          <a:p>
            <a:pPr lvl="0"/>
            <a:r>
              <a:rPr lang="ru-RU" sz="2000" dirty="0" smtClean="0">
                <a:solidFill>
                  <a:schemeClr val="bg1"/>
                </a:solidFill>
              </a:rPr>
              <a:t>// </a:t>
            </a:r>
            <a:r>
              <a:rPr lang="ru-RU" sz="2000" dirty="0">
                <a:solidFill>
                  <a:schemeClr val="bg1"/>
                </a:solidFill>
              </a:rPr>
              <a:t>c ---&gt; b ---&gt; a ---&gt; </a:t>
            </a:r>
            <a:r>
              <a:rPr lang="ru-RU" sz="2000" dirty="0" err="1">
                <a:solidFill>
                  <a:schemeClr val="bg1"/>
                </a:solidFill>
              </a:rPr>
              <a:t>Object.prototype</a:t>
            </a:r>
            <a:r>
              <a:rPr lang="ru-RU" sz="2000" dirty="0">
                <a:solidFill>
                  <a:schemeClr val="bg1"/>
                </a:solidFill>
              </a:rPr>
              <a:t> ---&gt; </a:t>
            </a:r>
            <a:r>
              <a:rPr lang="ru-RU" sz="2000" dirty="0" err="1" smtClean="0">
                <a:solidFill>
                  <a:schemeClr val="bg1"/>
                </a:solidFill>
              </a:rPr>
              <a:t>null</a:t>
            </a:r>
            <a:endParaRPr lang="en-US" sz="2000" dirty="0" smtClean="0">
              <a:solidFill>
                <a:schemeClr val="bg1"/>
              </a:solidFill>
            </a:endParaRPr>
          </a:p>
          <a:p>
            <a:pPr lvl="0"/>
            <a:r>
              <a:rPr lang="ru-RU" sz="2000" dirty="0" smtClean="0">
                <a:solidFill>
                  <a:schemeClr val="bg1"/>
                </a:solidFill>
              </a:rPr>
              <a:t> </a:t>
            </a:r>
            <a:endParaRPr lang="en-US" sz="2000" dirty="0" smtClean="0">
              <a:solidFill>
                <a:schemeClr val="bg1"/>
              </a:solidFill>
            </a:endParaRPr>
          </a:p>
          <a:p>
            <a:pPr lvl="0"/>
            <a:r>
              <a:rPr lang="en-US" sz="2000" dirty="0" err="1" smtClean="0">
                <a:solidFill>
                  <a:schemeClr val="bg1"/>
                </a:solidFill>
              </a:rPr>
              <a:t>const</a:t>
            </a:r>
            <a:r>
              <a:rPr lang="ru-RU" sz="2000" dirty="0" smtClean="0">
                <a:solidFill>
                  <a:schemeClr val="bg1"/>
                </a:solidFill>
              </a:rPr>
              <a:t> </a:t>
            </a:r>
            <a:r>
              <a:rPr lang="ru-RU" sz="2000" dirty="0">
                <a:solidFill>
                  <a:schemeClr val="bg1"/>
                </a:solidFill>
              </a:rPr>
              <a:t>d = </a:t>
            </a:r>
            <a:r>
              <a:rPr lang="ru-RU" sz="2000" dirty="0" err="1">
                <a:solidFill>
                  <a:schemeClr val="bg1"/>
                </a:solidFill>
              </a:rPr>
              <a:t>Object.create</a:t>
            </a:r>
            <a:r>
              <a:rPr lang="ru-RU" sz="2000" dirty="0">
                <a:solidFill>
                  <a:schemeClr val="bg1"/>
                </a:solidFill>
              </a:rPr>
              <a:t>(</a:t>
            </a:r>
            <a:r>
              <a:rPr lang="ru-RU" sz="2000" dirty="0" err="1">
                <a:solidFill>
                  <a:schemeClr val="bg1"/>
                </a:solidFill>
              </a:rPr>
              <a:t>null</a:t>
            </a:r>
            <a:r>
              <a:rPr lang="ru-RU" sz="2000" dirty="0">
                <a:solidFill>
                  <a:schemeClr val="bg1"/>
                </a:solidFill>
              </a:rPr>
              <a:t>); </a:t>
            </a:r>
            <a:endParaRPr lang="en-US" sz="2000" dirty="0" smtClean="0">
              <a:solidFill>
                <a:schemeClr val="bg1"/>
              </a:solidFill>
            </a:endParaRPr>
          </a:p>
          <a:p>
            <a:pPr lvl="0"/>
            <a:r>
              <a:rPr lang="ru-RU" sz="2000" dirty="0" smtClean="0">
                <a:solidFill>
                  <a:schemeClr val="bg1"/>
                </a:solidFill>
              </a:rPr>
              <a:t>// </a:t>
            </a:r>
            <a:r>
              <a:rPr lang="ru-RU" sz="2000" dirty="0">
                <a:solidFill>
                  <a:schemeClr val="bg1"/>
                </a:solidFill>
              </a:rPr>
              <a:t>d ---&gt; </a:t>
            </a:r>
            <a:r>
              <a:rPr lang="ru-RU" sz="2000" dirty="0" err="1">
                <a:solidFill>
                  <a:schemeClr val="bg1"/>
                </a:solidFill>
              </a:rPr>
              <a:t>null</a:t>
            </a:r>
            <a:r>
              <a:rPr lang="ru-RU" sz="2000" dirty="0">
                <a:solidFill>
                  <a:schemeClr val="bg1"/>
                </a:solidFill>
              </a:rPr>
              <a:t> </a:t>
            </a:r>
          </a:p>
        </p:txBody>
      </p:sp>
      <p:sp>
        <p:nvSpPr>
          <p:cNvPr id="11" name="Прямоугольник 10"/>
          <p:cNvSpPr/>
          <p:nvPr/>
        </p:nvSpPr>
        <p:spPr>
          <a:xfrm>
            <a:off x="6809014" y="2035630"/>
            <a:ext cx="3328155" cy="400110"/>
          </a:xfrm>
          <a:prstGeom prst="rect">
            <a:avLst/>
          </a:prstGeom>
        </p:spPr>
        <p:txBody>
          <a:bodyPr wrap="none">
            <a:spAutoFit/>
          </a:bodyPr>
          <a:lstStyle/>
          <a:p>
            <a:pPr lvl="0"/>
            <a:r>
              <a:rPr lang="en-US" sz="2000" dirty="0">
                <a:solidFill>
                  <a:schemeClr val="bg1"/>
                </a:solidFill>
                <a:latin typeface="+mn-lt"/>
              </a:rPr>
              <a:t>4</a:t>
            </a:r>
            <a:r>
              <a:rPr lang="en-US" sz="2000" dirty="0" smtClean="0">
                <a:solidFill>
                  <a:schemeClr val="bg1"/>
                </a:solidFill>
                <a:latin typeface="+mn-lt"/>
              </a:rPr>
              <a:t>) </a:t>
            </a:r>
            <a:r>
              <a:rPr lang="ru-RU" sz="2000" dirty="0" err="1">
                <a:solidFill>
                  <a:schemeClr val="bg1"/>
                </a:solidFill>
                <a:latin typeface="+mn-lt"/>
              </a:rPr>
              <a:t>With</a:t>
            </a:r>
            <a:r>
              <a:rPr lang="ru-RU" sz="2000" dirty="0">
                <a:solidFill>
                  <a:schemeClr val="bg1"/>
                </a:solidFill>
                <a:latin typeface="+mn-lt"/>
              </a:rPr>
              <a:t> </a:t>
            </a:r>
            <a:r>
              <a:rPr lang="ru-RU" sz="2000" dirty="0" err="1">
                <a:solidFill>
                  <a:schemeClr val="bg1"/>
                </a:solidFill>
                <a:latin typeface="+mn-lt"/>
              </a:rPr>
              <a:t>the</a:t>
            </a:r>
            <a:r>
              <a:rPr lang="ru-RU" sz="2000" dirty="0">
                <a:solidFill>
                  <a:schemeClr val="bg1"/>
                </a:solidFill>
                <a:latin typeface="+mn-lt"/>
              </a:rPr>
              <a:t> </a:t>
            </a:r>
            <a:r>
              <a:rPr lang="ru-RU" sz="2000" b="1" dirty="0" err="1">
                <a:solidFill>
                  <a:schemeClr val="bg1"/>
                </a:solidFill>
                <a:latin typeface="+mn-lt"/>
              </a:rPr>
              <a:t>class</a:t>
            </a:r>
            <a:r>
              <a:rPr lang="ru-RU" sz="2000" dirty="0">
                <a:solidFill>
                  <a:schemeClr val="bg1"/>
                </a:solidFill>
                <a:latin typeface="+mn-lt"/>
              </a:rPr>
              <a:t> </a:t>
            </a:r>
            <a:r>
              <a:rPr lang="ru-RU" sz="2000" dirty="0" err="1">
                <a:solidFill>
                  <a:schemeClr val="bg1"/>
                </a:solidFill>
                <a:latin typeface="+mn-lt"/>
              </a:rPr>
              <a:t>keyword</a:t>
            </a:r>
            <a:r>
              <a:rPr lang="ru-RU" sz="2000" dirty="0">
                <a:solidFill>
                  <a:schemeClr val="bg1"/>
                </a:solidFill>
                <a:latin typeface="+mn-lt"/>
              </a:rPr>
              <a:t> </a:t>
            </a:r>
          </a:p>
        </p:txBody>
      </p:sp>
      <p:sp>
        <p:nvSpPr>
          <p:cNvPr id="12" name="Скругленный прямоугольник 11"/>
          <p:cNvSpPr/>
          <p:nvPr/>
        </p:nvSpPr>
        <p:spPr>
          <a:xfrm>
            <a:off x="6214166" y="2467428"/>
            <a:ext cx="5789386" cy="42013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r>
              <a:rPr lang="ru-RU" sz="2000" dirty="0" err="1">
                <a:solidFill>
                  <a:schemeClr val="bg1"/>
                </a:solidFill>
              </a:rPr>
              <a:t>class</a:t>
            </a:r>
            <a:r>
              <a:rPr lang="ru-RU" sz="2000" dirty="0">
                <a:solidFill>
                  <a:schemeClr val="bg1"/>
                </a:solidFill>
              </a:rPr>
              <a:t> </a:t>
            </a:r>
            <a:r>
              <a:rPr lang="ru-RU" sz="2000" dirty="0" err="1">
                <a:solidFill>
                  <a:schemeClr val="bg1"/>
                </a:solidFill>
              </a:rPr>
              <a:t>Polygon</a:t>
            </a:r>
            <a:r>
              <a:rPr lang="ru-RU" sz="2000" dirty="0">
                <a:solidFill>
                  <a:schemeClr val="bg1"/>
                </a:solidFill>
              </a:rPr>
              <a:t> { </a:t>
            </a:r>
            <a:endParaRPr lang="en-US" sz="2000" dirty="0" smtClean="0">
              <a:solidFill>
                <a:schemeClr val="bg1"/>
              </a:solidFill>
            </a:endParaRPr>
          </a:p>
          <a:p>
            <a:pPr lvl="0"/>
            <a:r>
              <a:rPr lang="en-US" sz="2000" dirty="0">
                <a:solidFill>
                  <a:schemeClr val="bg1"/>
                </a:solidFill>
              </a:rPr>
              <a:t> </a:t>
            </a:r>
            <a:r>
              <a:rPr lang="en-US" sz="2000" dirty="0" smtClean="0">
                <a:solidFill>
                  <a:schemeClr val="bg1"/>
                </a:solidFill>
              </a:rPr>
              <a:t> </a:t>
            </a:r>
            <a:r>
              <a:rPr lang="ru-RU" sz="2000" dirty="0" err="1" smtClean="0">
                <a:solidFill>
                  <a:schemeClr val="bg1"/>
                </a:solidFill>
              </a:rPr>
              <a:t>constructor</a:t>
            </a:r>
            <a:r>
              <a:rPr lang="ru-RU" sz="2000" dirty="0" smtClean="0">
                <a:solidFill>
                  <a:schemeClr val="bg1"/>
                </a:solidFill>
              </a:rPr>
              <a:t>(</a:t>
            </a:r>
            <a:r>
              <a:rPr lang="ru-RU" sz="2000" dirty="0" err="1" smtClean="0">
                <a:solidFill>
                  <a:schemeClr val="bg1"/>
                </a:solidFill>
              </a:rPr>
              <a:t>height</a:t>
            </a:r>
            <a:r>
              <a:rPr lang="ru-RU" sz="2000" dirty="0">
                <a:solidFill>
                  <a:schemeClr val="bg1"/>
                </a:solidFill>
              </a:rPr>
              <a:t>, </a:t>
            </a:r>
            <a:r>
              <a:rPr lang="ru-RU" sz="2000" dirty="0" err="1">
                <a:solidFill>
                  <a:schemeClr val="bg1"/>
                </a:solidFill>
              </a:rPr>
              <a:t>width</a:t>
            </a:r>
            <a:r>
              <a:rPr lang="ru-RU" sz="2000" dirty="0">
                <a:solidFill>
                  <a:schemeClr val="bg1"/>
                </a:solidFill>
              </a:rPr>
              <a:t>) { </a:t>
            </a:r>
            <a:endParaRPr lang="en-US" sz="2000" dirty="0" smtClean="0">
              <a:solidFill>
                <a:schemeClr val="bg1"/>
              </a:solidFill>
            </a:endParaRPr>
          </a:p>
          <a:p>
            <a:pPr lvl="0"/>
            <a:r>
              <a:rPr lang="en-US" sz="2000" dirty="0" smtClean="0">
                <a:solidFill>
                  <a:schemeClr val="bg1"/>
                </a:solidFill>
              </a:rPr>
              <a:t>    </a:t>
            </a:r>
            <a:r>
              <a:rPr lang="ru-RU" sz="2000" dirty="0" err="1" smtClean="0">
                <a:solidFill>
                  <a:schemeClr val="bg1"/>
                </a:solidFill>
              </a:rPr>
              <a:t>this.height</a:t>
            </a:r>
            <a:r>
              <a:rPr lang="ru-RU" sz="2000" dirty="0" smtClean="0">
                <a:solidFill>
                  <a:schemeClr val="bg1"/>
                </a:solidFill>
              </a:rPr>
              <a:t> </a:t>
            </a:r>
            <a:r>
              <a:rPr lang="ru-RU" sz="2000" dirty="0">
                <a:solidFill>
                  <a:schemeClr val="bg1"/>
                </a:solidFill>
              </a:rPr>
              <a:t>= </a:t>
            </a:r>
            <a:r>
              <a:rPr lang="ru-RU" sz="2000" dirty="0" err="1">
                <a:solidFill>
                  <a:schemeClr val="bg1"/>
                </a:solidFill>
              </a:rPr>
              <a:t>height</a:t>
            </a:r>
            <a:r>
              <a:rPr lang="ru-RU" sz="2000" dirty="0">
                <a:solidFill>
                  <a:schemeClr val="bg1"/>
                </a:solidFill>
              </a:rPr>
              <a:t>; </a:t>
            </a:r>
            <a:endParaRPr lang="en-US" sz="2000" dirty="0" smtClean="0">
              <a:solidFill>
                <a:schemeClr val="bg1"/>
              </a:solidFill>
            </a:endParaRPr>
          </a:p>
          <a:p>
            <a:pPr lvl="0"/>
            <a:r>
              <a:rPr lang="en-US" sz="2000" dirty="0" smtClean="0">
                <a:solidFill>
                  <a:schemeClr val="bg1"/>
                </a:solidFill>
              </a:rPr>
              <a:t>    </a:t>
            </a:r>
            <a:r>
              <a:rPr lang="ru-RU" sz="2000" dirty="0" err="1" smtClean="0">
                <a:solidFill>
                  <a:schemeClr val="bg1"/>
                </a:solidFill>
              </a:rPr>
              <a:t>this.width</a:t>
            </a:r>
            <a:r>
              <a:rPr lang="ru-RU" sz="2000" dirty="0" smtClean="0">
                <a:solidFill>
                  <a:schemeClr val="bg1"/>
                </a:solidFill>
              </a:rPr>
              <a:t> </a:t>
            </a:r>
            <a:r>
              <a:rPr lang="ru-RU" sz="2000" dirty="0">
                <a:solidFill>
                  <a:schemeClr val="bg1"/>
                </a:solidFill>
              </a:rPr>
              <a:t>= </a:t>
            </a:r>
            <a:r>
              <a:rPr lang="ru-RU" sz="2000" dirty="0" err="1">
                <a:solidFill>
                  <a:schemeClr val="bg1"/>
                </a:solidFill>
              </a:rPr>
              <a:t>width</a:t>
            </a:r>
            <a:r>
              <a:rPr lang="ru-RU" sz="2000" dirty="0">
                <a:solidFill>
                  <a:schemeClr val="bg1"/>
                </a:solidFill>
              </a:rPr>
              <a:t>; </a:t>
            </a:r>
            <a:endParaRPr lang="en-US" sz="2000" dirty="0" smtClean="0">
              <a:solidFill>
                <a:schemeClr val="bg1"/>
              </a:solidFill>
            </a:endParaRPr>
          </a:p>
          <a:p>
            <a:pPr lvl="0"/>
            <a:r>
              <a:rPr lang="en-US" sz="2000" dirty="0" smtClean="0">
                <a:solidFill>
                  <a:schemeClr val="bg1"/>
                </a:solidFill>
              </a:rPr>
              <a:t>  </a:t>
            </a:r>
            <a:r>
              <a:rPr lang="ru-RU" sz="2000" dirty="0" smtClean="0">
                <a:solidFill>
                  <a:schemeClr val="bg1"/>
                </a:solidFill>
              </a:rPr>
              <a:t>} </a:t>
            </a:r>
            <a:endParaRPr lang="en-US" sz="2000" dirty="0" smtClean="0">
              <a:solidFill>
                <a:schemeClr val="bg1"/>
              </a:solidFill>
            </a:endParaRPr>
          </a:p>
          <a:p>
            <a:pPr lvl="0"/>
            <a:r>
              <a:rPr lang="ru-RU" sz="2000" dirty="0" smtClean="0">
                <a:solidFill>
                  <a:schemeClr val="bg1"/>
                </a:solidFill>
              </a:rPr>
              <a:t>} </a:t>
            </a:r>
            <a:endParaRPr lang="en-US" sz="2000" dirty="0" smtClean="0">
              <a:solidFill>
                <a:schemeClr val="bg1"/>
              </a:solidFill>
            </a:endParaRPr>
          </a:p>
          <a:p>
            <a:pPr lvl="0"/>
            <a:r>
              <a:rPr lang="ru-RU" sz="2000" dirty="0" err="1" smtClean="0">
                <a:solidFill>
                  <a:schemeClr val="bg1"/>
                </a:solidFill>
              </a:rPr>
              <a:t>class</a:t>
            </a:r>
            <a:r>
              <a:rPr lang="ru-RU" sz="2000" dirty="0" smtClean="0">
                <a:solidFill>
                  <a:schemeClr val="bg1"/>
                </a:solidFill>
              </a:rPr>
              <a:t> </a:t>
            </a:r>
            <a:r>
              <a:rPr lang="ru-RU" sz="2000" dirty="0" err="1">
                <a:solidFill>
                  <a:schemeClr val="bg1"/>
                </a:solidFill>
              </a:rPr>
              <a:t>Square</a:t>
            </a:r>
            <a:r>
              <a:rPr lang="ru-RU" sz="2000" dirty="0">
                <a:solidFill>
                  <a:schemeClr val="bg1"/>
                </a:solidFill>
              </a:rPr>
              <a:t> </a:t>
            </a:r>
            <a:r>
              <a:rPr lang="ru-RU" sz="2000" dirty="0" err="1">
                <a:solidFill>
                  <a:schemeClr val="bg1"/>
                </a:solidFill>
              </a:rPr>
              <a:t>extends</a:t>
            </a:r>
            <a:r>
              <a:rPr lang="ru-RU" sz="2000" dirty="0">
                <a:solidFill>
                  <a:schemeClr val="bg1"/>
                </a:solidFill>
              </a:rPr>
              <a:t> </a:t>
            </a:r>
            <a:r>
              <a:rPr lang="ru-RU" sz="2000" dirty="0" err="1">
                <a:solidFill>
                  <a:schemeClr val="bg1"/>
                </a:solidFill>
              </a:rPr>
              <a:t>Polygon</a:t>
            </a:r>
            <a:r>
              <a:rPr lang="ru-RU" sz="2000" dirty="0">
                <a:solidFill>
                  <a:schemeClr val="bg1"/>
                </a:solidFill>
              </a:rPr>
              <a:t> </a:t>
            </a:r>
            <a:r>
              <a:rPr lang="ru-RU" sz="2000" dirty="0" smtClean="0">
                <a:solidFill>
                  <a:schemeClr val="bg1"/>
                </a:solidFill>
              </a:rPr>
              <a:t>{</a:t>
            </a:r>
            <a:endParaRPr lang="en-US" sz="2000" dirty="0" smtClean="0">
              <a:solidFill>
                <a:schemeClr val="bg1"/>
              </a:solidFill>
            </a:endParaRPr>
          </a:p>
          <a:p>
            <a:pPr lvl="0"/>
            <a:r>
              <a:rPr lang="ru-RU" sz="2000" dirty="0" smtClean="0">
                <a:solidFill>
                  <a:schemeClr val="bg1"/>
                </a:solidFill>
              </a:rPr>
              <a:t> </a:t>
            </a:r>
            <a:r>
              <a:rPr lang="en-US" sz="2000" dirty="0" smtClean="0">
                <a:solidFill>
                  <a:schemeClr val="bg1"/>
                </a:solidFill>
              </a:rPr>
              <a:t>  </a:t>
            </a:r>
            <a:r>
              <a:rPr lang="ru-RU" sz="2000" dirty="0" err="1" smtClean="0">
                <a:solidFill>
                  <a:schemeClr val="bg1"/>
                </a:solidFill>
              </a:rPr>
              <a:t>constructor</a:t>
            </a:r>
            <a:r>
              <a:rPr lang="ru-RU" sz="2000" dirty="0" smtClean="0">
                <a:solidFill>
                  <a:schemeClr val="bg1"/>
                </a:solidFill>
              </a:rPr>
              <a:t>(</a:t>
            </a:r>
            <a:r>
              <a:rPr lang="ru-RU" sz="2000" dirty="0" err="1">
                <a:solidFill>
                  <a:schemeClr val="bg1"/>
                </a:solidFill>
              </a:rPr>
              <a:t>height</a:t>
            </a:r>
            <a:r>
              <a:rPr lang="ru-RU" sz="2000" dirty="0">
                <a:solidFill>
                  <a:schemeClr val="bg1"/>
                </a:solidFill>
              </a:rPr>
              <a:t>, </a:t>
            </a:r>
            <a:r>
              <a:rPr lang="ru-RU" sz="2000" dirty="0" err="1">
                <a:solidFill>
                  <a:schemeClr val="bg1"/>
                </a:solidFill>
              </a:rPr>
              <a:t>width</a:t>
            </a:r>
            <a:r>
              <a:rPr lang="ru-RU" sz="2000" dirty="0" smtClean="0">
                <a:solidFill>
                  <a:schemeClr val="bg1"/>
                </a:solidFill>
              </a:rPr>
              <a:t>) </a:t>
            </a:r>
            <a:r>
              <a:rPr lang="ru-RU" sz="2000" dirty="0">
                <a:solidFill>
                  <a:schemeClr val="bg1"/>
                </a:solidFill>
              </a:rPr>
              <a:t>{ </a:t>
            </a:r>
            <a:endParaRPr lang="en-US" sz="2000" dirty="0" smtClean="0">
              <a:solidFill>
                <a:schemeClr val="bg1"/>
              </a:solidFill>
            </a:endParaRPr>
          </a:p>
          <a:p>
            <a:pPr lvl="0"/>
            <a:r>
              <a:rPr lang="en-US" sz="2000" dirty="0">
                <a:solidFill>
                  <a:schemeClr val="bg1"/>
                </a:solidFill>
              </a:rPr>
              <a:t> </a:t>
            </a:r>
            <a:r>
              <a:rPr lang="en-US" sz="2000" dirty="0" smtClean="0">
                <a:solidFill>
                  <a:schemeClr val="bg1"/>
                </a:solidFill>
              </a:rPr>
              <a:t>    </a:t>
            </a:r>
            <a:r>
              <a:rPr lang="ru-RU" sz="2000" dirty="0" err="1" smtClean="0">
                <a:solidFill>
                  <a:schemeClr val="bg1"/>
                </a:solidFill>
              </a:rPr>
              <a:t>super</a:t>
            </a:r>
            <a:r>
              <a:rPr lang="en-US" sz="2000" dirty="0" smtClean="0">
                <a:solidFill>
                  <a:schemeClr val="bg1"/>
                </a:solidFill>
              </a:rPr>
              <a:t>(</a:t>
            </a:r>
            <a:r>
              <a:rPr lang="ru-RU" sz="2000" dirty="0" err="1">
                <a:solidFill>
                  <a:schemeClr val="bg1"/>
                </a:solidFill>
              </a:rPr>
              <a:t>height</a:t>
            </a:r>
            <a:r>
              <a:rPr lang="ru-RU" sz="2000" dirty="0">
                <a:solidFill>
                  <a:schemeClr val="bg1"/>
                </a:solidFill>
              </a:rPr>
              <a:t>, </a:t>
            </a:r>
            <a:r>
              <a:rPr lang="ru-RU" sz="2000" dirty="0" err="1">
                <a:solidFill>
                  <a:schemeClr val="bg1"/>
                </a:solidFill>
              </a:rPr>
              <a:t>width</a:t>
            </a:r>
            <a:r>
              <a:rPr lang="ru-RU" sz="2000" dirty="0" smtClean="0">
                <a:solidFill>
                  <a:schemeClr val="bg1"/>
                </a:solidFill>
              </a:rPr>
              <a:t>); </a:t>
            </a:r>
            <a:endParaRPr lang="en-US" sz="2000" dirty="0" smtClean="0">
              <a:solidFill>
                <a:schemeClr val="bg1"/>
              </a:solidFill>
            </a:endParaRPr>
          </a:p>
          <a:p>
            <a:pPr lvl="0"/>
            <a:r>
              <a:rPr lang="en-US" sz="2000" dirty="0" smtClean="0">
                <a:solidFill>
                  <a:schemeClr val="bg1"/>
                </a:solidFill>
              </a:rPr>
              <a:t>   </a:t>
            </a:r>
            <a:r>
              <a:rPr lang="ru-RU" sz="2000" dirty="0" smtClean="0">
                <a:solidFill>
                  <a:schemeClr val="bg1"/>
                </a:solidFill>
              </a:rPr>
              <a:t>} </a:t>
            </a:r>
            <a:endParaRPr lang="en-US" sz="2000" dirty="0" smtClean="0">
              <a:solidFill>
                <a:schemeClr val="bg1"/>
              </a:solidFill>
            </a:endParaRPr>
          </a:p>
          <a:p>
            <a:pPr lvl="0"/>
            <a:r>
              <a:rPr lang="ru-RU" sz="2000" dirty="0" smtClean="0">
                <a:solidFill>
                  <a:schemeClr val="bg1"/>
                </a:solidFill>
              </a:rPr>
              <a:t>} </a:t>
            </a:r>
            <a:endParaRPr lang="en-US" sz="2000" dirty="0" smtClean="0">
              <a:solidFill>
                <a:schemeClr val="bg1"/>
              </a:solidFill>
            </a:endParaRPr>
          </a:p>
          <a:p>
            <a:pPr lvl="0"/>
            <a:r>
              <a:rPr lang="en-US" sz="2000" dirty="0" err="1" smtClean="0">
                <a:solidFill>
                  <a:schemeClr val="bg1"/>
                </a:solidFill>
              </a:rPr>
              <a:t>const</a:t>
            </a:r>
            <a:r>
              <a:rPr lang="ru-RU" sz="2000" dirty="0" smtClean="0">
                <a:solidFill>
                  <a:schemeClr val="bg1"/>
                </a:solidFill>
              </a:rPr>
              <a:t> </a:t>
            </a:r>
            <a:r>
              <a:rPr lang="ru-RU" sz="2000" dirty="0" err="1">
                <a:solidFill>
                  <a:schemeClr val="bg1"/>
                </a:solidFill>
              </a:rPr>
              <a:t>square</a:t>
            </a:r>
            <a:r>
              <a:rPr lang="ru-RU" sz="2000" dirty="0">
                <a:solidFill>
                  <a:schemeClr val="bg1"/>
                </a:solidFill>
              </a:rPr>
              <a:t> = </a:t>
            </a:r>
            <a:r>
              <a:rPr lang="ru-RU" sz="2000" dirty="0" err="1">
                <a:solidFill>
                  <a:schemeClr val="bg1"/>
                </a:solidFill>
              </a:rPr>
              <a:t>new</a:t>
            </a:r>
            <a:r>
              <a:rPr lang="ru-RU" sz="2000" dirty="0">
                <a:solidFill>
                  <a:schemeClr val="bg1"/>
                </a:solidFill>
              </a:rPr>
              <a:t> </a:t>
            </a:r>
            <a:r>
              <a:rPr lang="ru-RU" sz="2000" dirty="0" err="1" smtClean="0">
                <a:solidFill>
                  <a:schemeClr val="bg1"/>
                </a:solidFill>
              </a:rPr>
              <a:t>Square</a:t>
            </a:r>
            <a:r>
              <a:rPr lang="ru-RU" sz="2000" dirty="0" smtClean="0">
                <a:solidFill>
                  <a:schemeClr val="bg1"/>
                </a:solidFill>
              </a:rPr>
              <a:t>(2</a:t>
            </a:r>
            <a:r>
              <a:rPr lang="en-US" sz="2000" dirty="0" smtClean="0">
                <a:solidFill>
                  <a:schemeClr val="bg1"/>
                </a:solidFill>
              </a:rPr>
              <a:t>, 4</a:t>
            </a:r>
            <a:r>
              <a:rPr lang="ru-RU" sz="2000" dirty="0" smtClean="0">
                <a:solidFill>
                  <a:schemeClr val="bg1"/>
                </a:solidFill>
              </a:rPr>
              <a:t>); </a:t>
            </a:r>
            <a:endParaRPr lang="ru-RU" sz="2000" dirty="0">
              <a:solidFill>
                <a:schemeClr val="bg1"/>
              </a:solidFill>
            </a:endParaRPr>
          </a:p>
        </p:txBody>
      </p:sp>
    </p:spTree>
    <p:extLst>
      <p:ext uri="{BB962C8B-B14F-4D97-AF65-F5344CB8AC3E}">
        <p14:creationId xmlns:p14="http://schemas.microsoft.com/office/powerpoint/2010/main" val="28858706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altLang="en-US" dirty="0"/>
              <a:t>Constructors</a:t>
            </a:r>
            <a:endParaRPr lang="ru-RU" dirty="0"/>
          </a:p>
        </p:txBody>
      </p:sp>
      <p:sp>
        <p:nvSpPr>
          <p:cNvPr id="3" name="Текст 2"/>
          <p:cNvSpPr>
            <a:spLocks noGrp="1"/>
          </p:cNvSpPr>
          <p:nvPr>
            <p:ph type="body" sz="quarter" idx="10"/>
          </p:nvPr>
        </p:nvSpPr>
        <p:spPr/>
        <p:txBody>
          <a:bodyPr/>
          <a:lstStyle/>
          <a:p>
            <a:pPr algn="just"/>
            <a:r>
              <a:rPr lang="en-US" altLang="en-US" sz="2400" dirty="0"/>
              <a:t>Sometimes we need to create more than one single object. It is not a good idea to use the literal way for this. It will be better create a </a:t>
            </a:r>
            <a:r>
              <a:rPr lang="en-US" altLang="en-US" sz="2400" i="1" dirty="0"/>
              <a:t>scenario</a:t>
            </a:r>
            <a:r>
              <a:rPr lang="en-US" altLang="en-US" sz="2400" dirty="0"/>
              <a:t> for objects reproducing.</a:t>
            </a:r>
          </a:p>
          <a:p>
            <a:endParaRPr lang="en-US" altLang="en-US" sz="2400" dirty="0"/>
          </a:p>
          <a:p>
            <a:pPr algn="just"/>
            <a:r>
              <a:rPr lang="en-US" altLang="en-US" sz="2400" b="1" dirty="0"/>
              <a:t>Constructor </a:t>
            </a:r>
            <a:r>
              <a:rPr lang="en-US" altLang="en-US" sz="2400" dirty="0"/>
              <a:t>is a function that implements this scenario in JavaScript.</a:t>
            </a:r>
          </a:p>
          <a:p>
            <a:pPr algn="just"/>
            <a:endParaRPr lang="en-US" altLang="en-US" sz="2400" dirty="0"/>
          </a:p>
          <a:p>
            <a:pPr algn="just"/>
            <a:r>
              <a:rPr lang="en-US" altLang="en-US" sz="2400" dirty="0"/>
              <a:t>Constructor consists of declaration attributes and methods that should be added into each new object with presented structure</a:t>
            </a:r>
            <a:r>
              <a:rPr lang="en-US" altLang="en-US" sz="2400" dirty="0" smtClean="0"/>
              <a:t>.</a:t>
            </a:r>
            <a:endParaRPr lang="en-US" altLang="en-US" sz="2400" dirty="0"/>
          </a:p>
        </p:txBody>
      </p:sp>
    </p:spTree>
    <p:extLst>
      <p:ext uri="{BB962C8B-B14F-4D97-AF65-F5344CB8AC3E}">
        <p14:creationId xmlns:p14="http://schemas.microsoft.com/office/powerpoint/2010/main" val="38455690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p:cNvSpPr>
            <a:spLocks noGrp="1"/>
          </p:cNvSpPr>
          <p:nvPr>
            <p:ph type="title" idx="4294967295"/>
          </p:nvPr>
        </p:nvSpPr>
        <p:spPr>
          <a:xfrm>
            <a:off x="0" y="685800"/>
            <a:ext cx="10820400" cy="685800"/>
          </a:xfrm>
          <a:prstGeom prst="rect">
            <a:avLst/>
          </a:prstGeom>
        </p:spPr>
        <p:txBody>
          <a:bodyPr/>
          <a:lstStyle/>
          <a:p>
            <a:pPr algn="ctr"/>
            <a:r>
              <a:rPr lang="en-US" altLang="en-US" dirty="0"/>
              <a:t>Constructors: example</a:t>
            </a:r>
            <a:endParaRPr lang="ru-RU" dirty="0"/>
          </a:p>
        </p:txBody>
      </p:sp>
      <p:sp>
        <p:nvSpPr>
          <p:cNvPr id="8" name="Скругленный прямоугольник 7"/>
          <p:cNvSpPr/>
          <p:nvPr/>
        </p:nvSpPr>
        <p:spPr>
          <a:xfrm>
            <a:off x="2510972" y="1672773"/>
            <a:ext cx="6865258" cy="27540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8800" lvl="4">
              <a:buFont typeface="Arial" panose="020B0604020202020204" pitchFamily="34" charset="0"/>
              <a:buNone/>
            </a:pPr>
            <a:r>
              <a:rPr lang="en-US" altLang="en-US" sz="2500" b="1" dirty="0">
                <a:solidFill>
                  <a:srgbClr val="FFFFFF"/>
                </a:solidFill>
              </a:rPr>
              <a:t>function </a:t>
            </a:r>
            <a:r>
              <a:rPr lang="en-US" altLang="en-US" sz="2500" dirty="0">
                <a:solidFill>
                  <a:srgbClr val="FFFFFF"/>
                </a:solidFill>
              </a:rPr>
              <a:t>Cat (name) </a:t>
            </a:r>
            <a:r>
              <a:rPr lang="en-US" altLang="en-US" sz="2500" b="1" dirty="0">
                <a:solidFill>
                  <a:srgbClr val="FFFFFF"/>
                </a:solidFill>
              </a:rPr>
              <a:t>{</a:t>
            </a:r>
          </a:p>
          <a:p>
            <a:pPr marL="748800" lvl="4">
              <a:buFont typeface="Arial" panose="020B0604020202020204" pitchFamily="34" charset="0"/>
              <a:buNone/>
            </a:pPr>
            <a:r>
              <a:rPr lang="en-US" altLang="en-US" sz="2500" dirty="0">
                <a:solidFill>
                  <a:srgbClr val="FFFFFF"/>
                </a:solidFill>
              </a:rPr>
              <a:t>    this.name </a:t>
            </a:r>
            <a:r>
              <a:rPr lang="en-US" altLang="en-US" sz="2500" b="1" dirty="0">
                <a:solidFill>
                  <a:srgbClr val="FFFFFF"/>
                </a:solidFill>
              </a:rPr>
              <a:t>=</a:t>
            </a:r>
            <a:r>
              <a:rPr lang="en-US" altLang="en-US" sz="2500" dirty="0">
                <a:solidFill>
                  <a:srgbClr val="FFFFFF"/>
                </a:solidFill>
              </a:rPr>
              <a:t> name;</a:t>
            </a:r>
          </a:p>
          <a:p>
            <a:pPr marL="748800" lvl="4">
              <a:buFont typeface="Arial" panose="020B0604020202020204" pitchFamily="34" charset="0"/>
              <a:buNone/>
            </a:pPr>
            <a:r>
              <a:rPr lang="en-US" altLang="en-US" sz="2500" dirty="0">
                <a:solidFill>
                  <a:srgbClr val="FFFFFF"/>
                </a:solidFill>
              </a:rPr>
              <a:t>    </a:t>
            </a:r>
            <a:r>
              <a:rPr lang="en-US" altLang="en-US" sz="2500" dirty="0" err="1">
                <a:solidFill>
                  <a:srgbClr val="FFFFFF"/>
                </a:solidFill>
              </a:rPr>
              <a:t>this.run</a:t>
            </a:r>
            <a:r>
              <a:rPr lang="en-US" altLang="en-US" sz="2500" dirty="0">
                <a:solidFill>
                  <a:srgbClr val="FFFFFF"/>
                </a:solidFill>
              </a:rPr>
              <a:t> </a:t>
            </a:r>
            <a:r>
              <a:rPr lang="en-US" altLang="en-US" sz="2500" b="1" dirty="0">
                <a:solidFill>
                  <a:srgbClr val="FFFFFF"/>
                </a:solidFill>
              </a:rPr>
              <a:t>=</a:t>
            </a:r>
            <a:r>
              <a:rPr lang="en-US" altLang="en-US" sz="2500" dirty="0">
                <a:solidFill>
                  <a:srgbClr val="FFFFFF"/>
                </a:solidFill>
              </a:rPr>
              <a:t> </a:t>
            </a:r>
            <a:r>
              <a:rPr lang="en-US" altLang="en-US" sz="2500" b="1" dirty="0">
                <a:solidFill>
                  <a:srgbClr val="FFFFFF"/>
                </a:solidFill>
              </a:rPr>
              <a:t>function</a:t>
            </a:r>
            <a:r>
              <a:rPr lang="en-US" altLang="en-US" sz="2500" dirty="0">
                <a:solidFill>
                  <a:srgbClr val="FFFFFF"/>
                </a:solidFill>
              </a:rPr>
              <a:t> () </a:t>
            </a:r>
            <a:r>
              <a:rPr lang="en-US" altLang="en-US" sz="2500" b="1" dirty="0">
                <a:solidFill>
                  <a:srgbClr val="FFFFFF"/>
                </a:solidFill>
              </a:rPr>
              <a:t>{</a:t>
            </a:r>
          </a:p>
          <a:p>
            <a:pPr marL="748800" lvl="4">
              <a:buFont typeface="Arial" panose="020B0604020202020204" pitchFamily="34" charset="0"/>
              <a:buNone/>
            </a:pPr>
            <a:r>
              <a:rPr lang="en-US" altLang="en-US" sz="2500" dirty="0">
                <a:solidFill>
                  <a:srgbClr val="FFFFFF"/>
                </a:solidFill>
              </a:rPr>
              <a:t>        console.log(this.name + </a:t>
            </a:r>
            <a:r>
              <a:rPr lang="uk-UA" altLang="en-US" sz="2500" dirty="0">
                <a:solidFill>
                  <a:srgbClr val="FFFFFF"/>
                </a:solidFill>
              </a:rPr>
              <a:t>"</a:t>
            </a:r>
            <a:r>
              <a:rPr lang="en-US" altLang="en-US" sz="2500" dirty="0">
                <a:solidFill>
                  <a:srgbClr val="FFFFFF"/>
                </a:solidFill>
              </a:rPr>
              <a:t> run!</a:t>
            </a:r>
            <a:r>
              <a:rPr lang="uk-UA" altLang="en-US" sz="2500" dirty="0">
                <a:solidFill>
                  <a:srgbClr val="FFFFFF"/>
                </a:solidFill>
              </a:rPr>
              <a:t>"</a:t>
            </a:r>
            <a:r>
              <a:rPr lang="en-US" altLang="en-US" sz="2500" dirty="0">
                <a:solidFill>
                  <a:srgbClr val="FFFFFF"/>
                </a:solidFill>
              </a:rPr>
              <a:t>);</a:t>
            </a:r>
          </a:p>
          <a:p>
            <a:pPr marL="748800" lvl="4">
              <a:lnSpc>
                <a:spcPct val="50000"/>
              </a:lnSpc>
              <a:buFont typeface="Arial" panose="020B0604020202020204" pitchFamily="34" charset="0"/>
              <a:buNone/>
            </a:pPr>
            <a:r>
              <a:rPr lang="en-US" altLang="en-US" sz="2500" dirty="0">
                <a:solidFill>
                  <a:srgbClr val="FFFFFF"/>
                </a:solidFill>
              </a:rPr>
              <a:t>    </a:t>
            </a:r>
            <a:r>
              <a:rPr lang="en-US" altLang="en-US" sz="2500" b="1" dirty="0">
                <a:solidFill>
                  <a:srgbClr val="FFFFFF"/>
                </a:solidFill>
              </a:rPr>
              <a:t>};</a:t>
            </a:r>
          </a:p>
          <a:p>
            <a:pPr marL="748800" lvl="4">
              <a:buFont typeface="Arial" panose="020B0604020202020204" pitchFamily="34" charset="0"/>
              <a:buNone/>
            </a:pPr>
            <a:r>
              <a:rPr lang="en-US" altLang="en-US" sz="2500" dirty="0">
                <a:solidFill>
                  <a:srgbClr val="FFFFFF"/>
                </a:solidFill>
              </a:rPr>
              <a:t>    </a:t>
            </a:r>
            <a:r>
              <a:rPr lang="en-US" altLang="en-US" sz="2500" b="1" dirty="0">
                <a:solidFill>
                  <a:srgbClr val="FFFFFF"/>
                </a:solidFill>
              </a:rPr>
              <a:t>return</a:t>
            </a:r>
            <a:r>
              <a:rPr lang="en-US" altLang="en-US" sz="2500" dirty="0">
                <a:solidFill>
                  <a:srgbClr val="FFFFFF"/>
                </a:solidFill>
              </a:rPr>
              <a:t> this;</a:t>
            </a:r>
          </a:p>
          <a:p>
            <a:pPr marL="748800" lvl="4">
              <a:lnSpc>
                <a:spcPct val="50000"/>
              </a:lnSpc>
              <a:buFont typeface="Arial" panose="020B0604020202020204" pitchFamily="34" charset="0"/>
              <a:buNone/>
            </a:pPr>
            <a:r>
              <a:rPr lang="en-US" altLang="en-US" sz="2500" b="1" dirty="0">
                <a:solidFill>
                  <a:srgbClr val="FFFFFF"/>
                </a:solidFill>
              </a:rPr>
              <a:t>}</a:t>
            </a:r>
            <a:r>
              <a:rPr lang="en-US" altLang="en-US" sz="2500" dirty="0">
                <a:solidFill>
                  <a:srgbClr val="FFFFFF"/>
                </a:solidFill>
              </a:rPr>
              <a:t>  </a:t>
            </a:r>
          </a:p>
        </p:txBody>
      </p:sp>
      <p:sp>
        <p:nvSpPr>
          <p:cNvPr id="10" name="Скругленный прямоугольник 9"/>
          <p:cNvSpPr/>
          <p:nvPr/>
        </p:nvSpPr>
        <p:spPr>
          <a:xfrm>
            <a:off x="2510972" y="4728031"/>
            <a:ext cx="6865258" cy="14695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8800" lvl="4">
              <a:buFont typeface="Arial" panose="020B0604020202020204" pitchFamily="34" charset="0"/>
              <a:buNone/>
            </a:pPr>
            <a:r>
              <a:rPr lang="en-US" altLang="en-US" sz="2400" b="1" dirty="0">
                <a:solidFill>
                  <a:srgbClr val="FFFFFF"/>
                </a:solidFill>
              </a:rPr>
              <a:t>const </a:t>
            </a:r>
            <a:r>
              <a:rPr lang="en-US" altLang="en-US" sz="2400" dirty="0" err="1">
                <a:solidFill>
                  <a:srgbClr val="FFFFFF"/>
                </a:solidFill>
              </a:rPr>
              <a:t>murzyk</a:t>
            </a:r>
            <a:r>
              <a:rPr lang="en-US" altLang="en-US" sz="2400" dirty="0">
                <a:solidFill>
                  <a:srgbClr val="FFFFFF"/>
                </a:solidFill>
              </a:rPr>
              <a:t> = </a:t>
            </a:r>
            <a:r>
              <a:rPr lang="en-US" altLang="en-US" sz="2400" b="1" dirty="0">
                <a:solidFill>
                  <a:srgbClr val="FFFFFF"/>
                </a:solidFill>
              </a:rPr>
              <a:t>new</a:t>
            </a:r>
            <a:r>
              <a:rPr lang="en-US" altLang="en-US" sz="2400" dirty="0">
                <a:solidFill>
                  <a:srgbClr val="FFFFFF"/>
                </a:solidFill>
              </a:rPr>
              <a:t> Cat(</a:t>
            </a:r>
            <a:r>
              <a:rPr lang="uk-UA" altLang="en-US" sz="2400" dirty="0">
                <a:solidFill>
                  <a:srgbClr val="FFFFFF"/>
                </a:solidFill>
              </a:rPr>
              <a:t>"</a:t>
            </a:r>
            <a:r>
              <a:rPr lang="en-US" altLang="en-US" sz="2400" dirty="0" err="1">
                <a:solidFill>
                  <a:srgbClr val="FFFFFF"/>
                </a:solidFill>
              </a:rPr>
              <a:t>Murzyk</a:t>
            </a:r>
            <a:r>
              <a:rPr lang="uk-UA" altLang="en-US" sz="2400" dirty="0">
                <a:solidFill>
                  <a:srgbClr val="FFFFFF"/>
                </a:solidFill>
              </a:rPr>
              <a:t>"</a:t>
            </a:r>
            <a:r>
              <a:rPr lang="en-US" altLang="en-US" sz="2400" dirty="0">
                <a:solidFill>
                  <a:srgbClr val="FFFFFF"/>
                </a:solidFill>
              </a:rPr>
              <a:t>);</a:t>
            </a:r>
          </a:p>
        </p:txBody>
      </p:sp>
    </p:spTree>
    <p:extLst>
      <p:ext uri="{BB962C8B-B14F-4D97-AF65-F5344CB8AC3E}">
        <p14:creationId xmlns:p14="http://schemas.microsoft.com/office/powerpoint/2010/main" val="18564926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T</a:t>
            </a:r>
            <a:r>
              <a:rPr lang="en-US" b="1" dirty="0" smtClean="0"/>
              <a:t>his </a:t>
            </a:r>
            <a:r>
              <a:rPr lang="en-US" b="1" dirty="0"/>
              <a:t>keyword</a:t>
            </a:r>
            <a:endParaRPr lang="ru-RU" b="1" dirty="0"/>
          </a:p>
        </p:txBody>
      </p:sp>
      <p:sp>
        <p:nvSpPr>
          <p:cNvPr id="3" name="Текст 2"/>
          <p:cNvSpPr>
            <a:spLocks noGrp="1"/>
          </p:cNvSpPr>
          <p:nvPr>
            <p:ph type="body" sz="quarter" idx="10"/>
          </p:nvPr>
        </p:nvSpPr>
        <p:spPr>
          <a:xfrm>
            <a:off x="6283778" y="2071217"/>
            <a:ext cx="5642428" cy="3871685"/>
          </a:xfrm>
        </p:spPr>
        <p:txBody>
          <a:bodyPr/>
          <a:lstStyle/>
          <a:p>
            <a:r>
              <a:rPr lang="en-US" dirty="0" smtClean="0">
                <a:solidFill>
                  <a:srgbClr val="000000"/>
                </a:solidFill>
                <a:latin typeface="Verdana" panose="020B0604030504040204" pitchFamily="34" charset="0"/>
              </a:rPr>
              <a:t>3) </a:t>
            </a:r>
            <a:r>
              <a:rPr lang="ru-RU" dirty="0" err="1" smtClean="0">
                <a:solidFill>
                  <a:srgbClr val="000000"/>
                </a:solidFill>
                <a:latin typeface="Verdana" panose="020B0604030504040204" pitchFamily="34" charset="0"/>
              </a:rPr>
              <a:t>In</a:t>
            </a:r>
            <a:r>
              <a:rPr lang="ru-RU" dirty="0" smtClean="0">
                <a:solidFill>
                  <a:srgbClr val="000000"/>
                </a:solidFill>
                <a:latin typeface="Verdana" panose="020B0604030504040204" pitchFamily="34" charset="0"/>
              </a:rPr>
              <a:t> </a:t>
            </a:r>
            <a:r>
              <a:rPr lang="ru-RU" dirty="0">
                <a:solidFill>
                  <a:srgbClr val="000000"/>
                </a:solidFill>
                <a:latin typeface="Verdana" panose="020B0604030504040204" pitchFamily="34" charset="0"/>
              </a:rPr>
              <a:t>a </a:t>
            </a:r>
            <a:r>
              <a:rPr lang="ru-RU" dirty="0" err="1">
                <a:solidFill>
                  <a:srgbClr val="000000"/>
                </a:solidFill>
                <a:latin typeface="Verdana" panose="020B0604030504040204" pitchFamily="34" charset="0"/>
              </a:rPr>
              <a:t>function</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in</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strict</a:t>
            </a:r>
            <a:r>
              <a:rPr lang="en-US"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mode</a:t>
            </a:r>
            <a:r>
              <a:rPr lang="ru-RU" dirty="0">
                <a:solidFill>
                  <a:srgbClr val="000000"/>
                </a:solidFill>
                <a:latin typeface="Verdana" panose="020B0604030504040204" pitchFamily="34" charset="0"/>
              </a:rPr>
              <a:t>, </a:t>
            </a:r>
            <a:r>
              <a:rPr lang="ru-RU" dirty="0" err="1">
                <a:solidFill>
                  <a:srgbClr val="DC143C"/>
                </a:solidFill>
                <a:latin typeface="Consolas" panose="020B0609020204030204" pitchFamily="49" charset="0"/>
              </a:rPr>
              <a:t>this</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is</a:t>
            </a:r>
            <a:r>
              <a:rPr lang="ru-RU" dirty="0">
                <a:solidFill>
                  <a:srgbClr val="000000"/>
                </a:solidFill>
                <a:latin typeface="Verdana" panose="020B0604030504040204" pitchFamily="34" charset="0"/>
              </a:rPr>
              <a:t> </a:t>
            </a:r>
            <a:r>
              <a:rPr lang="ru-RU" dirty="0" err="1">
                <a:solidFill>
                  <a:srgbClr val="DC143C"/>
                </a:solidFill>
                <a:latin typeface="Consolas" panose="020B0609020204030204" pitchFamily="49" charset="0"/>
              </a:rPr>
              <a:t>undefined</a:t>
            </a:r>
            <a:r>
              <a:rPr lang="ru-RU" dirty="0">
                <a:solidFill>
                  <a:srgbClr val="000000"/>
                </a:solidFill>
                <a:latin typeface="Verdana" panose="020B0604030504040204" pitchFamily="34" charset="0"/>
              </a:rPr>
              <a:t>.</a:t>
            </a:r>
            <a:endParaRPr lang="en-US" dirty="0">
              <a:solidFill>
                <a:srgbClr val="000000"/>
              </a:solidFill>
              <a:latin typeface="Verdana" panose="020B0604030504040204" pitchFamily="34" charset="0"/>
            </a:endParaRPr>
          </a:p>
          <a:p>
            <a:pPr marL="457200" lvl="0" indent="-457200">
              <a:buAutoNum type="arabicParenR"/>
            </a:pPr>
            <a:endParaRPr lang="en-US" dirty="0">
              <a:latin typeface="Verdana" panose="020B0604030504040204" pitchFamily="34" charset="0"/>
            </a:endParaRPr>
          </a:p>
          <a:p>
            <a:pPr marL="457200" lvl="0" indent="-457200">
              <a:buAutoNum type="arabicParenR"/>
            </a:pPr>
            <a:endParaRPr lang="en-US" dirty="0" smtClean="0">
              <a:latin typeface="Verdana" panose="020B0604030504040204" pitchFamily="34" charset="0"/>
            </a:endParaRPr>
          </a:p>
          <a:p>
            <a:pPr marL="457200" lvl="0" indent="-457200">
              <a:buAutoNum type="arabicParenR"/>
            </a:pPr>
            <a:endParaRPr lang="en-US" dirty="0" smtClean="0"/>
          </a:p>
          <a:p>
            <a:pPr marL="457200" lvl="0" indent="-457200">
              <a:buAutoNum type="arabicParenR"/>
            </a:pPr>
            <a:endParaRPr lang="en-US" dirty="0" smtClean="0"/>
          </a:p>
          <a:p>
            <a:pPr marL="457200" lvl="0" indent="-457200">
              <a:buAutoNum type="arabicParenR"/>
            </a:pPr>
            <a:endParaRPr lang="en-US" dirty="0" smtClean="0"/>
          </a:p>
          <a:p>
            <a:pPr marL="457200" lvl="0" indent="-457200">
              <a:buAutoNum type="arabicParenR"/>
            </a:pPr>
            <a:endParaRPr lang="en-US" dirty="0" smtClean="0"/>
          </a:p>
          <a:p>
            <a:pPr marL="457200" indent="-457200">
              <a:buFont typeface="+mj-lt"/>
              <a:buAutoNum type="arabicPeriod"/>
            </a:pPr>
            <a:endParaRPr lang="ru-RU" sz="3600" dirty="0">
              <a:solidFill>
                <a:schemeClr val="tx1"/>
              </a:solidFill>
              <a:latin typeface="Arial" panose="020B0604020202020204" pitchFamily="34" charset="0"/>
            </a:endParaRPr>
          </a:p>
          <a:p>
            <a:pPr lvl="0"/>
            <a:endParaRPr lang="ru-RU" dirty="0">
              <a:latin typeface="Arial" panose="020B0604020202020204" pitchFamily="34" charset="0"/>
            </a:endParaRPr>
          </a:p>
          <a:p>
            <a:endParaRPr lang="ru-RU" dirty="0"/>
          </a:p>
        </p:txBody>
      </p:sp>
      <p:sp>
        <p:nvSpPr>
          <p:cNvPr id="6" name="Скругленный прямоугольник 5"/>
          <p:cNvSpPr/>
          <p:nvPr/>
        </p:nvSpPr>
        <p:spPr>
          <a:xfrm>
            <a:off x="722332" y="2808007"/>
            <a:ext cx="5114472" cy="98152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r>
              <a:rPr lang="en-US" sz="2000" dirty="0" smtClean="0">
                <a:solidFill>
                  <a:schemeClr val="bg1"/>
                </a:solidFill>
              </a:rPr>
              <a:t>const </a:t>
            </a:r>
            <a:r>
              <a:rPr lang="en-US" sz="2000" dirty="0">
                <a:solidFill>
                  <a:schemeClr val="bg1"/>
                </a:solidFill>
              </a:rPr>
              <a:t>x = this</a:t>
            </a:r>
            <a:r>
              <a:rPr lang="en-US" sz="2000" dirty="0" smtClean="0">
                <a:solidFill>
                  <a:schemeClr val="bg1"/>
                </a:solidFill>
              </a:rPr>
              <a:t>;</a:t>
            </a:r>
          </a:p>
          <a:p>
            <a:pPr lvl="0"/>
            <a:r>
              <a:rPr lang="en-US" sz="2000" dirty="0" smtClean="0">
                <a:solidFill>
                  <a:schemeClr val="bg1"/>
                </a:solidFill>
              </a:rPr>
              <a:t>//</a:t>
            </a:r>
            <a:r>
              <a:rPr lang="en-US" sz="2000" dirty="0"/>
              <a:t>[object Window]</a:t>
            </a:r>
            <a:endParaRPr lang="ru-RU" sz="2000" dirty="0">
              <a:solidFill>
                <a:schemeClr val="bg1"/>
              </a:solidFill>
            </a:endParaRPr>
          </a:p>
        </p:txBody>
      </p:sp>
      <p:sp>
        <p:nvSpPr>
          <p:cNvPr id="4" name="TextBox 3"/>
          <p:cNvSpPr txBox="1"/>
          <p:nvPr/>
        </p:nvSpPr>
        <p:spPr>
          <a:xfrm>
            <a:off x="473530" y="2071217"/>
            <a:ext cx="4760686" cy="2862322"/>
          </a:xfrm>
          <a:prstGeom prst="rect">
            <a:avLst/>
          </a:prstGeom>
          <a:noFill/>
        </p:spPr>
        <p:txBody>
          <a:bodyPr wrap="square" rtlCol="0">
            <a:spAutoFit/>
          </a:bodyPr>
          <a:lstStyle/>
          <a:p>
            <a:pPr lvl="0"/>
            <a:r>
              <a:rPr lang="en-US" dirty="0">
                <a:solidFill>
                  <a:schemeClr val="bg1"/>
                </a:solidFill>
                <a:latin typeface="Verdana" panose="020B0604030504040204" pitchFamily="34" charset="0"/>
              </a:rPr>
              <a:t>1</a:t>
            </a:r>
            <a:r>
              <a:rPr lang="en-US" dirty="0" smtClean="0">
                <a:solidFill>
                  <a:schemeClr val="bg1"/>
                </a:solidFill>
                <a:latin typeface="Verdana" panose="020B0604030504040204" pitchFamily="34" charset="0"/>
              </a:rPr>
              <a:t>) </a:t>
            </a:r>
            <a:r>
              <a:rPr lang="ru-RU" dirty="0" err="1" smtClean="0">
                <a:solidFill>
                  <a:schemeClr val="bg1"/>
                </a:solidFill>
                <a:latin typeface="Verdana" panose="020B0604030504040204" pitchFamily="34" charset="0"/>
              </a:rPr>
              <a:t>Alone</a:t>
            </a:r>
            <a:r>
              <a:rPr lang="ru-RU" dirty="0">
                <a:solidFill>
                  <a:schemeClr val="bg1"/>
                </a:solidFill>
                <a:latin typeface="Verdana" panose="020B0604030504040204" pitchFamily="34" charset="0"/>
              </a:rPr>
              <a:t>, </a:t>
            </a:r>
            <a:r>
              <a:rPr lang="ru-RU" dirty="0" err="1">
                <a:solidFill>
                  <a:schemeClr val="bg1"/>
                </a:solidFill>
                <a:latin typeface="Consolas" panose="020B0609020204030204" pitchFamily="49" charset="0"/>
              </a:rPr>
              <a:t>this</a:t>
            </a:r>
            <a:r>
              <a:rPr lang="ru-RU" dirty="0">
                <a:solidFill>
                  <a:schemeClr val="bg1"/>
                </a:solidFill>
                <a:latin typeface="Verdana" panose="020B0604030504040204" pitchFamily="34" charset="0"/>
              </a:rPr>
              <a:t> </a:t>
            </a:r>
            <a:r>
              <a:rPr lang="ru-RU" dirty="0" err="1">
                <a:solidFill>
                  <a:schemeClr val="bg1"/>
                </a:solidFill>
                <a:latin typeface="Verdana" panose="020B0604030504040204" pitchFamily="34" charset="0"/>
              </a:rPr>
              <a:t>refers</a:t>
            </a:r>
            <a:r>
              <a:rPr lang="ru-RU" dirty="0">
                <a:solidFill>
                  <a:schemeClr val="bg1"/>
                </a:solidFill>
                <a:latin typeface="Verdana" panose="020B0604030504040204" pitchFamily="34" charset="0"/>
              </a:rPr>
              <a:t> </a:t>
            </a:r>
            <a:r>
              <a:rPr lang="ru-RU" dirty="0" err="1">
                <a:solidFill>
                  <a:schemeClr val="bg1"/>
                </a:solidFill>
                <a:latin typeface="Verdana" panose="020B0604030504040204" pitchFamily="34" charset="0"/>
              </a:rPr>
              <a:t>to</a:t>
            </a:r>
            <a:r>
              <a:rPr lang="ru-RU" dirty="0">
                <a:solidFill>
                  <a:schemeClr val="bg1"/>
                </a:solidFill>
                <a:latin typeface="Verdana" panose="020B0604030504040204" pitchFamily="34" charset="0"/>
              </a:rPr>
              <a:t> </a:t>
            </a:r>
            <a:r>
              <a:rPr lang="ru-RU" dirty="0" err="1">
                <a:solidFill>
                  <a:schemeClr val="bg1"/>
                </a:solidFill>
                <a:latin typeface="Verdana" panose="020B0604030504040204" pitchFamily="34" charset="0"/>
              </a:rPr>
              <a:t>the</a:t>
            </a:r>
            <a:r>
              <a:rPr lang="ru-RU" dirty="0">
                <a:solidFill>
                  <a:schemeClr val="bg1"/>
                </a:solidFill>
                <a:latin typeface="Verdana" panose="020B0604030504040204" pitchFamily="34" charset="0"/>
              </a:rPr>
              <a:t> </a:t>
            </a:r>
            <a:r>
              <a:rPr lang="ru-RU" b="1" dirty="0" err="1">
                <a:solidFill>
                  <a:schemeClr val="bg1"/>
                </a:solidFill>
                <a:latin typeface="Verdana" panose="020B0604030504040204" pitchFamily="34" charset="0"/>
              </a:rPr>
              <a:t>global</a:t>
            </a:r>
            <a:r>
              <a:rPr lang="ru-RU" b="1" dirty="0">
                <a:solidFill>
                  <a:schemeClr val="bg1"/>
                </a:solidFill>
                <a:latin typeface="Verdana" panose="020B0604030504040204" pitchFamily="34" charset="0"/>
              </a:rPr>
              <a:t> </a:t>
            </a:r>
            <a:r>
              <a:rPr lang="ru-RU" b="1" dirty="0" err="1">
                <a:solidFill>
                  <a:schemeClr val="bg1"/>
                </a:solidFill>
                <a:latin typeface="Verdana" panose="020B0604030504040204" pitchFamily="34" charset="0"/>
              </a:rPr>
              <a:t>object</a:t>
            </a:r>
            <a:r>
              <a:rPr lang="ru-RU" dirty="0">
                <a:solidFill>
                  <a:schemeClr val="bg1"/>
                </a:solidFill>
                <a:latin typeface="Verdana" panose="020B0604030504040204" pitchFamily="34" charset="0"/>
              </a:rPr>
              <a:t>.</a:t>
            </a:r>
            <a:r>
              <a:rPr lang="ru-RU" dirty="0">
                <a:solidFill>
                  <a:schemeClr val="bg1"/>
                </a:solidFill>
              </a:rPr>
              <a:t> </a:t>
            </a:r>
            <a:endParaRPr lang="en-US" dirty="0">
              <a:solidFill>
                <a:schemeClr val="bg1"/>
              </a:solidFill>
            </a:endParaRPr>
          </a:p>
          <a:p>
            <a:endParaRPr lang="en-US" dirty="0" smtClean="0">
              <a:solidFill>
                <a:schemeClr val="bg1"/>
              </a:solidFill>
            </a:endParaRPr>
          </a:p>
          <a:p>
            <a:endParaRPr lang="en-US" dirty="0">
              <a:solidFill>
                <a:schemeClr val="bg1"/>
              </a:solidFill>
            </a:endParaRPr>
          </a:p>
          <a:p>
            <a:endParaRPr lang="en-US" dirty="0" smtClean="0">
              <a:solidFill>
                <a:schemeClr val="bg1"/>
              </a:solidFill>
            </a:endParaRPr>
          </a:p>
          <a:p>
            <a:endParaRPr lang="en-US" dirty="0" smtClean="0">
              <a:solidFill>
                <a:schemeClr val="bg1"/>
              </a:solidFill>
            </a:endParaRPr>
          </a:p>
          <a:p>
            <a:endParaRPr lang="en-US" dirty="0">
              <a:solidFill>
                <a:schemeClr val="bg1"/>
              </a:solidFill>
            </a:endParaRPr>
          </a:p>
          <a:p>
            <a:r>
              <a:rPr lang="en-US" dirty="0" smtClean="0">
                <a:solidFill>
                  <a:schemeClr val="bg1"/>
                </a:solidFill>
                <a:latin typeface="Verdana" panose="020B0604030504040204" pitchFamily="34" charset="0"/>
              </a:rPr>
              <a:t>2) </a:t>
            </a:r>
            <a:r>
              <a:rPr lang="ru-RU" dirty="0" err="1">
                <a:solidFill>
                  <a:schemeClr val="bg1"/>
                </a:solidFill>
                <a:latin typeface="Verdana" panose="020B0604030504040204" pitchFamily="34" charset="0"/>
              </a:rPr>
              <a:t>In</a:t>
            </a:r>
            <a:r>
              <a:rPr lang="ru-RU" dirty="0">
                <a:solidFill>
                  <a:schemeClr val="bg1"/>
                </a:solidFill>
                <a:latin typeface="Verdana" panose="020B0604030504040204" pitchFamily="34" charset="0"/>
              </a:rPr>
              <a:t> a </a:t>
            </a:r>
            <a:r>
              <a:rPr lang="ru-RU" dirty="0" err="1">
                <a:solidFill>
                  <a:schemeClr val="bg1"/>
                </a:solidFill>
                <a:latin typeface="Verdana" panose="020B0604030504040204" pitchFamily="34" charset="0"/>
              </a:rPr>
              <a:t>function</a:t>
            </a:r>
            <a:r>
              <a:rPr lang="ru-RU" dirty="0">
                <a:solidFill>
                  <a:schemeClr val="bg1"/>
                </a:solidFill>
                <a:latin typeface="Verdana" panose="020B0604030504040204" pitchFamily="34" charset="0"/>
              </a:rPr>
              <a:t>, </a:t>
            </a:r>
            <a:r>
              <a:rPr lang="ru-RU" dirty="0" err="1">
                <a:solidFill>
                  <a:schemeClr val="bg1"/>
                </a:solidFill>
                <a:latin typeface="Consolas" panose="020B0609020204030204" pitchFamily="49" charset="0"/>
              </a:rPr>
              <a:t>this</a:t>
            </a:r>
            <a:r>
              <a:rPr lang="ru-RU" dirty="0">
                <a:solidFill>
                  <a:schemeClr val="bg1"/>
                </a:solidFill>
                <a:latin typeface="Verdana" panose="020B0604030504040204" pitchFamily="34" charset="0"/>
              </a:rPr>
              <a:t> </a:t>
            </a:r>
            <a:r>
              <a:rPr lang="ru-RU" dirty="0" err="1">
                <a:solidFill>
                  <a:schemeClr val="bg1"/>
                </a:solidFill>
                <a:latin typeface="Verdana" panose="020B0604030504040204" pitchFamily="34" charset="0"/>
              </a:rPr>
              <a:t>refers</a:t>
            </a:r>
            <a:r>
              <a:rPr lang="ru-RU" dirty="0">
                <a:solidFill>
                  <a:schemeClr val="bg1"/>
                </a:solidFill>
                <a:latin typeface="Verdana" panose="020B0604030504040204" pitchFamily="34" charset="0"/>
              </a:rPr>
              <a:t> </a:t>
            </a:r>
            <a:r>
              <a:rPr lang="ru-RU" dirty="0" err="1">
                <a:solidFill>
                  <a:schemeClr val="bg1"/>
                </a:solidFill>
                <a:latin typeface="Verdana" panose="020B0604030504040204" pitchFamily="34" charset="0"/>
              </a:rPr>
              <a:t>to</a:t>
            </a:r>
            <a:r>
              <a:rPr lang="ru-RU" dirty="0">
                <a:solidFill>
                  <a:schemeClr val="bg1"/>
                </a:solidFill>
                <a:latin typeface="Verdana" panose="020B0604030504040204" pitchFamily="34" charset="0"/>
              </a:rPr>
              <a:t> </a:t>
            </a:r>
            <a:r>
              <a:rPr lang="ru-RU" dirty="0" err="1">
                <a:solidFill>
                  <a:schemeClr val="bg1"/>
                </a:solidFill>
                <a:latin typeface="Verdana" panose="020B0604030504040204" pitchFamily="34" charset="0"/>
              </a:rPr>
              <a:t>the</a:t>
            </a:r>
            <a:r>
              <a:rPr lang="ru-RU" dirty="0">
                <a:solidFill>
                  <a:schemeClr val="bg1"/>
                </a:solidFill>
                <a:latin typeface="Verdana" panose="020B0604030504040204" pitchFamily="34" charset="0"/>
              </a:rPr>
              <a:t> </a:t>
            </a:r>
            <a:r>
              <a:rPr lang="ru-RU" b="1" dirty="0" err="1">
                <a:solidFill>
                  <a:schemeClr val="bg1"/>
                </a:solidFill>
                <a:latin typeface="Verdana" panose="020B0604030504040204" pitchFamily="34" charset="0"/>
              </a:rPr>
              <a:t>global</a:t>
            </a:r>
            <a:r>
              <a:rPr lang="ru-RU" b="1" dirty="0">
                <a:solidFill>
                  <a:schemeClr val="bg1"/>
                </a:solidFill>
                <a:latin typeface="Verdana" panose="020B0604030504040204" pitchFamily="34" charset="0"/>
              </a:rPr>
              <a:t> </a:t>
            </a:r>
            <a:r>
              <a:rPr lang="ru-RU" b="1" dirty="0" err="1">
                <a:solidFill>
                  <a:schemeClr val="bg1"/>
                </a:solidFill>
                <a:latin typeface="Verdana" panose="020B0604030504040204" pitchFamily="34" charset="0"/>
              </a:rPr>
              <a:t>object</a:t>
            </a:r>
            <a:r>
              <a:rPr lang="ru-RU" dirty="0">
                <a:solidFill>
                  <a:schemeClr val="bg1"/>
                </a:solidFill>
                <a:latin typeface="Verdana" panose="020B0604030504040204" pitchFamily="34" charset="0"/>
              </a:rPr>
              <a:t>.</a:t>
            </a:r>
            <a:endParaRPr lang="en-US" dirty="0">
              <a:solidFill>
                <a:schemeClr val="bg1"/>
              </a:solidFill>
              <a:latin typeface="Verdana" panose="020B0604030504040204" pitchFamily="34" charset="0"/>
            </a:endParaRPr>
          </a:p>
          <a:p>
            <a:endParaRPr lang="ru-RU" dirty="0">
              <a:solidFill>
                <a:schemeClr val="bg1"/>
              </a:solidFill>
            </a:endParaRPr>
          </a:p>
        </p:txBody>
      </p:sp>
      <p:sp>
        <p:nvSpPr>
          <p:cNvPr id="7" name="Скругленный прямоугольник 6"/>
          <p:cNvSpPr/>
          <p:nvPr/>
        </p:nvSpPr>
        <p:spPr>
          <a:xfrm>
            <a:off x="685800" y="4807041"/>
            <a:ext cx="5114472" cy="139699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r>
              <a:rPr lang="en-US" sz="2000" dirty="0">
                <a:solidFill>
                  <a:schemeClr val="bg1"/>
                </a:solidFill>
              </a:rPr>
              <a:t>function </a:t>
            </a:r>
            <a:r>
              <a:rPr lang="en-US" sz="2000" dirty="0" err="1">
                <a:solidFill>
                  <a:schemeClr val="bg1"/>
                </a:solidFill>
              </a:rPr>
              <a:t>myFunction</a:t>
            </a:r>
            <a:r>
              <a:rPr lang="en-US" sz="2000" dirty="0">
                <a:solidFill>
                  <a:schemeClr val="bg1"/>
                </a:solidFill>
              </a:rPr>
              <a:t>() {</a:t>
            </a:r>
          </a:p>
          <a:p>
            <a:pPr lvl="0"/>
            <a:r>
              <a:rPr lang="en-US" sz="2000" dirty="0">
                <a:solidFill>
                  <a:schemeClr val="bg1"/>
                </a:solidFill>
              </a:rPr>
              <a:t>  return this;</a:t>
            </a:r>
          </a:p>
          <a:p>
            <a:pPr lvl="0"/>
            <a:r>
              <a:rPr lang="en-US" sz="2000" dirty="0" smtClean="0">
                <a:solidFill>
                  <a:schemeClr val="bg1"/>
                </a:solidFill>
              </a:rPr>
              <a:t>}</a:t>
            </a:r>
          </a:p>
          <a:p>
            <a:pPr lvl="0"/>
            <a:r>
              <a:rPr lang="en-US" sz="2000" dirty="0" smtClean="0">
                <a:solidFill>
                  <a:schemeClr val="bg1"/>
                </a:solidFill>
              </a:rPr>
              <a:t>//</a:t>
            </a:r>
            <a:r>
              <a:rPr lang="en-US" sz="2000" dirty="0"/>
              <a:t>[object Window]</a:t>
            </a:r>
            <a:endParaRPr lang="ru-RU" sz="2000" dirty="0">
              <a:solidFill>
                <a:schemeClr val="bg1"/>
              </a:solidFill>
            </a:endParaRPr>
          </a:p>
        </p:txBody>
      </p:sp>
      <p:sp>
        <p:nvSpPr>
          <p:cNvPr id="8" name="Скругленный прямоугольник 7"/>
          <p:cNvSpPr/>
          <p:nvPr/>
        </p:nvSpPr>
        <p:spPr>
          <a:xfrm>
            <a:off x="6247246" y="3096287"/>
            <a:ext cx="4147457" cy="182154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r>
              <a:rPr lang="en-US" sz="2000" dirty="0">
                <a:solidFill>
                  <a:schemeClr val="bg1"/>
                </a:solidFill>
              </a:rPr>
              <a:t>"use strict";</a:t>
            </a:r>
          </a:p>
          <a:p>
            <a:pPr lvl="0"/>
            <a:r>
              <a:rPr lang="en-US" sz="2000" dirty="0" smtClean="0">
                <a:solidFill>
                  <a:schemeClr val="bg1"/>
                </a:solidFill>
              </a:rPr>
              <a:t>function </a:t>
            </a:r>
            <a:r>
              <a:rPr lang="en-US" sz="2000" dirty="0" err="1">
                <a:solidFill>
                  <a:schemeClr val="bg1"/>
                </a:solidFill>
              </a:rPr>
              <a:t>myFunction</a:t>
            </a:r>
            <a:r>
              <a:rPr lang="en-US" sz="2000" dirty="0">
                <a:solidFill>
                  <a:schemeClr val="bg1"/>
                </a:solidFill>
              </a:rPr>
              <a:t>() {</a:t>
            </a:r>
          </a:p>
          <a:p>
            <a:pPr lvl="0"/>
            <a:r>
              <a:rPr lang="en-US" sz="2000" dirty="0">
                <a:solidFill>
                  <a:schemeClr val="bg1"/>
                </a:solidFill>
              </a:rPr>
              <a:t>  return this;</a:t>
            </a:r>
          </a:p>
          <a:p>
            <a:pPr lvl="0"/>
            <a:r>
              <a:rPr lang="en-US" sz="2000" dirty="0" smtClean="0">
                <a:solidFill>
                  <a:schemeClr val="bg1"/>
                </a:solidFill>
              </a:rPr>
              <a:t>}</a:t>
            </a:r>
          </a:p>
          <a:p>
            <a:pPr lvl="0"/>
            <a:r>
              <a:rPr lang="en-US" sz="2000" dirty="0" smtClean="0">
                <a:solidFill>
                  <a:schemeClr val="bg1"/>
                </a:solidFill>
              </a:rPr>
              <a:t>//</a:t>
            </a:r>
            <a:r>
              <a:rPr lang="en-US" sz="2000" dirty="0"/>
              <a:t>undefined</a:t>
            </a:r>
            <a:endParaRPr lang="ru-RU" sz="2000" dirty="0">
              <a:solidFill>
                <a:schemeClr val="bg1"/>
              </a:solidFill>
            </a:endParaRPr>
          </a:p>
        </p:txBody>
      </p:sp>
    </p:spTree>
    <p:extLst>
      <p:ext uri="{BB962C8B-B14F-4D97-AF65-F5344CB8AC3E}">
        <p14:creationId xmlns:p14="http://schemas.microsoft.com/office/powerpoint/2010/main" val="40081885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This keyword</a:t>
            </a:r>
            <a:endParaRPr lang="ru-RU" dirty="0"/>
          </a:p>
        </p:txBody>
      </p:sp>
      <p:sp>
        <p:nvSpPr>
          <p:cNvPr id="4" name="Текст 2"/>
          <p:cNvSpPr>
            <a:spLocks noGrp="1"/>
          </p:cNvSpPr>
          <p:nvPr>
            <p:ph type="body" sz="quarter" idx="10"/>
          </p:nvPr>
        </p:nvSpPr>
        <p:spPr>
          <a:xfrm>
            <a:off x="685801" y="2057400"/>
            <a:ext cx="4706814" cy="1208313"/>
          </a:xfrm>
        </p:spPr>
        <p:txBody>
          <a:bodyPr/>
          <a:lstStyle/>
          <a:p>
            <a:pPr lvl="0"/>
            <a:r>
              <a:rPr lang="ru-RU" dirty="0" err="1">
                <a:solidFill>
                  <a:srgbClr val="000000"/>
                </a:solidFill>
                <a:latin typeface="Verdana" panose="020B0604030504040204" pitchFamily="34" charset="0"/>
              </a:rPr>
              <a:t>In</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an</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event</a:t>
            </a:r>
            <a:r>
              <a:rPr lang="ru-RU" dirty="0">
                <a:solidFill>
                  <a:srgbClr val="000000"/>
                </a:solidFill>
                <a:latin typeface="Verdana" panose="020B0604030504040204" pitchFamily="34" charset="0"/>
              </a:rPr>
              <a:t>, </a:t>
            </a:r>
            <a:r>
              <a:rPr lang="ru-RU" dirty="0" err="1">
                <a:solidFill>
                  <a:srgbClr val="DC143C"/>
                </a:solidFill>
                <a:latin typeface="Consolas" panose="020B0609020204030204" pitchFamily="49" charset="0"/>
              </a:rPr>
              <a:t>this</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refers</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to</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the</a:t>
            </a:r>
            <a:r>
              <a:rPr lang="ru-RU" dirty="0">
                <a:solidFill>
                  <a:srgbClr val="000000"/>
                </a:solidFill>
                <a:latin typeface="Verdana" panose="020B0604030504040204" pitchFamily="34" charset="0"/>
              </a:rPr>
              <a:t> </a:t>
            </a:r>
            <a:r>
              <a:rPr lang="ru-RU" b="1" dirty="0" err="1">
                <a:solidFill>
                  <a:srgbClr val="000000"/>
                </a:solidFill>
                <a:latin typeface="Verdana" panose="020B0604030504040204" pitchFamily="34" charset="0"/>
              </a:rPr>
              <a:t>element</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that</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received</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the</a:t>
            </a:r>
            <a:r>
              <a:rPr lang="ru-RU" dirty="0">
                <a:solidFill>
                  <a:srgbClr val="000000"/>
                </a:solidFill>
                <a:latin typeface="Verdana" panose="020B0604030504040204" pitchFamily="34" charset="0"/>
              </a:rPr>
              <a:t> </a:t>
            </a:r>
            <a:r>
              <a:rPr lang="ru-RU" dirty="0" err="1">
                <a:solidFill>
                  <a:srgbClr val="000000"/>
                </a:solidFill>
                <a:latin typeface="Verdana" panose="020B0604030504040204" pitchFamily="34" charset="0"/>
              </a:rPr>
              <a:t>event</a:t>
            </a:r>
            <a:r>
              <a:rPr lang="ru-RU" dirty="0">
                <a:solidFill>
                  <a:srgbClr val="000000"/>
                </a:solidFill>
                <a:latin typeface="Verdana" panose="020B0604030504040204" pitchFamily="34" charset="0"/>
              </a:rPr>
              <a:t>.</a:t>
            </a:r>
            <a:r>
              <a:rPr lang="ru-RU" dirty="0">
                <a:solidFill>
                  <a:schemeClr val="tx1"/>
                </a:solidFill>
              </a:rPr>
              <a:t> </a:t>
            </a:r>
            <a:endParaRPr lang="ru-RU" sz="3600" dirty="0">
              <a:solidFill>
                <a:schemeClr val="tx1"/>
              </a:solidFill>
              <a:latin typeface="Arial" panose="020B0604020202020204" pitchFamily="34" charset="0"/>
            </a:endParaRPr>
          </a:p>
          <a:p>
            <a:endParaRPr lang="ru-RU" dirty="0"/>
          </a:p>
        </p:txBody>
      </p:sp>
      <p:sp>
        <p:nvSpPr>
          <p:cNvPr id="10" name="Скругленный прямоугольник 9"/>
          <p:cNvSpPr/>
          <p:nvPr/>
        </p:nvSpPr>
        <p:spPr>
          <a:xfrm>
            <a:off x="6252028" y="2895119"/>
            <a:ext cx="5254172" cy="348223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r>
              <a:rPr lang="en-US" sz="2000" dirty="0" smtClean="0"/>
              <a:t>const </a:t>
            </a:r>
            <a:r>
              <a:rPr lang="en-US" sz="2000" dirty="0" err="1"/>
              <a:t>objReg</a:t>
            </a:r>
            <a:r>
              <a:rPr lang="en-US" sz="2000" dirty="0"/>
              <a:t> = {  </a:t>
            </a:r>
            <a:endParaRPr lang="en-US" sz="2000" dirty="0" smtClean="0"/>
          </a:p>
          <a:p>
            <a:pPr lvl="0"/>
            <a:r>
              <a:rPr lang="en-US" sz="2000" dirty="0"/>
              <a:t> </a:t>
            </a:r>
            <a:r>
              <a:rPr lang="en-US" sz="2000" dirty="0" smtClean="0"/>
              <a:t>  hello</a:t>
            </a:r>
            <a:r>
              <a:rPr lang="en-US" sz="2000" dirty="0"/>
              <a:t>: function() {    </a:t>
            </a:r>
            <a:endParaRPr lang="en-US" sz="2000" dirty="0" smtClean="0"/>
          </a:p>
          <a:p>
            <a:pPr lvl="0"/>
            <a:r>
              <a:rPr lang="en-US" sz="2000" dirty="0"/>
              <a:t> </a:t>
            </a:r>
            <a:r>
              <a:rPr lang="en-US" sz="2000" dirty="0" smtClean="0"/>
              <a:t>  return </a:t>
            </a:r>
            <a:r>
              <a:rPr lang="en-US" sz="2000" dirty="0"/>
              <a:t>this;  </a:t>
            </a:r>
            <a:endParaRPr lang="en-US" sz="2000" dirty="0" smtClean="0"/>
          </a:p>
          <a:p>
            <a:pPr lvl="0"/>
            <a:r>
              <a:rPr lang="en-US" sz="2000" dirty="0" smtClean="0"/>
              <a:t>  } </a:t>
            </a:r>
          </a:p>
          <a:p>
            <a:pPr lvl="0"/>
            <a:r>
              <a:rPr lang="en-US" sz="2000" dirty="0" smtClean="0"/>
              <a:t>}; </a:t>
            </a:r>
          </a:p>
          <a:p>
            <a:pPr lvl="0"/>
            <a:r>
              <a:rPr lang="en-US" sz="2000" dirty="0" smtClean="0"/>
              <a:t>const </a:t>
            </a:r>
            <a:r>
              <a:rPr lang="en-US" sz="2000" dirty="0" err="1" smtClean="0"/>
              <a:t>objArrow</a:t>
            </a:r>
            <a:r>
              <a:rPr lang="en-US" sz="2000" dirty="0" smtClean="0"/>
              <a:t> </a:t>
            </a:r>
            <a:r>
              <a:rPr lang="en-US" sz="2000" dirty="0"/>
              <a:t>= {    </a:t>
            </a:r>
            <a:endParaRPr lang="en-US" sz="2000" dirty="0" smtClean="0"/>
          </a:p>
          <a:p>
            <a:pPr lvl="0"/>
            <a:r>
              <a:rPr lang="en-US" sz="2000" dirty="0" smtClean="0"/>
              <a:t>   hello</a:t>
            </a:r>
            <a:r>
              <a:rPr lang="en-US" sz="2000" dirty="0"/>
              <a:t>: () =&gt; this </a:t>
            </a:r>
            <a:endParaRPr lang="en-US" sz="2000" dirty="0" smtClean="0"/>
          </a:p>
          <a:p>
            <a:pPr lvl="0"/>
            <a:r>
              <a:rPr lang="en-US" sz="2000" dirty="0" smtClean="0"/>
              <a:t>}; </a:t>
            </a:r>
          </a:p>
          <a:p>
            <a:pPr lvl="0"/>
            <a:r>
              <a:rPr lang="en-US" sz="2000" dirty="0" err="1" smtClean="0"/>
              <a:t>objReg.hello</a:t>
            </a:r>
            <a:r>
              <a:rPr lang="en-US" sz="2000" dirty="0"/>
              <a:t>(); </a:t>
            </a:r>
            <a:r>
              <a:rPr lang="en-US" sz="2000" i="1" dirty="0"/>
              <a:t> </a:t>
            </a:r>
            <a:r>
              <a:rPr lang="en-US" sz="2000" i="1" dirty="0" smtClean="0"/>
              <a:t>//</a:t>
            </a:r>
            <a:r>
              <a:rPr lang="en-US" sz="2000" i="1" dirty="0" err="1" smtClean="0"/>
              <a:t>objReg</a:t>
            </a:r>
            <a:r>
              <a:rPr lang="en-US" sz="2000" i="1" dirty="0" smtClean="0"/>
              <a:t> </a:t>
            </a:r>
            <a:r>
              <a:rPr lang="en-US" sz="2000" dirty="0" err="1"/>
              <a:t>objArrow.hello</a:t>
            </a:r>
            <a:r>
              <a:rPr lang="en-US" sz="2000" dirty="0"/>
              <a:t>(); </a:t>
            </a:r>
            <a:r>
              <a:rPr lang="en-US" sz="2000" dirty="0" smtClean="0"/>
              <a:t> </a:t>
            </a:r>
            <a:r>
              <a:rPr lang="en-US" sz="2000" dirty="0" smtClean="0">
                <a:solidFill>
                  <a:schemeClr val="bg1"/>
                </a:solidFill>
              </a:rPr>
              <a:t>//</a:t>
            </a:r>
            <a:r>
              <a:rPr lang="en-US" sz="2000" dirty="0" smtClean="0"/>
              <a:t>[</a:t>
            </a:r>
            <a:r>
              <a:rPr lang="en-US" sz="2000" dirty="0"/>
              <a:t>object Window]</a:t>
            </a:r>
            <a:endParaRPr lang="ru-RU" sz="2000" dirty="0">
              <a:solidFill>
                <a:schemeClr val="bg1"/>
              </a:solidFill>
            </a:endParaRPr>
          </a:p>
        </p:txBody>
      </p:sp>
      <p:sp>
        <p:nvSpPr>
          <p:cNvPr id="3" name="TextBox 2"/>
          <p:cNvSpPr txBox="1"/>
          <p:nvPr/>
        </p:nvSpPr>
        <p:spPr>
          <a:xfrm>
            <a:off x="6095999" y="2057400"/>
            <a:ext cx="5094515" cy="1938992"/>
          </a:xfrm>
          <a:prstGeom prst="rect">
            <a:avLst/>
          </a:prstGeom>
          <a:noFill/>
        </p:spPr>
        <p:txBody>
          <a:bodyPr wrap="square" rtlCol="0">
            <a:spAutoFit/>
          </a:bodyPr>
          <a:lstStyle/>
          <a:p>
            <a:r>
              <a:rPr lang="en-US" sz="2000" dirty="0" smtClean="0">
                <a:solidFill>
                  <a:schemeClr val="bg1"/>
                </a:solidFill>
                <a:latin typeface="Verdana" panose="020B0604030504040204" pitchFamily="34" charset="0"/>
              </a:rPr>
              <a:t>5) </a:t>
            </a:r>
            <a:r>
              <a:rPr lang="ru-RU" sz="2000" dirty="0" err="1">
                <a:solidFill>
                  <a:schemeClr val="bg1"/>
                </a:solidFill>
                <a:latin typeface="Verdana" panose="020B0604030504040204" pitchFamily="34" charset="0"/>
              </a:rPr>
              <a:t>In</a:t>
            </a:r>
            <a:r>
              <a:rPr lang="ru-RU" sz="2000" dirty="0">
                <a:solidFill>
                  <a:schemeClr val="bg1"/>
                </a:solidFill>
                <a:latin typeface="Verdana" panose="020B0604030504040204" pitchFamily="34" charset="0"/>
              </a:rPr>
              <a:t> a </a:t>
            </a:r>
            <a:r>
              <a:rPr lang="en-US" sz="2000" dirty="0" smtClean="0">
                <a:solidFill>
                  <a:schemeClr val="bg1"/>
                </a:solidFill>
                <a:latin typeface="Verdana" panose="020B0604030504040204" pitchFamily="34" charset="0"/>
              </a:rPr>
              <a:t>Arrow </a:t>
            </a:r>
            <a:r>
              <a:rPr lang="ru-RU" sz="2000" dirty="0" err="1" smtClean="0">
                <a:solidFill>
                  <a:schemeClr val="bg1"/>
                </a:solidFill>
                <a:latin typeface="Verdana" panose="020B0604030504040204" pitchFamily="34" charset="0"/>
              </a:rPr>
              <a:t>function</a:t>
            </a:r>
            <a:r>
              <a:rPr lang="en-US" sz="2000" dirty="0" smtClean="0">
                <a:solidFill>
                  <a:schemeClr val="bg1"/>
                </a:solidFill>
                <a:latin typeface="Verdana" panose="020B0604030504040204" pitchFamily="34" charset="0"/>
              </a:rPr>
              <a:t> </a:t>
            </a:r>
            <a:r>
              <a:rPr lang="en-US" sz="2000" dirty="0">
                <a:solidFill>
                  <a:schemeClr val="bg1"/>
                </a:solidFill>
              </a:rPr>
              <a:t>represents the object that defined the </a:t>
            </a:r>
            <a:r>
              <a:rPr lang="en-US" sz="2000" b="1" dirty="0">
                <a:solidFill>
                  <a:schemeClr val="bg1"/>
                </a:solidFill>
              </a:rPr>
              <a:t>arrow function</a:t>
            </a:r>
            <a:r>
              <a:rPr lang="en-US" sz="2000" dirty="0">
                <a:solidFill>
                  <a:schemeClr val="bg1"/>
                </a:solidFill>
              </a:rPr>
              <a:t>.</a:t>
            </a:r>
            <a:endParaRPr lang="ru-RU" sz="2000" dirty="0">
              <a:solidFill>
                <a:schemeClr val="bg1"/>
              </a:solidFill>
              <a:latin typeface="Arial" panose="020B0604020202020204" pitchFamily="34" charset="0"/>
            </a:endParaRPr>
          </a:p>
          <a:p>
            <a:pPr marL="457200" indent="-457200">
              <a:buFont typeface="Arial" panose="020B0604020202020204" pitchFamily="34" charset="0"/>
              <a:buAutoNum type="arabicParenR"/>
            </a:pPr>
            <a:endParaRPr lang="en-US" sz="2000" dirty="0">
              <a:solidFill>
                <a:schemeClr val="bg1"/>
              </a:solidFill>
            </a:endParaRPr>
          </a:p>
          <a:p>
            <a:pPr marL="457200" indent="-457200">
              <a:buFont typeface="+mj-lt"/>
              <a:buAutoNum type="arabicPeriod"/>
            </a:pPr>
            <a:endParaRPr lang="ru-RU" sz="2000" dirty="0">
              <a:solidFill>
                <a:schemeClr val="bg1"/>
              </a:solidFill>
              <a:latin typeface="Arial" panose="020B0604020202020204" pitchFamily="34" charset="0"/>
            </a:endParaRPr>
          </a:p>
          <a:p>
            <a:pPr lvl="0"/>
            <a:endParaRPr lang="ru-RU" sz="2000" dirty="0">
              <a:solidFill>
                <a:schemeClr val="bg1"/>
              </a:solidFill>
              <a:latin typeface="Arial" panose="020B0604020202020204" pitchFamily="34" charset="0"/>
            </a:endParaRPr>
          </a:p>
          <a:p>
            <a:endParaRPr lang="ru-RU" sz="2000" dirty="0">
              <a:solidFill>
                <a:schemeClr val="bg1"/>
              </a:solidFill>
            </a:endParaRPr>
          </a:p>
        </p:txBody>
      </p:sp>
      <p:sp>
        <p:nvSpPr>
          <p:cNvPr id="9" name="Скругленный прямоугольник 8"/>
          <p:cNvSpPr/>
          <p:nvPr/>
        </p:nvSpPr>
        <p:spPr>
          <a:xfrm>
            <a:off x="263072" y="3110469"/>
            <a:ext cx="5910941" cy="314344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r>
              <a:rPr lang="en-US" sz="2000" dirty="0" smtClean="0">
                <a:solidFill>
                  <a:schemeClr val="bg1"/>
                </a:solidFill>
              </a:rPr>
              <a:t>const person </a:t>
            </a:r>
            <a:r>
              <a:rPr lang="en-US" sz="2000" dirty="0">
                <a:solidFill>
                  <a:schemeClr val="bg1"/>
                </a:solidFill>
              </a:rPr>
              <a:t>= {</a:t>
            </a:r>
          </a:p>
          <a:p>
            <a:pPr lvl="0"/>
            <a:r>
              <a:rPr lang="en-US" sz="2000" dirty="0">
                <a:solidFill>
                  <a:schemeClr val="bg1"/>
                </a:solidFill>
              </a:rPr>
              <a:t>  </a:t>
            </a:r>
            <a:r>
              <a:rPr lang="en-US" sz="2000" dirty="0" err="1">
                <a:solidFill>
                  <a:schemeClr val="bg1"/>
                </a:solidFill>
              </a:rPr>
              <a:t>firstName</a:t>
            </a:r>
            <a:r>
              <a:rPr lang="en-US" sz="2000" dirty="0">
                <a:solidFill>
                  <a:schemeClr val="bg1"/>
                </a:solidFill>
              </a:rPr>
              <a:t>: "John",</a:t>
            </a:r>
          </a:p>
          <a:p>
            <a:pPr lvl="0"/>
            <a:r>
              <a:rPr lang="en-US" sz="2000" dirty="0">
                <a:solidFill>
                  <a:schemeClr val="bg1"/>
                </a:solidFill>
              </a:rPr>
              <a:t>  </a:t>
            </a:r>
            <a:r>
              <a:rPr lang="en-US" sz="2000" dirty="0" err="1">
                <a:solidFill>
                  <a:schemeClr val="bg1"/>
                </a:solidFill>
              </a:rPr>
              <a:t>lastName</a:t>
            </a:r>
            <a:r>
              <a:rPr lang="en-US" sz="2000" dirty="0">
                <a:solidFill>
                  <a:schemeClr val="bg1"/>
                </a:solidFill>
              </a:rPr>
              <a:t> : "Doe",</a:t>
            </a:r>
          </a:p>
          <a:p>
            <a:pPr lvl="0"/>
            <a:r>
              <a:rPr lang="en-US" sz="2000" dirty="0" smtClean="0">
                <a:solidFill>
                  <a:schemeClr val="bg1"/>
                </a:solidFill>
              </a:rPr>
              <a:t>  </a:t>
            </a:r>
            <a:r>
              <a:rPr lang="en-US" sz="2000" dirty="0" err="1" smtClean="0">
                <a:solidFill>
                  <a:schemeClr val="bg1"/>
                </a:solidFill>
              </a:rPr>
              <a:t>fullName</a:t>
            </a:r>
            <a:r>
              <a:rPr lang="en-US" sz="2000" dirty="0" smtClean="0">
                <a:solidFill>
                  <a:schemeClr val="bg1"/>
                </a:solidFill>
              </a:rPr>
              <a:t> </a:t>
            </a:r>
            <a:r>
              <a:rPr lang="en-US" sz="2000" dirty="0">
                <a:solidFill>
                  <a:schemeClr val="bg1"/>
                </a:solidFill>
              </a:rPr>
              <a:t>: function() {</a:t>
            </a:r>
          </a:p>
          <a:p>
            <a:pPr lvl="0"/>
            <a:r>
              <a:rPr lang="en-US" sz="2000" dirty="0">
                <a:solidFill>
                  <a:schemeClr val="bg1"/>
                </a:solidFill>
              </a:rPr>
              <a:t>    return </a:t>
            </a:r>
            <a:r>
              <a:rPr lang="en-US" sz="2000" dirty="0" err="1">
                <a:solidFill>
                  <a:schemeClr val="bg1"/>
                </a:solidFill>
              </a:rPr>
              <a:t>this.firstName</a:t>
            </a:r>
            <a:r>
              <a:rPr lang="en-US" sz="2000" dirty="0">
                <a:solidFill>
                  <a:schemeClr val="bg1"/>
                </a:solidFill>
              </a:rPr>
              <a:t> + " " + </a:t>
            </a:r>
            <a:r>
              <a:rPr lang="en-US" sz="2000" dirty="0" smtClean="0">
                <a:solidFill>
                  <a:schemeClr val="bg1"/>
                </a:solidFill>
              </a:rPr>
              <a:t>    </a:t>
            </a:r>
            <a:r>
              <a:rPr lang="en-US" sz="2000" dirty="0" err="1" smtClean="0">
                <a:solidFill>
                  <a:schemeClr val="bg1"/>
                </a:solidFill>
              </a:rPr>
              <a:t>this.lastName</a:t>
            </a:r>
            <a:r>
              <a:rPr lang="en-US" sz="2000" dirty="0">
                <a:solidFill>
                  <a:schemeClr val="bg1"/>
                </a:solidFill>
              </a:rPr>
              <a:t>;</a:t>
            </a:r>
          </a:p>
          <a:p>
            <a:pPr lvl="0"/>
            <a:r>
              <a:rPr lang="en-US" sz="2000" dirty="0">
                <a:solidFill>
                  <a:schemeClr val="bg1"/>
                </a:solidFill>
              </a:rPr>
              <a:t>  }</a:t>
            </a:r>
          </a:p>
          <a:p>
            <a:pPr lvl="0"/>
            <a:r>
              <a:rPr lang="en-US" sz="2000" dirty="0" smtClean="0">
                <a:solidFill>
                  <a:schemeClr val="bg1"/>
                </a:solidFill>
              </a:rPr>
              <a:t>};</a:t>
            </a:r>
          </a:p>
          <a:p>
            <a:pPr lvl="0"/>
            <a:r>
              <a:rPr lang="en-US" sz="2000" dirty="0" smtClean="0">
                <a:solidFill>
                  <a:schemeClr val="bg1"/>
                </a:solidFill>
              </a:rPr>
              <a:t>//</a:t>
            </a:r>
            <a:r>
              <a:rPr lang="en-US" sz="2000" dirty="0"/>
              <a:t>John </a:t>
            </a:r>
            <a:r>
              <a:rPr lang="en-US" sz="2000" dirty="0" smtClean="0"/>
              <a:t>Doe</a:t>
            </a:r>
            <a:endParaRPr lang="en-US" sz="2000" dirty="0" smtClean="0">
              <a:solidFill>
                <a:schemeClr val="bg1"/>
              </a:solidFill>
            </a:endParaRPr>
          </a:p>
        </p:txBody>
      </p:sp>
    </p:spTree>
    <p:extLst>
      <p:ext uri="{BB962C8B-B14F-4D97-AF65-F5344CB8AC3E}">
        <p14:creationId xmlns:p14="http://schemas.microsoft.com/office/powerpoint/2010/main" val="30948852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This keyword</a:t>
            </a:r>
            <a:endParaRPr lang="ru-RU" dirty="0"/>
          </a:p>
        </p:txBody>
      </p:sp>
      <p:sp>
        <p:nvSpPr>
          <p:cNvPr id="4" name="Текст 2"/>
          <p:cNvSpPr>
            <a:spLocks noGrp="1"/>
          </p:cNvSpPr>
          <p:nvPr>
            <p:ph type="body" sz="quarter" idx="10"/>
          </p:nvPr>
        </p:nvSpPr>
        <p:spPr>
          <a:xfrm>
            <a:off x="685800" y="2057400"/>
            <a:ext cx="4974771" cy="3429000"/>
          </a:xfrm>
        </p:spPr>
        <p:txBody>
          <a:bodyPr/>
          <a:lstStyle/>
          <a:p>
            <a:r>
              <a:rPr lang="en-US" dirty="0">
                <a:latin typeface="Verdana" panose="020B0604030504040204" pitchFamily="34" charset="0"/>
              </a:rPr>
              <a:t>6</a:t>
            </a:r>
            <a:r>
              <a:rPr lang="en-US" dirty="0" smtClean="0">
                <a:latin typeface="Verdana" panose="020B0604030504040204" pitchFamily="34" charset="0"/>
              </a:rPr>
              <a:t>) </a:t>
            </a:r>
            <a:r>
              <a:rPr lang="ru-RU" dirty="0" err="1" smtClean="0">
                <a:latin typeface="Verdana" panose="020B0604030504040204" pitchFamily="34" charset="0"/>
              </a:rPr>
              <a:t>In</a:t>
            </a:r>
            <a:r>
              <a:rPr lang="ru-RU" dirty="0" smtClean="0">
                <a:latin typeface="Verdana" panose="020B0604030504040204" pitchFamily="34" charset="0"/>
              </a:rPr>
              <a:t> </a:t>
            </a:r>
            <a:r>
              <a:rPr lang="ru-RU" dirty="0">
                <a:latin typeface="Verdana" panose="020B0604030504040204" pitchFamily="34" charset="0"/>
              </a:rPr>
              <a:t>a </a:t>
            </a:r>
            <a:r>
              <a:rPr lang="ru-RU" dirty="0" err="1">
                <a:latin typeface="Verdana" panose="020B0604030504040204" pitchFamily="34" charset="0"/>
              </a:rPr>
              <a:t>function</a:t>
            </a:r>
            <a:r>
              <a:rPr lang="ru-RU" dirty="0">
                <a:latin typeface="Verdana" panose="020B0604030504040204" pitchFamily="34" charset="0"/>
              </a:rPr>
              <a:t>, </a:t>
            </a:r>
            <a:r>
              <a:rPr lang="ru-RU" dirty="0" err="1">
                <a:latin typeface="Consolas" panose="020B0609020204030204" pitchFamily="49" charset="0"/>
              </a:rPr>
              <a:t>this</a:t>
            </a:r>
            <a:r>
              <a:rPr lang="ru-RU" dirty="0">
                <a:latin typeface="Verdana" panose="020B0604030504040204" pitchFamily="34" charset="0"/>
              </a:rPr>
              <a:t> </a:t>
            </a:r>
            <a:r>
              <a:rPr lang="ru-RU" dirty="0" err="1">
                <a:latin typeface="Verdana" panose="020B0604030504040204" pitchFamily="34" charset="0"/>
              </a:rPr>
              <a:t>refers</a:t>
            </a:r>
            <a:r>
              <a:rPr lang="ru-RU" dirty="0">
                <a:latin typeface="Verdana" panose="020B0604030504040204" pitchFamily="34" charset="0"/>
              </a:rPr>
              <a:t> </a:t>
            </a:r>
            <a:r>
              <a:rPr lang="ru-RU" dirty="0" err="1">
                <a:latin typeface="Verdana" panose="020B0604030504040204" pitchFamily="34" charset="0"/>
              </a:rPr>
              <a:t>to</a:t>
            </a:r>
            <a:r>
              <a:rPr lang="ru-RU" dirty="0">
                <a:latin typeface="Verdana" panose="020B0604030504040204" pitchFamily="34" charset="0"/>
              </a:rPr>
              <a:t> </a:t>
            </a:r>
            <a:r>
              <a:rPr lang="ru-RU" dirty="0" err="1">
                <a:latin typeface="Verdana" panose="020B0604030504040204" pitchFamily="34" charset="0"/>
              </a:rPr>
              <a:t>the</a:t>
            </a:r>
            <a:r>
              <a:rPr lang="ru-RU" dirty="0">
                <a:latin typeface="Verdana" panose="020B0604030504040204" pitchFamily="34" charset="0"/>
              </a:rPr>
              <a:t> </a:t>
            </a:r>
            <a:r>
              <a:rPr lang="ru-RU" b="1" dirty="0" err="1">
                <a:latin typeface="Verdana" panose="020B0604030504040204" pitchFamily="34" charset="0"/>
              </a:rPr>
              <a:t>global</a:t>
            </a:r>
            <a:r>
              <a:rPr lang="ru-RU" b="1" dirty="0">
                <a:latin typeface="Verdana" panose="020B0604030504040204" pitchFamily="34" charset="0"/>
              </a:rPr>
              <a:t> </a:t>
            </a:r>
            <a:r>
              <a:rPr lang="ru-RU" b="1" dirty="0" err="1">
                <a:latin typeface="Verdana" panose="020B0604030504040204" pitchFamily="34" charset="0"/>
              </a:rPr>
              <a:t>object</a:t>
            </a:r>
            <a:r>
              <a:rPr lang="ru-RU" dirty="0">
                <a:latin typeface="Verdana" panose="020B0604030504040204" pitchFamily="34" charset="0"/>
              </a:rPr>
              <a:t>.</a:t>
            </a:r>
            <a:r>
              <a:rPr lang="ru-RU" dirty="0"/>
              <a:t> </a:t>
            </a:r>
            <a:endParaRPr lang="en-US" dirty="0" smtClean="0"/>
          </a:p>
          <a:p>
            <a:pPr marL="457200" indent="-457200">
              <a:buFont typeface="Arial" panose="020B0604020202020204" pitchFamily="34" charset="0"/>
              <a:buAutoNum type="arabicParenR"/>
            </a:pPr>
            <a:endParaRPr lang="en-US" dirty="0"/>
          </a:p>
          <a:p>
            <a:pPr marL="457200" indent="-457200">
              <a:buFont typeface="Arial" panose="020B0604020202020204" pitchFamily="34" charset="0"/>
              <a:buAutoNum type="arabicParenR"/>
            </a:pPr>
            <a:endParaRPr lang="en-US" dirty="0" smtClean="0"/>
          </a:p>
          <a:p>
            <a:endParaRPr lang="en-US" dirty="0" smtClean="0"/>
          </a:p>
          <a:p>
            <a:endParaRPr lang="en-US" dirty="0" smtClean="0"/>
          </a:p>
          <a:p>
            <a:pPr marL="457200" indent="-457200">
              <a:buFont typeface="+mj-lt"/>
              <a:buAutoNum type="arabicPeriod"/>
            </a:pPr>
            <a:endParaRPr lang="ru-RU" dirty="0">
              <a:latin typeface="Arial" panose="020B0604020202020204" pitchFamily="34" charset="0"/>
            </a:endParaRPr>
          </a:p>
          <a:p>
            <a:pPr lvl="0"/>
            <a:endParaRPr lang="ru-RU" dirty="0">
              <a:latin typeface="Arial" panose="020B0604020202020204" pitchFamily="34" charset="0"/>
            </a:endParaRPr>
          </a:p>
          <a:p>
            <a:endParaRPr lang="ru-RU" dirty="0"/>
          </a:p>
        </p:txBody>
      </p:sp>
      <p:sp>
        <p:nvSpPr>
          <p:cNvPr id="6" name="Скругленный прямоугольник 5"/>
          <p:cNvSpPr/>
          <p:nvPr/>
        </p:nvSpPr>
        <p:spPr>
          <a:xfrm>
            <a:off x="451758" y="3073400"/>
            <a:ext cx="5442854" cy="139699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r>
              <a:rPr lang="en-US" sz="2000" dirty="0">
                <a:solidFill>
                  <a:schemeClr val="bg1"/>
                </a:solidFill>
              </a:rPr>
              <a:t>&lt;button </a:t>
            </a:r>
            <a:r>
              <a:rPr lang="en-US" sz="2000" dirty="0" err="1">
                <a:solidFill>
                  <a:schemeClr val="bg1"/>
                </a:solidFill>
              </a:rPr>
              <a:t>onclick</a:t>
            </a:r>
            <a:r>
              <a:rPr lang="en-US" sz="2000" dirty="0">
                <a:solidFill>
                  <a:schemeClr val="bg1"/>
                </a:solidFill>
              </a:rPr>
              <a:t>="</a:t>
            </a:r>
            <a:r>
              <a:rPr lang="en-US" sz="2000" dirty="0" err="1">
                <a:solidFill>
                  <a:schemeClr val="bg1"/>
                </a:solidFill>
              </a:rPr>
              <a:t>this.style.display</a:t>
            </a:r>
            <a:r>
              <a:rPr lang="en-US" sz="2000" dirty="0">
                <a:solidFill>
                  <a:schemeClr val="bg1"/>
                </a:solidFill>
              </a:rPr>
              <a:t>='none'"&gt;Click to Remove Me!&lt;/button</a:t>
            </a:r>
            <a:r>
              <a:rPr lang="en-US" sz="2000" dirty="0" smtClean="0">
                <a:solidFill>
                  <a:schemeClr val="bg1"/>
                </a:solidFill>
              </a:rPr>
              <a:t>&gt;</a:t>
            </a:r>
          </a:p>
        </p:txBody>
      </p:sp>
      <p:sp>
        <p:nvSpPr>
          <p:cNvPr id="8" name="Скругленный прямоугольник 7"/>
          <p:cNvSpPr/>
          <p:nvPr/>
        </p:nvSpPr>
        <p:spPr>
          <a:xfrm>
            <a:off x="6096000" y="2812142"/>
            <a:ext cx="5849256" cy="374831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r>
              <a:rPr lang="en-US" sz="2000" dirty="0" smtClean="0">
                <a:solidFill>
                  <a:schemeClr val="bg1"/>
                </a:solidFill>
              </a:rPr>
              <a:t>const </a:t>
            </a:r>
            <a:r>
              <a:rPr lang="en-US" sz="2000" dirty="0">
                <a:solidFill>
                  <a:schemeClr val="bg1"/>
                </a:solidFill>
              </a:rPr>
              <a:t>person1 = {</a:t>
            </a:r>
          </a:p>
          <a:p>
            <a:pPr lvl="0"/>
            <a:r>
              <a:rPr lang="en-US" sz="2000" dirty="0">
                <a:solidFill>
                  <a:schemeClr val="bg1"/>
                </a:solidFill>
              </a:rPr>
              <a:t>  </a:t>
            </a:r>
            <a:r>
              <a:rPr lang="en-US" sz="2000" dirty="0" err="1">
                <a:solidFill>
                  <a:schemeClr val="bg1"/>
                </a:solidFill>
              </a:rPr>
              <a:t>fullName</a:t>
            </a:r>
            <a:r>
              <a:rPr lang="en-US" sz="2000" dirty="0">
                <a:solidFill>
                  <a:schemeClr val="bg1"/>
                </a:solidFill>
              </a:rPr>
              <a:t>: function() {</a:t>
            </a:r>
          </a:p>
          <a:p>
            <a:pPr lvl="0"/>
            <a:r>
              <a:rPr lang="en-US" sz="2000" dirty="0">
                <a:solidFill>
                  <a:schemeClr val="bg1"/>
                </a:solidFill>
              </a:rPr>
              <a:t>    return </a:t>
            </a:r>
            <a:r>
              <a:rPr lang="en-US" sz="2000" dirty="0" err="1">
                <a:solidFill>
                  <a:schemeClr val="bg1"/>
                </a:solidFill>
              </a:rPr>
              <a:t>this.firstName</a:t>
            </a:r>
            <a:r>
              <a:rPr lang="en-US" sz="2000" dirty="0">
                <a:solidFill>
                  <a:schemeClr val="bg1"/>
                </a:solidFill>
              </a:rPr>
              <a:t> + " " + </a:t>
            </a:r>
            <a:r>
              <a:rPr lang="en-US" sz="2000" dirty="0" err="1">
                <a:solidFill>
                  <a:schemeClr val="bg1"/>
                </a:solidFill>
              </a:rPr>
              <a:t>this.lastName</a:t>
            </a:r>
            <a:r>
              <a:rPr lang="en-US" sz="2000" dirty="0">
                <a:solidFill>
                  <a:schemeClr val="bg1"/>
                </a:solidFill>
              </a:rPr>
              <a:t>;</a:t>
            </a:r>
          </a:p>
          <a:p>
            <a:pPr lvl="0"/>
            <a:r>
              <a:rPr lang="en-US" sz="2000" dirty="0">
                <a:solidFill>
                  <a:schemeClr val="bg1"/>
                </a:solidFill>
              </a:rPr>
              <a:t>  }</a:t>
            </a:r>
          </a:p>
          <a:p>
            <a:pPr lvl="0"/>
            <a:r>
              <a:rPr lang="en-US" sz="2000" dirty="0">
                <a:solidFill>
                  <a:schemeClr val="bg1"/>
                </a:solidFill>
              </a:rPr>
              <a:t>}</a:t>
            </a:r>
          </a:p>
          <a:p>
            <a:pPr lvl="0"/>
            <a:r>
              <a:rPr lang="en-US" sz="2000" dirty="0" smtClean="0">
                <a:solidFill>
                  <a:schemeClr val="bg1"/>
                </a:solidFill>
              </a:rPr>
              <a:t>const person2 </a:t>
            </a:r>
            <a:r>
              <a:rPr lang="en-US" sz="2000" dirty="0">
                <a:solidFill>
                  <a:schemeClr val="bg1"/>
                </a:solidFill>
              </a:rPr>
              <a:t>= {</a:t>
            </a:r>
          </a:p>
          <a:p>
            <a:pPr lvl="0"/>
            <a:r>
              <a:rPr lang="en-US" sz="2000" dirty="0">
                <a:solidFill>
                  <a:schemeClr val="bg1"/>
                </a:solidFill>
              </a:rPr>
              <a:t>  </a:t>
            </a:r>
            <a:r>
              <a:rPr lang="en-US" sz="2000" dirty="0" err="1">
                <a:solidFill>
                  <a:schemeClr val="bg1"/>
                </a:solidFill>
              </a:rPr>
              <a:t>firstName</a:t>
            </a:r>
            <a:r>
              <a:rPr lang="en-US" sz="2000" dirty="0">
                <a:solidFill>
                  <a:schemeClr val="bg1"/>
                </a:solidFill>
              </a:rPr>
              <a:t>:"John",</a:t>
            </a:r>
          </a:p>
          <a:p>
            <a:pPr lvl="0"/>
            <a:r>
              <a:rPr lang="en-US" sz="2000" dirty="0">
                <a:solidFill>
                  <a:schemeClr val="bg1"/>
                </a:solidFill>
              </a:rPr>
              <a:t>  </a:t>
            </a:r>
            <a:r>
              <a:rPr lang="en-US" sz="2000" dirty="0" err="1">
                <a:solidFill>
                  <a:schemeClr val="bg1"/>
                </a:solidFill>
              </a:rPr>
              <a:t>lastName</a:t>
            </a:r>
            <a:r>
              <a:rPr lang="en-US" sz="2000" dirty="0">
                <a:solidFill>
                  <a:schemeClr val="bg1"/>
                </a:solidFill>
              </a:rPr>
              <a:t>: "Doe",</a:t>
            </a:r>
          </a:p>
          <a:p>
            <a:pPr lvl="0"/>
            <a:r>
              <a:rPr lang="en-US" sz="2000" dirty="0">
                <a:solidFill>
                  <a:schemeClr val="bg1"/>
                </a:solidFill>
              </a:rPr>
              <a:t>}</a:t>
            </a:r>
          </a:p>
          <a:p>
            <a:pPr lvl="0"/>
            <a:r>
              <a:rPr lang="en-US" sz="2000" dirty="0" smtClean="0">
                <a:solidFill>
                  <a:schemeClr val="bg1"/>
                </a:solidFill>
              </a:rPr>
              <a:t>const </a:t>
            </a:r>
            <a:r>
              <a:rPr lang="en-US" sz="2000" dirty="0">
                <a:solidFill>
                  <a:schemeClr val="bg1"/>
                </a:solidFill>
              </a:rPr>
              <a:t>x = person1.fullName.call(person2); </a:t>
            </a:r>
            <a:endParaRPr lang="en-US" sz="2000" dirty="0" smtClean="0">
              <a:solidFill>
                <a:schemeClr val="bg1"/>
              </a:solidFill>
            </a:endParaRPr>
          </a:p>
          <a:p>
            <a:pPr lvl="0"/>
            <a:r>
              <a:rPr lang="en-US" sz="2000" dirty="0" smtClean="0">
                <a:solidFill>
                  <a:schemeClr val="bg1"/>
                </a:solidFill>
              </a:rPr>
              <a:t>//</a:t>
            </a:r>
            <a:r>
              <a:rPr lang="en-US" sz="2000" dirty="0"/>
              <a:t>John Doe</a:t>
            </a:r>
            <a:endParaRPr lang="ru-RU" sz="2000" dirty="0">
              <a:solidFill>
                <a:schemeClr val="bg1"/>
              </a:solidFill>
            </a:endParaRPr>
          </a:p>
        </p:txBody>
      </p:sp>
      <p:sp>
        <p:nvSpPr>
          <p:cNvPr id="3" name="TextBox 2"/>
          <p:cNvSpPr txBox="1"/>
          <p:nvPr/>
        </p:nvSpPr>
        <p:spPr>
          <a:xfrm>
            <a:off x="6473372" y="2057400"/>
            <a:ext cx="5471884" cy="1323439"/>
          </a:xfrm>
          <a:prstGeom prst="rect">
            <a:avLst/>
          </a:prstGeom>
          <a:noFill/>
        </p:spPr>
        <p:txBody>
          <a:bodyPr wrap="square" rtlCol="0">
            <a:spAutoFit/>
          </a:bodyPr>
          <a:lstStyle/>
          <a:p>
            <a:r>
              <a:rPr lang="en-US" sz="2000" dirty="0">
                <a:solidFill>
                  <a:srgbClr val="000000"/>
                </a:solidFill>
                <a:latin typeface="Verdana" panose="020B0604030504040204" pitchFamily="34" charset="0"/>
              </a:rPr>
              <a:t>7) </a:t>
            </a:r>
            <a:r>
              <a:rPr lang="ru-RU" sz="2000" dirty="0" err="1" smtClean="0">
                <a:solidFill>
                  <a:srgbClr val="000000"/>
                </a:solidFill>
                <a:latin typeface="Verdana" panose="020B0604030504040204" pitchFamily="34" charset="0"/>
              </a:rPr>
              <a:t>Methods</a:t>
            </a:r>
            <a:r>
              <a:rPr lang="ru-RU" sz="2000" dirty="0" smtClean="0">
                <a:solidFill>
                  <a:srgbClr val="000000"/>
                </a:solidFill>
                <a:latin typeface="Verdana" panose="020B0604030504040204" pitchFamily="34" charset="0"/>
              </a:rPr>
              <a:t> </a:t>
            </a:r>
            <a:r>
              <a:rPr lang="ru-RU" sz="2000" dirty="0" err="1">
                <a:solidFill>
                  <a:srgbClr val="000000"/>
                </a:solidFill>
                <a:latin typeface="Verdana" panose="020B0604030504040204" pitchFamily="34" charset="0"/>
              </a:rPr>
              <a:t>like</a:t>
            </a:r>
            <a:r>
              <a:rPr lang="ru-RU" sz="2000" dirty="0">
                <a:solidFill>
                  <a:srgbClr val="000000"/>
                </a:solidFill>
                <a:latin typeface="Verdana" panose="020B0604030504040204" pitchFamily="34" charset="0"/>
              </a:rPr>
              <a:t> </a:t>
            </a:r>
            <a:r>
              <a:rPr lang="ru-RU" sz="2000" dirty="0" err="1">
                <a:solidFill>
                  <a:srgbClr val="DC143C"/>
                </a:solidFill>
                <a:latin typeface="Consolas" panose="020B0609020204030204" pitchFamily="49" charset="0"/>
              </a:rPr>
              <a:t>call</a:t>
            </a:r>
            <a:r>
              <a:rPr lang="ru-RU" sz="2000" dirty="0">
                <a:solidFill>
                  <a:srgbClr val="DC143C"/>
                </a:solidFill>
                <a:latin typeface="Consolas" panose="020B0609020204030204" pitchFamily="49" charset="0"/>
              </a:rPr>
              <a:t>()</a:t>
            </a:r>
            <a:r>
              <a:rPr lang="ru-RU" sz="2000" dirty="0">
                <a:solidFill>
                  <a:srgbClr val="000000"/>
                </a:solidFill>
                <a:latin typeface="Verdana" panose="020B0604030504040204" pitchFamily="34" charset="0"/>
              </a:rPr>
              <a:t>, </a:t>
            </a:r>
            <a:r>
              <a:rPr lang="ru-RU" sz="2000" dirty="0" err="1">
                <a:solidFill>
                  <a:srgbClr val="000000"/>
                </a:solidFill>
                <a:latin typeface="Verdana" panose="020B0604030504040204" pitchFamily="34" charset="0"/>
              </a:rPr>
              <a:t>and</a:t>
            </a:r>
            <a:r>
              <a:rPr lang="ru-RU" sz="2000" dirty="0">
                <a:solidFill>
                  <a:srgbClr val="000000"/>
                </a:solidFill>
                <a:latin typeface="Verdana" panose="020B0604030504040204" pitchFamily="34" charset="0"/>
              </a:rPr>
              <a:t> </a:t>
            </a:r>
            <a:r>
              <a:rPr lang="ru-RU" sz="2000" dirty="0" err="1">
                <a:solidFill>
                  <a:srgbClr val="DC143C"/>
                </a:solidFill>
                <a:latin typeface="Consolas" panose="020B0609020204030204" pitchFamily="49" charset="0"/>
              </a:rPr>
              <a:t>apply</a:t>
            </a:r>
            <a:r>
              <a:rPr lang="ru-RU" sz="2000" dirty="0">
                <a:solidFill>
                  <a:srgbClr val="DC143C"/>
                </a:solidFill>
                <a:latin typeface="Consolas" panose="020B0609020204030204" pitchFamily="49" charset="0"/>
              </a:rPr>
              <a:t>()</a:t>
            </a:r>
            <a:r>
              <a:rPr lang="ru-RU" sz="2000" dirty="0">
                <a:solidFill>
                  <a:srgbClr val="000000"/>
                </a:solidFill>
                <a:latin typeface="Verdana" panose="020B0604030504040204" pitchFamily="34" charset="0"/>
              </a:rPr>
              <a:t> </a:t>
            </a:r>
            <a:r>
              <a:rPr lang="ru-RU" sz="2000" dirty="0" err="1">
                <a:solidFill>
                  <a:srgbClr val="000000"/>
                </a:solidFill>
                <a:latin typeface="Verdana" panose="020B0604030504040204" pitchFamily="34" charset="0"/>
              </a:rPr>
              <a:t>can</a:t>
            </a:r>
            <a:r>
              <a:rPr lang="ru-RU" sz="2000" dirty="0">
                <a:solidFill>
                  <a:srgbClr val="000000"/>
                </a:solidFill>
                <a:latin typeface="Verdana" panose="020B0604030504040204" pitchFamily="34" charset="0"/>
              </a:rPr>
              <a:t> </a:t>
            </a:r>
            <a:r>
              <a:rPr lang="ru-RU" sz="2000" dirty="0" err="1">
                <a:solidFill>
                  <a:srgbClr val="000000"/>
                </a:solidFill>
                <a:latin typeface="Verdana" panose="020B0604030504040204" pitchFamily="34" charset="0"/>
              </a:rPr>
              <a:t>refer</a:t>
            </a:r>
            <a:r>
              <a:rPr lang="ru-RU" sz="2000" dirty="0">
                <a:solidFill>
                  <a:srgbClr val="000000"/>
                </a:solidFill>
                <a:latin typeface="Verdana" panose="020B0604030504040204" pitchFamily="34" charset="0"/>
              </a:rPr>
              <a:t> </a:t>
            </a:r>
            <a:r>
              <a:rPr lang="ru-RU" sz="2000" dirty="0" err="1">
                <a:solidFill>
                  <a:srgbClr val="DC143C"/>
                </a:solidFill>
                <a:latin typeface="Consolas" panose="020B0609020204030204" pitchFamily="49" charset="0"/>
              </a:rPr>
              <a:t>this</a:t>
            </a:r>
            <a:r>
              <a:rPr lang="ru-RU" sz="2000" dirty="0">
                <a:solidFill>
                  <a:srgbClr val="000000"/>
                </a:solidFill>
                <a:latin typeface="Verdana" panose="020B0604030504040204" pitchFamily="34" charset="0"/>
              </a:rPr>
              <a:t> </a:t>
            </a:r>
            <a:r>
              <a:rPr lang="ru-RU" sz="2000" dirty="0" err="1">
                <a:solidFill>
                  <a:srgbClr val="000000"/>
                </a:solidFill>
                <a:latin typeface="Verdana" panose="020B0604030504040204" pitchFamily="34" charset="0"/>
              </a:rPr>
              <a:t>to</a:t>
            </a:r>
            <a:r>
              <a:rPr lang="ru-RU" sz="2000" dirty="0">
                <a:solidFill>
                  <a:srgbClr val="000000"/>
                </a:solidFill>
                <a:latin typeface="Verdana" panose="020B0604030504040204" pitchFamily="34" charset="0"/>
              </a:rPr>
              <a:t> </a:t>
            </a:r>
            <a:r>
              <a:rPr lang="ru-RU" sz="2000" b="1" dirty="0" err="1">
                <a:solidFill>
                  <a:srgbClr val="000000"/>
                </a:solidFill>
                <a:latin typeface="Verdana" panose="020B0604030504040204" pitchFamily="34" charset="0"/>
              </a:rPr>
              <a:t>any</a:t>
            </a:r>
            <a:r>
              <a:rPr lang="ru-RU" sz="2000" b="1" dirty="0">
                <a:solidFill>
                  <a:srgbClr val="000000"/>
                </a:solidFill>
                <a:latin typeface="Verdana" panose="020B0604030504040204" pitchFamily="34" charset="0"/>
              </a:rPr>
              <a:t> </a:t>
            </a:r>
            <a:r>
              <a:rPr lang="ru-RU" sz="2000" b="1" dirty="0" err="1">
                <a:solidFill>
                  <a:srgbClr val="000000"/>
                </a:solidFill>
                <a:latin typeface="Verdana" panose="020B0604030504040204" pitchFamily="34" charset="0"/>
              </a:rPr>
              <a:t>object</a:t>
            </a:r>
            <a:r>
              <a:rPr lang="ru-RU" sz="2000" dirty="0">
                <a:solidFill>
                  <a:srgbClr val="000000"/>
                </a:solidFill>
                <a:latin typeface="Verdana" panose="020B0604030504040204" pitchFamily="34" charset="0"/>
              </a:rPr>
              <a:t>.</a:t>
            </a:r>
            <a:r>
              <a:rPr lang="ru-RU" sz="2000" dirty="0"/>
              <a:t> </a:t>
            </a:r>
            <a:endParaRPr lang="ru-RU" sz="3600" dirty="0">
              <a:latin typeface="Arial" panose="020B0604020202020204" pitchFamily="34" charset="0"/>
            </a:endParaRPr>
          </a:p>
          <a:p>
            <a:pPr lvl="0"/>
            <a:r>
              <a:rPr lang="ru-RU" sz="2000" dirty="0" smtClean="0"/>
              <a:t> </a:t>
            </a:r>
            <a:endParaRPr lang="ru-RU" sz="2000" dirty="0">
              <a:latin typeface="Arial" panose="020B0604020202020204" pitchFamily="34" charset="0"/>
            </a:endParaRPr>
          </a:p>
          <a:p>
            <a:endParaRPr lang="ru-RU" sz="2000" dirty="0"/>
          </a:p>
        </p:txBody>
      </p:sp>
    </p:spTree>
    <p:extLst>
      <p:ext uri="{BB962C8B-B14F-4D97-AF65-F5344CB8AC3E}">
        <p14:creationId xmlns:p14="http://schemas.microsoft.com/office/powerpoint/2010/main" val="31137664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pPr algn="ctr"/>
            <a:r>
              <a:rPr lang="en-US" dirty="0"/>
              <a:t>Object methods</a:t>
            </a:r>
            <a:endParaRPr lang="ru-RU" dirty="0"/>
          </a:p>
        </p:txBody>
      </p:sp>
      <p:graphicFrame>
        <p:nvGraphicFramePr>
          <p:cNvPr id="12" name="Схема 11"/>
          <p:cNvGraphicFramePr/>
          <p:nvPr>
            <p:extLst>
              <p:ext uri="{D42A27DB-BD31-4B8C-83A1-F6EECF244321}">
                <p14:modId xmlns:p14="http://schemas.microsoft.com/office/powerpoint/2010/main" val="3042638307"/>
              </p:ext>
            </p:extLst>
          </p:nvPr>
        </p:nvGraphicFramePr>
        <p:xfrm>
          <a:off x="232228" y="1785257"/>
          <a:ext cx="7257143" cy="4804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3" name="Схема 12"/>
          <p:cNvGraphicFramePr/>
          <p:nvPr>
            <p:extLst>
              <p:ext uri="{D42A27DB-BD31-4B8C-83A1-F6EECF244321}">
                <p14:modId xmlns:p14="http://schemas.microsoft.com/office/powerpoint/2010/main" val="1054208480"/>
              </p:ext>
            </p:extLst>
          </p:nvPr>
        </p:nvGraphicFramePr>
        <p:xfrm>
          <a:off x="6219371" y="1785257"/>
          <a:ext cx="7257143" cy="479697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134607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492" y="1963586"/>
            <a:ext cx="10059760" cy="3761771"/>
          </a:xfrm>
          <a:prstGeom prst="rect">
            <a:avLst/>
          </a:prstGeom>
        </p:spPr>
      </p:pic>
      <p:sp>
        <p:nvSpPr>
          <p:cNvPr id="7" name="Заголовок 6"/>
          <p:cNvSpPr>
            <a:spLocks noGrp="1"/>
          </p:cNvSpPr>
          <p:nvPr>
            <p:ph type="title"/>
          </p:nvPr>
        </p:nvSpPr>
        <p:spPr/>
        <p:txBody>
          <a:bodyPr/>
          <a:lstStyle/>
          <a:p>
            <a:pPr algn="ctr"/>
            <a:r>
              <a:rPr lang="en-US" dirty="0" smtClean="0"/>
              <a:t>Built-in JS </a:t>
            </a:r>
            <a:r>
              <a:rPr lang="en-US" dirty="0"/>
              <a:t>objects</a:t>
            </a:r>
            <a:endParaRPr lang="ru-RU" dirty="0"/>
          </a:p>
        </p:txBody>
      </p:sp>
    </p:spTree>
    <p:extLst>
      <p:ext uri="{BB962C8B-B14F-4D97-AF65-F5344CB8AC3E}">
        <p14:creationId xmlns:p14="http://schemas.microsoft.com/office/powerpoint/2010/main" val="41818237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Is a string an object?</a:t>
            </a:r>
            <a:br>
              <a:rPr lang="en-US" b="1" dirty="0"/>
            </a:br>
            <a:endParaRPr lang="ru-RU" dirty="0"/>
          </a:p>
        </p:txBody>
      </p:sp>
      <p:sp>
        <p:nvSpPr>
          <p:cNvPr id="3" name="Текст 2"/>
          <p:cNvSpPr>
            <a:spLocks noGrp="1"/>
          </p:cNvSpPr>
          <p:nvPr>
            <p:ph type="body" sz="quarter" idx="10"/>
          </p:nvPr>
        </p:nvSpPr>
        <p:spPr/>
        <p:txBody>
          <a:bodyPr/>
          <a:lstStyle/>
          <a:p>
            <a:pPr lvl="0" eaLnBrk="0" fontAlgn="base" hangingPunct="0">
              <a:spcBef>
                <a:spcPct val="0"/>
              </a:spcBef>
              <a:spcAft>
                <a:spcPct val="0"/>
              </a:spcAft>
            </a:pPr>
            <a:r>
              <a:rPr lang="ru-RU" dirty="0" err="1" smtClean="0">
                <a:solidFill>
                  <a:srgbClr val="111111"/>
                </a:solidFill>
                <a:latin typeface="+mn-lt"/>
                <a:cs typeface="Segoe UI" panose="020B0502040204020203" pitchFamily="34" charset="0"/>
              </a:rPr>
              <a:t>Now</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sometimes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primitive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values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also</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act</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like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objects</a:t>
            </a:r>
            <a:r>
              <a:rPr lang="ru-RU" dirty="0">
                <a:solidFill>
                  <a:srgbClr val="111111"/>
                </a:solidFill>
                <a:latin typeface="+mn-lt"/>
                <a:cs typeface="Segoe UI" panose="020B0502040204020203" pitchFamily="34" charset="0"/>
              </a:rPr>
              <a:t>.</a:t>
            </a:r>
            <a:endParaRPr lang="ru-RU" dirty="0">
              <a:solidFill>
                <a:schemeClr val="tx1"/>
              </a:solidFill>
              <a:latin typeface="+mn-lt"/>
            </a:endParaRPr>
          </a:p>
          <a:p>
            <a:pPr lvl="0" eaLnBrk="0" fontAlgn="base" hangingPunct="0">
              <a:spcBef>
                <a:spcPct val="0"/>
              </a:spcBef>
              <a:spcAft>
                <a:spcPct val="0"/>
              </a:spcAft>
            </a:pPr>
            <a:r>
              <a:rPr lang="ru-RU" dirty="0" err="1">
                <a:solidFill>
                  <a:srgbClr val="111111"/>
                </a:solidFill>
                <a:latin typeface="+mn-lt"/>
                <a:cs typeface="Segoe UI" panose="020B0502040204020203" pitchFamily="34" charset="0"/>
              </a:rPr>
              <a:t>This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can</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be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best</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explained</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with</a:t>
            </a:r>
            <a:r>
              <a:rPr lang="ru-RU" dirty="0">
                <a:solidFill>
                  <a:srgbClr val="111111"/>
                </a:solidFill>
                <a:latin typeface="+mn-lt"/>
                <a:cs typeface="Segoe UI" panose="020B0502040204020203" pitchFamily="34" charset="0"/>
              </a:rPr>
              <a:t> </a:t>
            </a:r>
            <a:r>
              <a:rPr lang="ru-RU" dirty="0" err="1">
                <a:solidFill>
                  <a:srgbClr val="990000"/>
                </a:solidFill>
                <a:latin typeface="+mn-lt"/>
                <a:cs typeface="Segoe UI" panose="020B0502040204020203" pitchFamily="34" charset="0"/>
              </a:rPr>
              <a:t>string</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value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type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in</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JavaScript</a:t>
            </a:r>
            <a:r>
              <a:rPr lang="ru-RU" dirty="0" smtClean="0">
                <a:solidFill>
                  <a:srgbClr val="111111"/>
                </a:solidFill>
                <a:latin typeface="+mn-lt"/>
                <a:cs typeface="Segoe UI" panose="020B0502040204020203" pitchFamily="34" charset="0"/>
              </a:rPr>
              <a:t>.</a:t>
            </a:r>
            <a:endParaRPr lang="en-US" dirty="0" smtClean="0">
              <a:solidFill>
                <a:srgbClr val="111111"/>
              </a:solidFill>
              <a:latin typeface="+mn-lt"/>
              <a:cs typeface="Segoe UI" panose="020B0502040204020203" pitchFamily="34" charset="0"/>
            </a:endParaRPr>
          </a:p>
          <a:p>
            <a:pPr lvl="0" eaLnBrk="0" fontAlgn="base" hangingPunct="0">
              <a:spcBef>
                <a:spcPct val="0"/>
              </a:spcBef>
              <a:spcAft>
                <a:spcPct val="0"/>
              </a:spcAft>
            </a:pPr>
            <a:endParaRPr lang="en-US" dirty="0" smtClean="0">
              <a:solidFill>
                <a:srgbClr val="111111"/>
              </a:solidFill>
              <a:latin typeface="+mn-lt"/>
              <a:cs typeface="Segoe UI" panose="020B0502040204020203" pitchFamily="34" charset="0"/>
            </a:endParaRPr>
          </a:p>
          <a:p>
            <a:pPr lvl="0" eaLnBrk="0" fontAlgn="base" hangingPunct="0">
              <a:spcBef>
                <a:spcPct val="0"/>
              </a:spcBef>
              <a:spcAft>
                <a:spcPct val="0"/>
              </a:spcAft>
            </a:pPr>
            <a:endParaRPr lang="ru-RU" dirty="0">
              <a:solidFill>
                <a:schemeClr val="tx1"/>
              </a:solidFill>
              <a:latin typeface="+mn-lt"/>
            </a:endParaRPr>
          </a:p>
          <a:p>
            <a:endParaRPr lang="en-US" dirty="0">
              <a:latin typeface="+mn-lt"/>
            </a:endParaRPr>
          </a:p>
          <a:p>
            <a:endParaRPr lang="en-US" dirty="0" smtClean="0">
              <a:latin typeface="+mn-lt"/>
            </a:endParaRPr>
          </a:p>
          <a:p>
            <a:endParaRPr lang="en-US" dirty="0" smtClean="0">
              <a:latin typeface="+mn-lt"/>
            </a:endParaRPr>
          </a:p>
          <a:p>
            <a:pPr lvl="0" eaLnBrk="0" fontAlgn="base" hangingPunct="0">
              <a:spcBef>
                <a:spcPct val="0"/>
              </a:spcBef>
              <a:spcAft>
                <a:spcPct val="0"/>
              </a:spcAft>
            </a:pPr>
            <a:r>
              <a:rPr lang="ru-RU" dirty="0" err="1">
                <a:solidFill>
                  <a:srgbClr val="111111"/>
                </a:solidFill>
                <a:latin typeface="+mn-lt"/>
                <a:cs typeface="Segoe UI" panose="020B0502040204020203" pitchFamily="34" charset="0"/>
              </a:rPr>
              <a:t>When</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we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access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the</a:t>
            </a:r>
            <a:r>
              <a:rPr lang="ru-RU" dirty="0">
                <a:solidFill>
                  <a:srgbClr val="111111"/>
                </a:solidFill>
                <a:latin typeface="+mn-lt"/>
                <a:cs typeface="Segoe UI" panose="020B0502040204020203" pitchFamily="34" charset="0"/>
              </a:rPr>
              <a:t> </a:t>
            </a:r>
            <a:r>
              <a:rPr lang="ru-RU" dirty="0" err="1">
                <a:solidFill>
                  <a:srgbClr val="990000"/>
                </a:solidFill>
                <a:latin typeface="+mn-lt"/>
                <a:cs typeface="Segoe UI" panose="020B0502040204020203" pitchFamily="34" charset="0"/>
              </a:rPr>
              <a:t>length</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property</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of</a:t>
            </a:r>
            <a:r>
              <a:rPr lang="ru-RU" dirty="0">
                <a:solidFill>
                  <a:srgbClr val="111111"/>
                </a:solidFill>
                <a:latin typeface="+mn-lt"/>
                <a:cs typeface="Segoe UI" panose="020B0502040204020203" pitchFamily="34" charset="0"/>
              </a:rPr>
              <a:t> </a:t>
            </a:r>
            <a:r>
              <a:rPr lang="ru-RU" dirty="0" err="1">
                <a:solidFill>
                  <a:srgbClr val="990000"/>
                </a:solidFill>
                <a:latin typeface="+mn-lt"/>
                <a:cs typeface="Segoe UI" panose="020B0502040204020203" pitchFamily="34" charset="0"/>
              </a:rPr>
              <a:t>stringVariable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it</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converted</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into</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an</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Object</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and</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the</a:t>
            </a:r>
            <a:r>
              <a:rPr lang="ru-RU" dirty="0">
                <a:solidFill>
                  <a:srgbClr val="111111"/>
                </a:solidFill>
                <a:latin typeface="+mn-lt"/>
                <a:cs typeface="Segoe UI" panose="020B0502040204020203" pitchFamily="34" charset="0"/>
              </a:rPr>
              <a:t> </a:t>
            </a:r>
            <a:r>
              <a:rPr lang="ru-RU" dirty="0" err="1">
                <a:solidFill>
                  <a:srgbClr val="990000"/>
                </a:solidFill>
                <a:latin typeface="+mn-lt"/>
                <a:cs typeface="Segoe UI" panose="020B0502040204020203" pitchFamily="34" charset="0"/>
              </a:rPr>
              <a:t>length</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property</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accessed</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Once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the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property</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accessed</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it</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returns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to</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being</a:t>
            </a:r>
            <a:r>
              <a:rPr lang="ru-RU" dirty="0">
                <a:solidFill>
                  <a:srgbClr val="111111"/>
                </a:solidFill>
                <a:latin typeface="+mn-lt"/>
                <a:cs typeface="Segoe UI" panose="020B0502040204020203" pitchFamily="34" charset="0"/>
              </a:rPr>
              <a:t> a </a:t>
            </a:r>
            <a:r>
              <a:rPr lang="ru-RU" dirty="0" err="1">
                <a:solidFill>
                  <a:srgbClr val="111111"/>
                </a:solidFill>
                <a:latin typeface="+mn-lt"/>
                <a:cs typeface="Segoe UI" panose="020B0502040204020203" pitchFamily="34" charset="0"/>
              </a:rPr>
              <a:t>primitive</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value</a:t>
            </a:r>
            <a:r>
              <a:rPr lang="ru-RU" dirty="0">
                <a:solidFill>
                  <a:srgbClr val="111111"/>
                </a:solidFill>
                <a:latin typeface="+mn-lt"/>
                <a:cs typeface="Segoe UI" panose="020B0502040204020203" pitchFamily="34" charset="0"/>
              </a:rPr>
              <a:t> </a:t>
            </a:r>
            <a:r>
              <a:rPr lang="ru-RU" dirty="0" err="1">
                <a:solidFill>
                  <a:srgbClr val="990000"/>
                </a:solidFill>
                <a:latin typeface="+mn-lt"/>
                <a:cs typeface="Segoe UI" panose="020B0502040204020203" pitchFamily="34" charset="0"/>
              </a:rPr>
              <a:t>string</a:t>
            </a:r>
            <a:r>
              <a:rPr lang="ru-RU" dirty="0">
                <a:solidFill>
                  <a:srgbClr val="111111"/>
                </a:solidFill>
                <a:latin typeface="+mn-lt"/>
                <a:cs typeface="Segoe UI" panose="020B0502040204020203" pitchFamily="34" charset="0"/>
              </a:rPr>
              <a:t>.</a:t>
            </a:r>
            <a:endParaRPr lang="ru-RU" dirty="0">
              <a:solidFill>
                <a:schemeClr val="tx1"/>
              </a:solidFill>
              <a:latin typeface="+mn-lt"/>
            </a:endParaRPr>
          </a:p>
          <a:p>
            <a:pPr lvl="0" eaLnBrk="0" fontAlgn="base" hangingPunct="0">
              <a:spcBef>
                <a:spcPct val="0"/>
              </a:spcBef>
              <a:spcAft>
                <a:spcPct val="0"/>
              </a:spcAft>
            </a:pPr>
            <a:r>
              <a:rPr lang="ru-RU" dirty="0" err="1">
                <a:solidFill>
                  <a:srgbClr val="111111"/>
                </a:solidFill>
                <a:latin typeface="+mn-lt"/>
                <a:cs typeface="Segoe UI" panose="020B0502040204020203" pitchFamily="34" charset="0"/>
              </a:rPr>
              <a:t>And</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that</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is</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why</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almost</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everything</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in</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JavaScript</a:t>
            </a:r>
            <a:r>
              <a:rPr lang="ru-RU" dirty="0">
                <a:solidFill>
                  <a:srgbClr val="111111"/>
                </a:solidFill>
                <a:latin typeface="+mn-lt"/>
                <a:cs typeface="Segoe UI" panose="020B0502040204020203" pitchFamily="34" charset="0"/>
              </a:rPr>
              <a:t> </a:t>
            </a:r>
            <a:r>
              <a:rPr lang="ru-RU" dirty="0" err="1">
                <a:solidFill>
                  <a:srgbClr val="111111"/>
                </a:solidFill>
                <a:latin typeface="+mn-lt"/>
                <a:cs typeface="Segoe UI" panose="020B0502040204020203" pitchFamily="34" charset="0"/>
              </a:rPr>
              <a:t>is</a:t>
            </a:r>
            <a:r>
              <a:rPr lang="ru-RU" dirty="0">
                <a:solidFill>
                  <a:srgbClr val="111111"/>
                </a:solidFill>
                <a:latin typeface="+mn-lt"/>
                <a:cs typeface="Segoe UI" panose="020B0502040204020203" pitchFamily="34" charset="0"/>
              </a:rPr>
              <a:t> </a:t>
            </a:r>
            <a:r>
              <a:rPr lang="en-US" b="1" i="1" dirty="0" smtClean="0">
                <a:latin typeface="+mn-lt"/>
              </a:rPr>
              <a:t>object</a:t>
            </a:r>
            <a:r>
              <a:rPr lang="en-US" dirty="0">
                <a:latin typeface="+mn-lt"/>
              </a:rPr>
              <a:t>.</a:t>
            </a:r>
            <a:endParaRPr lang="ru-RU" dirty="0">
              <a:latin typeface="+mn-lt"/>
            </a:endParaRPr>
          </a:p>
        </p:txBody>
      </p:sp>
      <p:sp>
        <p:nvSpPr>
          <p:cNvPr id="19" name="Скругленный прямоугольник 18"/>
          <p:cNvSpPr/>
          <p:nvPr/>
        </p:nvSpPr>
        <p:spPr>
          <a:xfrm>
            <a:off x="1124857" y="2772228"/>
            <a:ext cx="9564914" cy="17562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lvl="0"/>
            <a:r>
              <a:rPr lang="en-US" sz="2400" dirty="0" smtClean="0">
                <a:solidFill>
                  <a:schemeClr val="tx1"/>
                </a:solidFill>
                <a:latin typeface="Consolas" panose="020B0609020204030204" pitchFamily="49" charset="0"/>
              </a:rPr>
              <a:t>const</a:t>
            </a:r>
            <a:r>
              <a:rPr lang="ru-RU" sz="2400" dirty="0" smtClean="0">
                <a:solidFill>
                  <a:schemeClr val="tx1"/>
                </a:solidFill>
                <a:latin typeface="Consolas" panose="020B0609020204030204" pitchFamily="49" charset="0"/>
              </a:rPr>
              <a:t> </a:t>
            </a:r>
            <a:r>
              <a:rPr lang="ru-RU" sz="2400" dirty="0" err="1">
                <a:solidFill>
                  <a:schemeClr val="tx1"/>
                </a:solidFill>
                <a:latin typeface="Consolas" panose="020B0609020204030204" pitchFamily="49" charset="0"/>
              </a:rPr>
              <a:t>stringVariable</a:t>
            </a:r>
            <a:r>
              <a:rPr lang="ru-RU" sz="2400" dirty="0">
                <a:solidFill>
                  <a:schemeClr val="tx1"/>
                </a:solidFill>
                <a:latin typeface="Consolas" panose="020B0609020204030204" pitchFamily="49" charset="0"/>
              </a:rPr>
              <a:t> ='KSN'; </a:t>
            </a:r>
            <a:endParaRPr lang="en-US" sz="2400" dirty="0" smtClean="0">
              <a:solidFill>
                <a:schemeClr val="tx1"/>
              </a:solidFill>
              <a:latin typeface="Consolas" panose="020B0609020204030204" pitchFamily="49" charset="0"/>
            </a:endParaRPr>
          </a:p>
          <a:p>
            <a:pPr lvl="0"/>
            <a:r>
              <a:rPr lang="ru-RU" sz="2400" dirty="0" err="1" smtClean="0">
                <a:solidFill>
                  <a:schemeClr val="tx1"/>
                </a:solidFill>
                <a:latin typeface="Consolas" panose="020B0609020204030204" pitchFamily="49" charset="0"/>
              </a:rPr>
              <a:t>stringVariable.length</a:t>
            </a:r>
            <a:r>
              <a:rPr lang="ru-RU" sz="2400" dirty="0">
                <a:solidFill>
                  <a:schemeClr val="tx1"/>
                </a:solidFill>
                <a:latin typeface="Consolas" panose="020B0609020204030204" pitchFamily="49" charset="0"/>
              </a:rPr>
              <a:t>; </a:t>
            </a:r>
            <a:endParaRPr lang="en-US" sz="2400" i="1" dirty="0" smtClean="0">
              <a:solidFill>
                <a:schemeClr val="tx1"/>
              </a:solidFill>
              <a:latin typeface="Consolas" panose="020B0609020204030204" pitchFamily="49" charset="0"/>
            </a:endParaRPr>
          </a:p>
          <a:p>
            <a:pPr lvl="0"/>
            <a:r>
              <a:rPr lang="ru-RU" sz="2400" dirty="0" err="1" smtClean="0">
                <a:solidFill>
                  <a:schemeClr val="tx1"/>
                </a:solidFill>
                <a:latin typeface="Consolas" panose="020B0609020204030204" pitchFamily="49" charset="0"/>
              </a:rPr>
              <a:t>stringVariable.substring</a:t>
            </a:r>
            <a:r>
              <a:rPr lang="ru-RU" sz="2400" dirty="0" smtClean="0">
                <a:solidFill>
                  <a:schemeClr val="tx1"/>
                </a:solidFill>
                <a:latin typeface="Consolas" panose="020B0609020204030204" pitchFamily="49" charset="0"/>
              </a:rPr>
              <a:t>(0,2</a:t>
            </a:r>
            <a:r>
              <a:rPr lang="ru-RU" sz="2400" dirty="0">
                <a:solidFill>
                  <a:schemeClr val="tx1"/>
                </a:solidFill>
                <a:latin typeface="Consolas" panose="020B0609020204030204" pitchFamily="49" charset="0"/>
              </a:rPr>
              <a:t>); </a:t>
            </a:r>
            <a:endParaRPr lang="ru-RU" sz="5400" dirty="0">
              <a:solidFill>
                <a:schemeClr val="tx1"/>
              </a:solidFill>
              <a:latin typeface="Arial" panose="020B0604020202020204" pitchFamily="34" charset="0"/>
            </a:endParaRPr>
          </a:p>
        </p:txBody>
      </p:sp>
    </p:spTree>
    <p:extLst>
      <p:ext uri="{BB962C8B-B14F-4D97-AF65-F5344CB8AC3E}">
        <p14:creationId xmlns:p14="http://schemas.microsoft.com/office/powerpoint/2010/main" val="35525743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What about arrays?</a:t>
            </a:r>
            <a:br>
              <a:rPr lang="en-US" b="1" dirty="0"/>
            </a:br>
            <a:endParaRPr lang="ru-RU" dirty="0"/>
          </a:p>
        </p:txBody>
      </p:sp>
      <p:sp>
        <p:nvSpPr>
          <p:cNvPr id="3" name="Текст 2"/>
          <p:cNvSpPr>
            <a:spLocks noGrp="1"/>
          </p:cNvSpPr>
          <p:nvPr>
            <p:ph type="body" sz="quarter" idx="10"/>
          </p:nvPr>
        </p:nvSpPr>
        <p:spPr/>
        <p:txBody>
          <a:bodyPr/>
          <a:lstStyle/>
          <a:p>
            <a:r>
              <a:rPr lang="en-US" dirty="0"/>
              <a:t>Arrays are objects too. The only difference is that the keys are predetermined to be whole numbers (+0 ≤ </a:t>
            </a:r>
            <a:r>
              <a:rPr lang="en-US" dirty="0" err="1"/>
              <a:t>i</a:t>
            </a:r>
            <a:r>
              <a:rPr lang="en-US" dirty="0"/>
              <a:t> &lt; 2³²–1). </a:t>
            </a:r>
            <a:r>
              <a:rPr lang="en-US" dirty="0" smtClean="0"/>
              <a:t> </a:t>
            </a:r>
            <a:r>
              <a:rPr lang="en-US" dirty="0"/>
              <a:t>They </a:t>
            </a:r>
            <a:r>
              <a:rPr lang="en-US" dirty="0" smtClean="0"/>
              <a:t>are 0, 1, 2, 3… etc</a:t>
            </a:r>
            <a:r>
              <a:rPr lang="en-US" dirty="0"/>
              <a:t>. by default. Also, while creating an array, the keys are automatically set</a:t>
            </a:r>
            <a:r>
              <a:rPr lang="en-US" dirty="0" smtClean="0"/>
              <a:t>. </a:t>
            </a:r>
          </a:p>
          <a:p>
            <a:endParaRPr lang="en-US" dirty="0" smtClean="0"/>
          </a:p>
          <a:p>
            <a:endParaRPr lang="en-US" dirty="0"/>
          </a:p>
          <a:p>
            <a:endParaRPr lang="en-US" dirty="0" smtClean="0"/>
          </a:p>
          <a:p>
            <a:endParaRPr lang="en-US" dirty="0" smtClean="0"/>
          </a:p>
          <a:p>
            <a:r>
              <a:rPr lang="en-US" dirty="0"/>
              <a:t>Arrays </a:t>
            </a:r>
            <a:r>
              <a:rPr lang="en-US" dirty="0" smtClean="0"/>
              <a:t>have length </a:t>
            </a:r>
            <a:r>
              <a:rPr lang="en-US" dirty="0"/>
              <a:t>property denoting the number of items in the array that is managed by JavaScript. From the example, we can see </a:t>
            </a:r>
            <a:r>
              <a:rPr lang="en-US" dirty="0" smtClean="0"/>
              <a:t>that </a:t>
            </a:r>
            <a:r>
              <a:rPr lang="en-US" dirty="0" err="1" smtClean="0"/>
              <a:t>Object.entries</a:t>
            </a:r>
            <a:r>
              <a:rPr lang="en-US" dirty="0" smtClean="0"/>
              <a:t> </a:t>
            </a:r>
            <a:r>
              <a:rPr lang="en-US" dirty="0"/>
              <a:t>return the </a:t>
            </a:r>
            <a:r>
              <a:rPr lang="en-US" b="1" dirty="0"/>
              <a:t>key-value</a:t>
            </a:r>
            <a:r>
              <a:rPr lang="en-US" dirty="0"/>
              <a:t> pairs of </a:t>
            </a:r>
            <a:r>
              <a:rPr lang="en-US" dirty="0" smtClean="0"/>
              <a:t>the </a:t>
            </a:r>
            <a:r>
              <a:rPr lang="en-US" dirty="0" err="1" smtClean="0"/>
              <a:t>arr</a:t>
            </a:r>
            <a:r>
              <a:rPr lang="en-US" dirty="0" smtClean="0"/>
              <a:t> </a:t>
            </a:r>
            <a:r>
              <a:rPr lang="en-US" b="1" i="1" dirty="0"/>
              <a:t>object</a:t>
            </a:r>
            <a:r>
              <a:rPr lang="en-US" dirty="0"/>
              <a:t>.</a:t>
            </a:r>
            <a:endParaRPr lang="ru-RU" dirty="0"/>
          </a:p>
        </p:txBody>
      </p:sp>
      <p:sp>
        <p:nvSpPr>
          <p:cNvPr id="19" name="Скругленный прямоугольник 18"/>
          <p:cNvSpPr/>
          <p:nvPr/>
        </p:nvSpPr>
        <p:spPr>
          <a:xfrm>
            <a:off x="1313543" y="3149601"/>
            <a:ext cx="9564914" cy="15240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360000"/>
            <a:r>
              <a:rPr lang="en-US" sz="2400" dirty="0" smtClean="0"/>
              <a:t>const </a:t>
            </a:r>
            <a:r>
              <a:rPr lang="en-US" sz="2400" dirty="0" err="1" smtClean="0"/>
              <a:t>arr</a:t>
            </a:r>
            <a:r>
              <a:rPr lang="en-US" sz="2400" dirty="0" smtClean="0"/>
              <a:t> = ['Alex', 'Earth'];</a:t>
            </a:r>
          </a:p>
          <a:p>
            <a:pPr marL="360000"/>
            <a:r>
              <a:rPr lang="en-US" sz="2400" b="1" dirty="0" err="1" smtClean="0"/>
              <a:t>typeof</a:t>
            </a:r>
            <a:r>
              <a:rPr lang="en-US" sz="2400" b="1" dirty="0" smtClean="0"/>
              <a:t> </a:t>
            </a:r>
            <a:r>
              <a:rPr lang="en-US" sz="2400" b="1" dirty="0" err="1" smtClean="0"/>
              <a:t>arr</a:t>
            </a:r>
            <a:r>
              <a:rPr lang="en-US" sz="2400" b="1" dirty="0" smtClean="0"/>
              <a:t>; </a:t>
            </a:r>
            <a:r>
              <a:rPr lang="en-US" sz="2400" dirty="0" smtClean="0"/>
              <a:t>// =&gt; </a:t>
            </a:r>
            <a:r>
              <a:rPr lang="en-US" sz="2400" b="1" dirty="0" smtClean="0"/>
              <a:t>object</a:t>
            </a:r>
          </a:p>
          <a:p>
            <a:pPr marL="360000"/>
            <a:r>
              <a:rPr lang="en-US" sz="2400" b="1" dirty="0" err="1" smtClean="0"/>
              <a:t>Object.entries</a:t>
            </a:r>
            <a:r>
              <a:rPr lang="en-US" sz="2400" dirty="0" smtClean="0"/>
              <a:t>(</a:t>
            </a:r>
            <a:r>
              <a:rPr lang="en-US" sz="2400" dirty="0" err="1" smtClean="0"/>
              <a:t>arr</a:t>
            </a:r>
            <a:r>
              <a:rPr lang="en-US" sz="2400" dirty="0" smtClean="0"/>
              <a:t>); </a:t>
            </a:r>
          </a:p>
          <a:p>
            <a:pPr marL="360000"/>
            <a:r>
              <a:rPr lang="en-US" sz="2400" dirty="0" smtClean="0"/>
              <a:t>// [ [ '0', 'Alex' ], [ '1', 'Earth' ] ]</a:t>
            </a:r>
            <a:endParaRPr lang="en-US" sz="2400" dirty="0"/>
          </a:p>
        </p:txBody>
      </p:sp>
    </p:spTree>
    <p:extLst>
      <p:ext uri="{BB962C8B-B14F-4D97-AF65-F5344CB8AC3E}">
        <p14:creationId xmlns:p14="http://schemas.microsoft.com/office/powerpoint/2010/main" val="28348919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a:t>And functions?</a:t>
            </a:r>
            <a:br>
              <a:rPr lang="en-US" b="1" dirty="0"/>
            </a:br>
            <a:r>
              <a:rPr lang="en-US" b="1" dirty="0" smtClean="0"/>
              <a:t/>
            </a:r>
            <a:br>
              <a:rPr lang="en-US" b="1" dirty="0" smtClean="0"/>
            </a:br>
            <a:endParaRPr lang="ru-RU" dirty="0"/>
          </a:p>
        </p:txBody>
      </p:sp>
      <p:sp>
        <p:nvSpPr>
          <p:cNvPr id="4" name="Текст 3"/>
          <p:cNvSpPr>
            <a:spLocks noGrp="1"/>
          </p:cNvSpPr>
          <p:nvPr>
            <p:ph type="body" sz="quarter" idx="10"/>
          </p:nvPr>
        </p:nvSpPr>
        <p:spPr/>
        <p:txBody>
          <a:bodyPr/>
          <a:lstStyle/>
          <a:p>
            <a:r>
              <a:rPr lang="en-US" dirty="0"/>
              <a:t>They are objects too. Specifically, they are objects with </a:t>
            </a:r>
            <a:r>
              <a:rPr lang="en-US" b="1" i="1" dirty="0"/>
              <a:t>internal (not accessible to us) </a:t>
            </a:r>
            <a:r>
              <a:rPr lang="en-US" b="1" dirty="0"/>
              <a:t>[[Call]]</a:t>
            </a:r>
            <a:r>
              <a:rPr lang="en-US" dirty="0"/>
              <a:t> method. Let’s see —</a:t>
            </a:r>
          </a:p>
          <a:p>
            <a:endParaRPr lang="ru-RU" dirty="0"/>
          </a:p>
        </p:txBody>
      </p:sp>
      <p:sp>
        <p:nvSpPr>
          <p:cNvPr id="6" name="Скругленный прямоугольник 5"/>
          <p:cNvSpPr/>
          <p:nvPr/>
        </p:nvSpPr>
        <p:spPr>
          <a:xfrm>
            <a:off x="1502230" y="2805053"/>
            <a:ext cx="9564914" cy="271889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lvl="0"/>
            <a:r>
              <a:rPr lang="ru-RU" sz="2000" dirty="0" err="1">
                <a:solidFill>
                  <a:schemeClr val="tx1"/>
                </a:solidFill>
              </a:rPr>
              <a:t>function</a:t>
            </a:r>
            <a:r>
              <a:rPr lang="ru-RU" sz="2000" dirty="0">
                <a:solidFill>
                  <a:schemeClr val="tx1"/>
                </a:solidFill>
              </a:rPr>
              <a:t> </a:t>
            </a:r>
            <a:r>
              <a:rPr lang="ru-RU" sz="2000" b="1" dirty="0">
                <a:solidFill>
                  <a:schemeClr val="tx1"/>
                </a:solidFill>
              </a:rPr>
              <a:t>func1</a:t>
            </a:r>
            <a:r>
              <a:rPr lang="ru-RU" sz="2000" dirty="0">
                <a:solidFill>
                  <a:schemeClr val="tx1"/>
                </a:solidFill>
              </a:rPr>
              <a:t>() {</a:t>
            </a:r>
            <a:br>
              <a:rPr lang="ru-RU" sz="2000" dirty="0">
                <a:solidFill>
                  <a:schemeClr val="tx1"/>
                </a:solidFill>
              </a:rPr>
            </a:br>
            <a:r>
              <a:rPr lang="ru-RU" sz="2000" dirty="0" smtClean="0">
                <a:solidFill>
                  <a:schemeClr val="tx1"/>
                </a:solidFill>
              </a:rPr>
              <a:t>   </a:t>
            </a:r>
            <a:r>
              <a:rPr lang="ru-RU" sz="2000" dirty="0" err="1" smtClean="0">
                <a:solidFill>
                  <a:schemeClr val="tx1"/>
                </a:solidFill>
              </a:rPr>
              <a:t>return</a:t>
            </a:r>
            <a:r>
              <a:rPr lang="ru-RU" sz="2000" dirty="0" smtClean="0">
                <a:solidFill>
                  <a:schemeClr val="tx1"/>
                </a:solidFill>
              </a:rPr>
              <a:t> </a:t>
            </a:r>
            <a:r>
              <a:rPr lang="ru-RU" sz="2000" dirty="0">
                <a:solidFill>
                  <a:schemeClr val="tx1"/>
                </a:solidFill>
              </a:rPr>
              <a:t>'</a:t>
            </a:r>
            <a:r>
              <a:rPr lang="ru-RU" sz="2000" dirty="0" err="1">
                <a:solidFill>
                  <a:schemeClr val="tx1"/>
                </a:solidFill>
              </a:rPr>
              <a:t>Alex</a:t>
            </a:r>
            <a:r>
              <a:rPr lang="ru-RU" sz="2000" dirty="0">
                <a:solidFill>
                  <a:schemeClr val="tx1"/>
                </a:solidFill>
              </a:rPr>
              <a:t>';</a:t>
            </a:r>
            <a:br>
              <a:rPr lang="ru-RU" sz="2000" dirty="0">
                <a:solidFill>
                  <a:schemeClr val="tx1"/>
                </a:solidFill>
              </a:rPr>
            </a:br>
            <a:r>
              <a:rPr lang="ru-RU" sz="2000" dirty="0">
                <a:solidFill>
                  <a:schemeClr val="tx1"/>
                </a:solidFill>
              </a:rPr>
              <a:t>}</a:t>
            </a:r>
            <a:endParaRPr lang="en-US" sz="2000" dirty="0">
              <a:solidFill>
                <a:schemeClr val="tx1"/>
              </a:solidFill>
            </a:endParaRPr>
          </a:p>
          <a:p>
            <a:pPr lvl="0" algn="just"/>
            <a:r>
              <a:rPr lang="ru-RU" sz="2000" dirty="0" err="1">
                <a:solidFill>
                  <a:schemeClr val="tx1"/>
                </a:solidFill>
              </a:rPr>
              <a:t>typeof</a:t>
            </a:r>
            <a:r>
              <a:rPr lang="ru-RU" sz="2000" dirty="0">
                <a:solidFill>
                  <a:schemeClr val="tx1"/>
                </a:solidFill>
              </a:rPr>
              <a:t> func1; // =&gt; '</a:t>
            </a:r>
            <a:r>
              <a:rPr lang="ru-RU" sz="2000" dirty="0" err="1">
                <a:solidFill>
                  <a:schemeClr val="tx1"/>
                </a:solidFill>
              </a:rPr>
              <a:t>function</a:t>
            </a:r>
            <a:r>
              <a:rPr lang="ru-RU" sz="2000" dirty="0">
                <a:solidFill>
                  <a:schemeClr val="tx1"/>
                </a:solidFill>
              </a:rPr>
              <a:t>‘</a:t>
            </a:r>
            <a:endParaRPr lang="en-US" sz="2000" dirty="0">
              <a:solidFill>
                <a:schemeClr val="tx1"/>
              </a:solidFill>
            </a:endParaRPr>
          </a:p>
          <a:p>
            <a:pPr lvl="0" algn="just"/>
            <a:r>
              <a:rPr lang="ru-RU" sz="2000" dirty="0">
                <a:solidFill>
                  <a:schemeClr val="tx1"/>
                </a:solidFill>
              </a:rPr>
              <a:t>func1.name; // =&gt; 'func1‘</a:t>
            </a:r>
            <a:endParaRPr lang="en-US" sz="2000" dirty="0">
              <a:solidFill>
                <a:schemeClr val="tx1"/>
              </a:solidFill>
            </a:endParaRPr>
          </a:p>
          <a:p>
            <a:pPr lvl="0" algn="just"/>
            <a:r>
              <a:rPr lang="ru-RU" sz="2000" b="1" dirty="0">
                <a:solidFill>
                  <a:schemeClr val="tx1"/>
                </a:solidFill>
              </a:rPr>
              <a:t>func1.address = '</a:t>
            </a:r>
            <a:r>
              <a:rPr lang="ru-RU" sz="2000" b="1" dirty="0" err="1">
                <a:solidFill>
                  <a:schemeClr val="tx1"/>
                </a:solidFill>
              </a:rPr>
              <a:t>Earth</a:t>
            </a:r>
            <a:r>
              <a:rPr lang="ru-RU" sz="2000" b="1" dirty="0">
                <a:solidFill>
                  <a:schemeClr val="tx1"/>
                </a:solidFill>
              </a:rPr>
              <a:t>';</a:t>
            </a:r>
            <a:r>
              <a:rPr lang="ru-RU" sz="2000" dirty="0">
                <a:solidFill>
                  <a:schemeClr val="tx1"/>
                </a:solidFill>
              </a:rPr>
              <a:t> </a:t>
            </a:r>
            <a:r>
              <a:rPr lang="ru-RU" sz="2000" b="1" dirty="0">
                <a:solidFill>
                  <a:schemeClr val="tx1"/>
                </a:solidFill>
              </a:rPr>
              <a:t>// </a:t>
            </a:r>
            <a:r>
              <a:rPr lang="ru-RU" sz="2000" b="1" dirty="0" err="1">
                <a:solidFill>
                  <a:schemeClr val="tx1"/>
                </a:solidFill>
              </a:rPr>
              <a:t>Setting</a:t>
            </a:r>
            <a:r>
              <a:rPr lang="ru-RU" sz="2000" b="1" dirty="0">
                <a:solidFill>
                  <a:schemeClr val="tx1"/>
                </a:solidFill>
              </a:rPr>
              <a:t> </a:t>
            </a:r>
            <a:r>
              <a:rPr lang="ru-RU" sz="2000" b="1" dirty="0" err="1">
                <a:solidFill>
                  <a:schemeClr val="tx1"/>
                </a:solidFill>
              </a:rPr>
              <a:t>our</a:t>
            </a:r>
            <a:r>
              <a:rPr lang="ru-RU" sz="2000" b="1" dirty="0">
                <a:solidFill>
                  <a:schemeClr val="tx1"/>
                </a:solidFill>
              </a:rPr>
              <a:t> </a:t>
            </a:r>
            <a:r>
              <a:rPr lang="ru-RU" sz="2000" b="1" dirty="0" err="1">
                <a:solidFill>
                  <a:schemeClr val="tx1"/>
                </a:solidFill>
              </a:rPr>
              <a:t>own</a:t>
            </a:r>
            <a:r>
              <a:rPr lang="ru-RU" sz="2000" b="1" dirty="0">
                <a:solidFill>
                  <a:schemeClr val="tx1"/>
                </a:solidFill>
              </a:rPr>
              <a:t> </a:t>
            </a:r>
            <a:r>
              <a:rPr lang="ru-RU" sz="2000" b="1" dirty="0" err="1">
                <a:solidFill>
                  <a:schemeClr val="tx1"/>
                </a:solidFill>
              </a:rPr>
              <a:t>property</a:t>
            </a:r>
            <a:endParaRPr lang="en-US" sz="2000" b="1" dirty="0">
              <a:solidFill>
                <a:schemeClr val="tx1"/>
              </a:solidFill>
            </a:endParaRPr>
          </a:p>
          <a:p>
            <a:pPr lvl="0"/>
            <a:r>
              <a:rPr lang="ru-RU" sz="2000" dirty="0">
                <a:solidFill>
                  <a:schemeClr val="tx1"/>
                </a:solidFill>
              </a:rPr>
              <a:t>func1.address; // =&gt; '</a:t>
            </a:r>
            <a:r>
              <a:rPr lang="ru-RU" sz="2000" dirty="0" err="1">
                <a:solidFill>
                  <a:schemeClr val="tx1"/>
                </a:solidFill>
              </a:rPr>
              <a:t>Earth</a:t>
            </a:r>
            <a:r>
              <a:rPr lang="ru-RU" sz="2000" dirty="0">
                <a:solidFill>
                  <a:schemeClr val="tx1"/>
                </a:solidFill>
              </a:rPr>
              <a:t>' </a:t>
            </a:r>
            <a:br>
              <a:rPr lang="ru-RU" sz="2000" dirty="0">
                <a:solidFill>
                  <a:schemeClr val="tx1"/>
                </a:solidFill>
              </a:rPr>
            </a:br>
            <a:r>
              <a:rPr lang="ru-RU" sz="2000" dirty="0">
                <a:solidFill>
                  <a:schemeClr val="tx1"/>
                </a:solidFill>
              </a:rPr>
              <a:t>func1['</a:t>
            </a:r>
            <a:r>
              <a:rPr lang="ru-RU" sz="2000" dirty="0" err="1">
                <a:solidFill>
                  <a:schemeClr val="tx1"/>
                </a:solidFill>
              </a:rPr>
              <a:t>address</a:t>
            </a:r>
            <a:r>
              <a:rPr lang="ru-RU" sz="2000" dirty="0">
                <a:solidFill>
                  <a:schemeClr val="tx1"/>
                </a:solidFill>
              </a:rPr>
              <a:t>']; // =&gt; '</a:t>
            </a:r>
            <a:r>
              <a:rPr lang="ru-RU" sz="2000" dirty="0" err="1">
                <a:solidFill>
                  <a:schemeClr val="tx1"/>
                </a:solidFill>
              </a:rPr>
              <a:t>Earth</a:t>
            </a:r>
            <a:r>
              <a:rPr lang="ru-RU" sz="2000" dirty="0">
                <a:solidFill>
                  <a:schemeClr val="tx1"/>
                </a:solidFill>
              </a:rPr>
              <a:t>' </a:t>
            </a:r>
          </a:p>
        </p:txBody>
      </p:sp>
      <p:sp>
        <p:nvSpPr>
          <p:cNvPr id="7" name="Rectangle 4"/>
          <p:cNvSpPr>
            <a:spLocks noChangeArrowheads="1"/>
          </p:cNvSpPr>
          <p:nvPr/>
        </p:nvSpPr>
        <p:spPr bwMode="auto">
          <a:xfrm>
            <a:off x="342900" y="5523944"/>
            <a:ext cx="11506200" cy="1015663"/>
          </a:xfrm>
          <a:prstGeom prst="rect">
            <a:avLst/>
          </a:prstGeom>
          <a:ln>
            <a:noFill/>
          </a:ln>
          <a:effectLst/>
        </p:spPr>
        <p:style>
          <a:lnRef idx="0">
            <a:scrgbClr r="0" g="0" b="0"/>
          </a:lnRef>
          <a:fillRef idx="1001">
            <a:schemeClr val="lt1"/>
          </a:fillRef>
          <a:effectRef idx="0">
            <a:scrgbClr r="0" g="0" b="0"/>
          </a:effectRef>
          <a:fontRef idx="major"/>
        </p:style>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i="0" u="none" strike="noStrike" cap="none" normalizeH="0" dirty="0" smtClean="0">
                <a:ln>
                  <a:noFill/>
                </a:ln>
                <a:solidFill>
                  <a:schemeClr val="bg1"/>
                </a:solidFill>
                <a:effectLst/>
                <a:latin typeface="+mn-lt"/>
              </a:rPr>
              <a:t>All functions have certain properties on them by default. name is one of them which stores the name of the function. In this case, name gives us func1 which was the original name of the declared function.</a:t>
            </a:r>
          </a:p>
        </p:txBody>
      </p:sp>
    </p:spTree>
    <p:extLst>
      <p:ext uri="{BB962C8B-B14F-4D97-AF65-F5344CB8AC3E}">
        <p14:creationId xmlns:p14="http://schemas.microsoft.com/office/powerpoint/2010/main" val="7152079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asted-image.png"/>
          <p:cNvPicPr>
            <a:picLocks noChangeAspect="1"/>
          </p:cNvPicPr>
          <p:nvPr/>
        </p:nvPicPr>
        <p:blipFill>
          <a:blip r:embed="rId2"/>
          <a:stretch>
            <a:fillRect/>
          </a:stretch>
        </p:blipFill>
        <p:spPr>
          <a:xfrm>
            <a:off x="0" y="0"/>
            <a:ext cx="12192000" cy="6858000"/>
          </a:xfrm>
          <a:prstGeom prst="rect">
            <a:avLst/>
          </a:prstGeom>
          <a:ln w="12700">
            <a:miter lim="400000"/>
          </a:ln>
        </p:spPr>
      </p:pic>
    </p:spTree>
    <p:extLst>
      <p:ext uri="{BB962C8B-B14F-4D97-AF65-F5344CB8AC3E}">
        <p14:creationId xmlns:p14="http://schemas.microsoft.com/office/powerpoint/2010/main" val="173575887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GRADIENT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2.xml><?xml version="1.0" encoding="utf-8"?>
<a:theme xmlns:a="http://schemas.openxmlformats.org/drawingml/2006/main" name="2_GRADIENT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3.xml><?xml version="1.0" encoding="utf-8"?>
<a:theme xmlns:a="http://schemas.openxmlformats.org/drawingml/2006/main" name="2_DARK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195FC54A15F344D83577B1CDDD67A5D" ma:contentTypeVersion="13" ma:contentTypeDescription="Create a new document." ma:contentTypeScope="" ma:versionID="30ded57c9b2156718eb8cc7b0e4246dc">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a0d1831635397921c92a19e568dfc949"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033E08-7FE9-4F6D-B155-A8777B4A5A57}">
  <ds:schemaRefs>
    <ds:schemaRef ds:uri="http://purl.org/dc/elements/1.1/"/>
    <ds:schemaRef ds:uri="http://schemas.microsoft.com/office/2006/metadata/properties"/>
    <ds:schemaRef ds:uri="835f28f2-30f1-4728-84d2-86d96e143488"/>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341e6018-ac0a-4dfb-8409-db9e0d25502e"/>
    <ds:schemaRef ds:uri="http://www.w3.org/XML/1998/namespace"/>
    <ds:schemaRef ds:uri="http://purl.org/dc/dcmitype/"/>
  </ds:schemaRefs>
</ds:datastoreItem>
</file>

<file path=customXml/itemProps2.xml><?xml version="1.0" encoding="utf-8"?>
<ds:datastoreItem xmlns:ds="http://schemas.openxmlformats.org/officeDocument/2006/customXml" ds:itemID="{5BCFD5A9-9FF3-42E0-89D7-BF5BFC61DD60}">
  <ds:schemaRefs>
    <ds:schemaRef ds:uri="341e6018-ac0a-4dfb-8409-db9e0d25502e"/>
    <ds:schemaRef ds:uri="835f28f2-30f1-4728-84d2-86d96e1434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96B3B9E-03D8-4766-BF45-6129617CF0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2761</TotalTime>
  <Words>1060</Words>
  <Application>Microsoft Office PowerPoint</Application>
  <PresentationFormat>Широкоэкранный</PresentationFormat>
  <Paragraphs>257</Paragraphs>
  <Slides>26</Slides>
  <Notes>3</Notes>
  <HiddenSlides>0</HiddenSlides>
  <MMClips>0</MMClips>
  <ScaleCrop>false</ScaleCrop>
  <HeadingPairs>
    <vt:vector size="6" baseType="variant">
      <vt:variant>
        <vt:lpstr>Использованные шрифты</vt:lpstr>
      </vt:variant>
      <vt:variant>
        <vt:i4>11</vt:i4>
      </vt:variant>
      <vt:variant>
        <vt:lpstr>Тема</vt:lpstr>
      </vt:variant>
      <vt:variant>
        <vt:i4>3</vt:i4>
      </vt:variant>
      <vt:variant>
        <vt:lpstr>Заголовки слайдов</vt:lpstr>
      </vt:variant>
      <vt:variant>
        <vt:i4>26</vt:i4>
      </vt:variant>
    </vt:vector>
  </HeadingPairs>
  <TitlesOfParts>
    <vt:vector size="40" baseType="lpstr">
      <vt:lpstr>Arial</vt:lpstr>
      <vt:lpstr>Calibri</vt:lpstr>
      <vt:lpstr>Consolas</vt:lpstr>
      <vt:lpstr>medium-content-serif-font</vt:lpstr>
      <vt:lpstr>Menlo</vt:lpstr>
      <vt:lpstr>Open Sans</vt:lpstr>
      <vt:lpstr>Open Sans (Основной текст)</vt:lpstr>
      <vt:lpstr>Open Sans Regular</vt:lpstr>
      <vt:lpstr>Proxima Nova Black</vt:lpstr>
      <vt:lpstr>Segoe UI</vt:lpstr>
      <vt:lpstr>Verdana</vt:lpstr>
      <vt:lpstr>1_GRADIENT THEME</vt:lpstr>
      <vt:lpstr>2_GRADIENT THEME</vt:lpstr>
      <vt:lpstr>2_DARK THEME</vt:lpstr>
      <vt:lpstr>Object-oriented programming</vt:lpstr>
      <vt:lpstr>Презентация PowerPoint</vt:lpstr>
      <vt:lpstr>Object-oriented programming</vt:lpstr>
      <vt:lpstr>Object model</vt:lpstr>
      <vt:lpstr>Object model</vt:lpstr>
      <vt:lpstr>Adding properties to an object</vt:lpstr>
      <vt:lpstr>Objects and Properties </vt:lpstr>
      <vt:lpstr>Comparison </vt:lpstr>
      <vt:lpstr>Copying </vt:lpstr>
      <vt:lpstr>OOP  </vt:lpstr>
      <vt:lpstr>Inheritance with the prototype chain  </vt:lpstr>
      <vt:lpstr>Prototype chain</vt:lpstr>
      <vt:lpstr>Prototype chain</vt:lpstr>
      <vt:lpstr>Different ways to create objects and the resulting prototype chain</vt:lpstr>
      <vt:lpstr>Different ways to create objects and the resulting prototype chain</vt:lpstr>
      <vt:lpstr>Constructors</vt:lpstr>
      <vt:lpstr>Constructors: example</vt:lpstr>
      <vt:lpstr>This keyword</vt:lpstr>
      <vt:lpstr>This keyword</vt:lpstr>
      <vt:lpstr>This keyword</vt:lpstr>
      <vt:lpstr>Object methods</vt:lpstr>
      <vt:lpstr>Built-in JS objects</vt:lpstr>
      <vt:lpstr>Is a string an object? </vt:lpstr>
      <vt:lpstr>What about arrays? </vt:lpstr>
      <vt:lpstr>And functions?  </vt:lpstr>
      <vt:lpstr>Презентация PowerPoint</vt:lpstr>
    </vt:vector>
  </TitlesOfParts>
  <Company>Verint Systems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508/WCAG SERVICE</dc:title>
  <dc:creator>Strutynska, Viktoriya</dc:creator>
  <cp:lastModifiedBy>Юлія Цуркан</cp:lastModifiedBy>
  <cp:revision>56</cp:revision>
  <dcterms:created xsi:type="dcterms:W3CDTF">2018-11-02T13:55:27Z</dcterms:created>
  <dcterms:modified xsi:type="dcterms:W3CDTF">2020-08-28T08:34:31Z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0x0101004195FC54A15F344D83577B1CDDD67A5D</vt:lpwstr>
  </property>
</Properties>
</file>