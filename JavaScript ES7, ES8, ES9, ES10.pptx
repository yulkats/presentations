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77" r:id="rId4"/>
    <p:sldMasterId id="2147484789" r:id="rId5"/>
    <p:sldMasterId id="2147484842" r:id="rId6"/>
  </p:sldMasterIdLst>
  <p:notesMasterIdLst>
    <p:notesMasterId r:id="rId33"/>
  </p:notesMasterIdLst>
  <p:sldIdLst>
    <p:sldId id="1224" r:id="rId7"/>
    <p:sldId id="1227" r:id="rId8"/>
    <p:sldId id="1225" r:id="rId9"/>
    <p:sldId id="1239" r:id="rId10"/>
    <p:sldId id="1240" r:id="rId11"/>
    <p:sldId id="1228" r:id="rId12"/>
    <p:sldId id="1244" r:id="rId13"/>
    <p:sldId id="1245" r:id="rId14"/>
    <p:sldId id="1246" r:id="rId15"/>
    <p:sldId id="1241" r:id="rId16"/>
    <p:sldId id="1256" r:id="rId17"/>
    <p:sldId id="1247" r:id="rId18"/>
    <p:sldId id="1248" r:id="rId19"/>
    <p:sldId id="1249" r:id="rId20"/>
    <p:sldId id="1242" r:id="rId21"/>
    <p:sldId id="1250" r:id="rId22"/>
    <p:sldId id="1251" r:id="rId23"/>
    <p:sldId id="1252" r:id="rId24"/>
    <p:sldId id="1258" r:id="rId25"/>
    <p:sldId id="1243" r:id="rId26"/>
    <p:sldId id="1253" r:id="rId27"/>
    <p:sldId id="1254" r:id="rId28"/>
    <p:sldId id="1255" r:id="rId29"/>
    <p:sldId id="1259" r:id="rId30"/>
    <p:sldId id="1257" r:id="rId31"/>
    <p:sldId id="1206" r:id="rId3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993470C-4786-4D38-90BE-AF14FB3A0120}">
          <p14:sldIdLst>
            <p14:sldId id="1224"/>
            <p14:sldId id="1227"/>
            <p14:sldId id="1225"/>
            <p14:sldId id="1239"/>
            <p14:sldId id="1240"/>
            <p14:sldId id="1228"/>
            <p14:sldId id="1244"/>
            <p14:sldId id="1245"/>
            <p14:sldId id="1246"/>
            <p14:sldId id="1241"/>
            <p14:sldId id="1256"/>
            <p14:sldId id="1247"/>
            <p14:sldId id="1248"/>
            <p14:sldId id="1249"/>
            <p14:sldId id="1242"/>
            <p14:sldId id="1250"/>
            <p14:sldId id="1251"/>
            <p14:sldId id="1252"/>
            <p14:sldId id="1258"/>
            <p14:sldId id="1243"/>
            <p14:sldId id="1253"/>
            <p14:sldId id="1254"/>
            <p14:sldId id="1255"/>
            <p14:sldId id="1259"/>
            <p14:sldId id="1257"/>
            <p14:sldId id="12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688" userDrawn="1">
          <p15:clr>
            <a:srgbClr val="A4A3A4"/>
          </p15:clr>
        </p15:guide>
        <p15:guide id="3" orient="horz" pos="1729" userDrawn="1">
          <p15:clr>
            <a:srgbClr val="A4A3A4"/>
          </p15:clr>
        </p15:guide>
        <p15:guide id="4" pos="7242" userDrawn="1">
          <p15:clr>
            <a:srgbClr val="A4A3A4"/>
          </p15:clr>
        </p15:guide>
        <p15:guide id="5" orient="horz" pos="12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ktoriya Shyryayeva" initials="" lastIdx="3" clrIdx="0"/>
  <p:cmAuthor id="2" name="Alona Golopuz" initials="AG" lastIdx="3" clrIdx="1"/>
  <p:cmAuthor id="3" name="Tania Kuz" initials="TK" lastIdx="7" clrIdx="2"/>
  <p:cmAuthor id="4" name="Viktoriya Shyryayeva" initials="VS" lastIdx="29" clrIdx="3"/>
  <p:cmAuthor id="5" name="Shaun Greene" initials="SG" lastIdx="1" clrIdx="4">
    <p:extLst>
      <p:ext uri="{19B8F6BF-5375-455C-9EA6-DF929625EA0E}">
        <p15:presenceInfo xmlns:p15="http://schemas.microsoft.com/office/powerpoint/2012/main" userId="S::sgree@softserveinc.com::aada7fc0-4079-4dff-b590-112c10cd22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2585"/>
    <a:srgbClr val="F26D26"/>
    <a:srgbClr val="BA124A"/>
    <a:srgbClr val="E93BDD"/>
    <a:srgbClr val="F49EEE"/>
    <a:srgbClr val="42D109"/>
    <a:srgbClr val="159B3B"/>
    <a:srgbClr val="0F45B1"/>
    <a:srgbClr val="E3602B"/>
    <a:srgbClr val="F4AB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0A7EBB-A71E-E244-9638-CA7B1C0FB579}" v="4" dt="2020-02-11T15:37:01.6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1979"/>
        <p:guide pos="688"/>
        <p:guide orient="horz" pos="1729"/>
        <p:guide pos="7242"/>
        <p:guide orient="horz" pos="12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commentAuthors" Target="comment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heme" Target="theme/theme1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s Lopushanskyi" userId="7b479547-1ac6-4c3e-bfc7-6a03fe16e469" providerId="ADAL" clId="{A68BF3D1-7A73-6B4B-B776-FB4227A94BC4}"/>
    <pc:docChg chg="addSld modSld sldOrd modMainMaster">
      <pc:chgData name="Taras Lopushanskyi" userId="7b479547-1ac6-4c3e-bfc7-6a03fe16e469" providerId="ADAL" clId="{A68BF3D1-7A73-6B4B-B776-FB4227A94BC4}" dt="2019-10-31T13:17:38.316" v="6"/>
      <pc:docMkLst>
        <pc:docMk/>
      </pc:docMkLst>
      <pc:sldChg chg="ord">
        <pc:chgData name="Taras Lopushanskyi" userId="7b479547-1ac6-4c3e-bfc7-6a03fe16e469" providerId="ADAL" clId="{A68BF3D1-7A73-6B4B-B776-FB4227A94BC4}" dt="2019-10-31T13:16:23.350" v="4"/>
        <pc:sldMkLst>
          <pc:docMk/>
          <pc:sldMk cId="1735758878" sldId="1206"/>
        </pc:sldMkLst>
      </pc:sldChg>
      <pc:sldChg chg="addSp delSp modSp add">
        <pc:chgData name="Taras Lopushanskyi" userId="7b479547-1ac6-4c3e-bfc7-6a03fe16e469" providerId="ADAL" clId="{A68BF3D1-7A73-6B4B-B776-FB4227A94BC4}" dt="2019-10-31T13:16:12.015" v="1"/>
        <pc:sldMkLst>
          <pc:docMk/>
          <pc:sldMk cId="1639771642" sldId="1225"/>
        </pc:sldMkLst>
        <pc:spChg chg="del">
          <ac:chgData name="Taras Lopushanskyi" userId="7b479547-1ac6-4c3e-bfc7-6a03fe16e469" providerId="ADAL" clId="{A68BF3D1-7A73-6B4B-B776-FB4227A94BC4}" dt="2019-10-31T13:16:12.015" v="1"/>
          <ac:spMkLst>
            <pc:docMk/>
            <pc:sldMk cId="1639771642" sldId="1225"/>
            <ac:spMk id="2" creationId="{8076658C-F2A3-8D4A-86D8-FEBF3263A091}"/>
          </ac:spMkLst>
        </pc:spChg>
        <pc:spChg chg="del">
          <ac:chgData name="Taras Lopushanskyi" userId="7b479547-1ac6-4c3e-bfc7-6a03fe16e469" providerId="ADAL" clId="{A68BF3D1-7A73-6B4B-B776-FB4227A94BC4}" dt="2019-10-31T13:16:12.015" v="1"/>
          <ac:spMkLst>
            <pc:docMk/>
            <pc:sldMk cId="1639771642" sldId="1225"/>
            <ac:spMk id="3" creationId="{56A54168-4AEC-104E-9045-AB55EC5D9176}"/>
          </ac:spMkLst>
        </pc:spChg>
        <pc:spChg chg="add mod">
          <ac:chgData name="Taras Lopushanskyi" userId="7b479547-1ac6-4c3e-bfc7-6a03fe16e469" providerId="ADAL" clId="{A68BF3D1-7A73-6B4B-B776-FB4227A94BC4}" dt="2019-10-31T13:16:12.015" v="1"/>
          <ac:spMkLst>
            <pc:docMk/>
            <pc:sldMk cId="1639771642" sldId="1225"/>
            <ac:spMk id="4" creationId="{C6AC858A-ED29-5C41-BD32-8ECE7DBAE66B}"/>
          </ac:spMkLst>
        </pc:spChg>
        <pc:spChg chg="add mod">
          <ac:chgData name="Taras Lopushanskyi" userId="7b479547-1ac6-4c3e-bfc7-6a03fe16e469" providerId="ADAL" clId="{A68BF3D1-7A73-6B4B-B776-FB4227A94BC4}" dt="2019-10-31T13:16:12.015" v="1"/>
          <ac:spMkLst>
            <pc:docMk/>
            <pc:sldMk cId="1639771642" sldId="1225"/>
            <ac:spMk id="5" creationId="{19780850-A300-724E-8E7E-7AB9F732A244}"/>
          </ac:spMkLst>
        </pc:spChg>
      </pc:sldChg>
      <pc:sldChg chg="addSp delSp modSp add">
        <pc:chgData name="Taras Lopushanskyi" userId="7b479547-1ac6-4c3e-bfc7-6a03fe16e469" providerId="ADAL" clId="{A68BF3D1-7A73-6B4B-B776-FB4227A94BC4}" dt="2019-10-31T13:17:38.316" v="6"/>
        <pc:sldMkLst>
          <pc:docMk/>
          <pc:sldMk cId="671565239" sldId="1226"/>
        </pc:sldMkLst>
        <pc:spChg chg="del">
          <ac:chgData name="Taras Lopushanskyi" userId="7b479547-1ac6-4c3e-bfc7-6a03fe16e469" providerId="ADAL" clId="{A68BF3D1-7A73-6B4B-B776-FB4227A94BC4}" dt="2019-10-31T13:16:19.054" v="3"/>
          <ac:spMkLst>
            <pc:docMk/>
            <pc:sldMk cId="671565239" sldId="1226"/>
            <ac:spMk id="2" creationId="{73C71268-C3B4-B347-BA8C-4F1ECD4E1265}"/>
          </ac:spMkLst>
        </pc:spChg>
        <pc:spChg chg="del">
          <ac:chgData name="Taras Lopushanskyi" userId="7b479547-1ac6-4c3e-bfc7-6a03fe16e469" providerId="ADAL" clId="{A68BF3D1-7A73-6B4B-B776-FB4227A94BC4}" dt="2019-10-31T13:16:19.054" v="3"/>
          <ac:spMkLst>
            <pc:docMk/>
            <pc:sldMk cId="671565239" sldId="1226"/>
            <ac:spMk id="3" creationId="{B2456797-FD03-3A46-87F7-7B63AF16E6B2}"/>
          </ac:spMkLst>
        </pc:spChg>
        <pc:spChg chg="add del mod">
          <ac:chgData name="Taras Lopushanskyi" userId="7b479547-1ac6-4c3e-bfc7-6a03fe16e469" providerId="ADAL" clId="{A68BF3D1-7A73-6B4B-B776-FB4227A94BC4}" dt="2019-10-31T13:17:38.316" v="6"/>
          <ac:spMkLst>
            <pc:docMk/>
            <pc:sldMk cId="671565239" sldId="1226"/>
            <ac:spMk id="4" creationId="{71432E24-899F-EA4A-ABC5-5AB32C618634}"/>
          </ac:spMkLst>
        </pc:spChg>
        <pc:spChg chg="add del mod">
          <ac:chgData name="Taras Lopushanskyi" userId="7b479547-1ac6-4c3e-bfc7-6a03fe16e469" providerId="ADAL" clId="{A68BF3D1-7A73-6B4B-B776-FB4227A94BC4}" dt="2019-10-31T13:17:38.316" v="6"/>
          <ac:spMkLst>
            <pc:docMk/>
            <pc:sldMk cId="671565239" sldId="1226"/>
            <ac:spMk id="5" creationId="{751E9ABB-000C-C54F-A157-7FFE41A08932}"/>
          </ac:spMkLst>
        </pc:spChg>
        <pc:spChg chg="add mod">
          <ac:chgData name="Taras Lopushanskyi" userId="7b479547-1ac6-4c3e-bfc7-6a03fe16e469" providerId="ADAL" clId="{A68BF3D1-7A73-6B4B-B776-FB4227A94BC4}" dt="2019-10-31T13:17:38.316" v="6"/>
          <ac:spMkLst>
            <pc:docMk/>
            <pc:sldMk cId="671565239" sldId="1226"/>
            <ac:spMk id="6" creationId="{AC9F75E4-15BC-FC4F-9F29-F0D3A14A0B0C}"/>
          </ac:spMkLst>
        </pc:spChg>
        <pc:spChg chg="add mod">
          <ac:chgData name="Taras Lopushanskyi" userId="7b479547-1ac6-4c3e-bfc7-6a03fe16e469" providerId="ADAL" clId="{A68BF3D1-7A73-6B4B-B776-FB4227A94BC4}" dt="2019-10-31T13:17:38.316" v="6"/>
          <ac:spMkLst>
            <pc:docMk/>
            <pc:sldMk cId="671565239" sldId="1226"/>
            <ac:spMk id="7" creationId="{1A16E419-1C84-E041-B29C-349214FCE0D2}"/>
          </ac:spMkLst>
        </pc:spChg>
      </pc:sldChg>
      <pc:sldMasterChg chg="modSldLayout">
        <pc:chgData name="Taras Lopushanskyi" userId="7b479547-1ac6-4c3e-bfc7-6a03fe16e469" providerId="ADAL" clId="{A68BF3D1-7A73-6B4B-B776-FB4227A94BC4}" dt="2019-10-31T13:17:22.654" v="5" actId="207"/>
        <pc:sldMasterMkLst>
          <pc:docMk/>
          <pc:sldMasterMk cId="3674229508" sldId="2147484777"/>
        </pc:sldMasterMkLst>
        <pc:sldLayoutChg chg="modSp">
          <pc:chgData name="Taras Lopushanskyi" userId="7b479547-1ac6-4c3e-bfc7-6a03fe16e469" providerId="ADAL" clId="{A68BF3D1-7A73-6B4B-B776-FB4227A94BC4}" dt="2019-10-31T13:17:22.654" v="5" actId="207"/>
          <pc:sldLayoutMkLst>
            <pc:docMk/>
            <pc:sldMasterMk cId="3674229508" sldId="2147484777"/>
            <pc:sldLayoutMk cId="103784457" sldId="2147484780"/>
          </pc:sldLayoutMkLst>
          <pc:spChg chg="mod">
            <ac:chgData name="Taras Lopushanskyi" userId="7b479547-1ac6-4c3e-bfc7-6a03fe16e469" providerId="ADAL" clId="{A68BF3D1-7A73-6B4B-B776-FB4227A94BC4}" dt="2019-10-31T13:17:22.654" v="5" actId="207"/>
            <ac:spMkLst>
              <pc:docMk/>
              <pc:sldMasterMk cId="3674229508" sldId="2147484777"/>
              <pc:sldLayoutMk cId="103784457" sldId="2147484780"/>
              <ac:spMk id="7" creationId="{00000000-0000-0000-0000-000000000000}"/>
            </ac:spMkLst>
          </pc:spChg>
        </pc:sldLayoutChg>
      </pc:sldMasterChg>
    </pc:docChg>
  </pc:docChgLst>
  <pc:docChgLst>
    <pc:chgData name="Olha Kuklieva" userId="8058d566-3e94-4190-bb8d-b787b7329c88" providerId="ADAL" clId="{82B65C56-0DDA-4F6B-BC61-117E65D91B3A}"/>
    <pc:docChg chg="undo custSel addSld delSld modSld sldOrd modMainMaster modSection">
      <pc:chgData name="Olha Kuklieva" userId="8058d566-3e94-4190-bb8d-b787b7329c88" providerId="ADAL" clId="{82B65C56-0DDA-4F6B-BC61-117E65D91B3A}" dt="2019-10-31T13:25:54.541" v="67" actId="2696"/>
      <pc:docMkLst>
        <pc:docMk/>
      </pc:docMkLst>
      <pc:sldChg chg="modSp">
        <pc:chgData name="Olha Kuklieva" userId="8058d566-3e94-4190-bb8d-b787b7329c88" providerId="ADAL" clId="{82B65C56-0DDA-4F6B-BC61-117E65D91B3A}" dt="2019-10-31T13:19:23.257" v="10" actId="20577"/>
        <pc:sldMkLst>
          <pc:docMk/>
          <pc:sldMk cId="4001193277" sldId="1224"/>
        </pc:sldMkLst>
        <pc:spChg chg="mod">
          <ac:chgData name="Olha Kuklieva" userId="8058d566-3e94-4190-bb8d-b787b7329c88" providerId="ADAL" clId="{82B65C56-0DDA-4F6B-BC61-117E65D91B3A}" dt="2019-10-31T13:19:23.257" v="10" actId="20577"/>
          <ac:spMkLst>
            <pc:docMk/>
            <pc:sldMk cId="4001193277" sldId="1224"/>
            <ac:spMk id="4" creationId="{C6BFCD7C-0C79-467A-9369-0675D4B541D4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0:31.922" v="33"/>
        <pc:sldMkLst>
          <pc:docMk/>
          <pc:sldMk cId="759534034" sldId="1225"/>
        </pc:sldMkLst>
        <pc:spChg chg="add del">
          <ac:chgData name="Olha Kuklieva" userId="8058d566-3e94-4190-bb8d-b787b7329c88" providerId="ADAL" clId="{82B65C56-0DDA-4F6B-BC61-117E65D91B3A}" dt="2019-10-31T13:20:31.922" v="33"/>
          <ac:spMkLst>
            <pc:docMk/>
            <pc:sldMk cId="759534034" sldId="1225"/>
            <ac:spMk id="2" creationId="{595464EC-D1C5-456B-B9F8-1F6E06556084}"/>
          </ac:spMkLst>
        </pc:spChg>
        <pc:spChg chg="add del">
          <ac:chgData name="Olha Kuklieva" userId="8058d566-3e94-4190-bb8d-b787b7329c88" providerId="ADAL" clId="{82B65C56-0DDA-4F6B-BC61-117E65D91B3A}" dt="2019-10-31T13:20:31.922" v="33"/>
          <ac:spMkLst>
            <pc:docMk/>
            <pc:sldMk cId="759534034" sldId="1225"/>
            <ac:spMk id="3" creationId="{03225F8D-77CD-4007-8F3A-710F10C8E7DD}"/>
          </ac:spMkLst>
        </pc:spChg>
        <pc:spChg chg="add del mod">
          <ac:chgData name="Olha Kuklieva" userId="8058d566-3e94-4190-bb8d-b787b7329c88" providerId="ADAL" clId="{82B65C56-0DDA-4F6B-BC61-117E65D91B3A}" dt="2019-10-31T13:19:32.530" v="18"/>
          <ac:spMkLst>
            <pc:docMk/>
            <pc:sldMk cId="759534034" sldId="1225"/>
            <ac:spMk id="4" creationId="{BCA96069-B365-4100-9F96-5D807972B8B9}"/>
          </ac:spMkLst>
        </pc:spChg>
        <pc:spChg chg="add del mod">
          <ac:chgData name="Olha Kuklieva" userId="8058d566-3e94-4190-bb8d-b787b7329c88" providerId="ADAL" clId="{82B65C56-0DDA-4F6B-BC61-117E65D91B3A}" dt="2019-10-31T13:19:32.530" v="18"/>
          <ac:spMkLst>
            <pc:docMk/>
            <pc:sldMk cId="759534034" sldId="1225"/>
            <ac:spMk id="5" creationId="{C6A279E8-94D6-4886-8FF6-8A8EC28F6554}"/>
          </ac:spMkLst>
        </pc:spChg>
        <pc:spChg chg="add mod">
          <ac:chgData name="Olha Kuklieva" userId="8058d566-3e94-4190-bb8d-b787b7329c88" providerId="ADAL" clId="{82B65C56-0DDA-4F6B-BC61-117E65D91B3A}" dt="2019-10-31T13:20:31.922" v="33"/>
          <ac:spMkLst>
            <pc:docMk/>
            <pc:sldMk cId="759534034" sldId="1225"/>
            <ac:spMk id="6" creationId="{C26BA086-93B2-44A2-8B1B-22E693D2ABB6}"/>
          </ac:spMkLst>
        </pc:spChg>
        <pc:spChg chg="add mod">
          <ac:chgData name="Olha Kuklieva" userId="8058d566-3e94-4190-bb8d-b787b7329c88" providerId="ADAL" clId="{82B65C56-0DDA-4F6B-BC61-117E65D91B3A}" dt="2019-10-31T13:20:31.922" v="33"/>
          <ac:spMkLst>
            <pc:docMk/>
            <pc:sldMk cId="759534034" sldId="1225"/>
            <ac:spMk id="7" creationId="{B3EDC24C-EE02-4845-99B9-F77A9B3BC1BB}"/>
          </ac:spMkLst>
        </pc:spChg>
      </pc:sldChg>
      <pc:sldChg chg="add del">
        <pc:chgData name="Olha Kuklieva" userId="8058d566-3e94-4190-bb8d-b787b7329c88" providerId="ADAL" clId="{82B65C56-0DDA-4F6B-BC61-117E65D91B3A}" dt="2019-10-31T13:19:19.956" v="6"/>
        <pc:sldMkLst>
          <pc:docMk/>
          <pc:sldMk cId="2522737897" sldId="1225"/>
        </pc:sldMkLst>
      </pc:sldChg>
      <pc:sldChg chg="addSp delSp modSp add">
        <pc:chgData name="Olha Kuklieva" userId="8058d566-3e94-4190-bb8d-b787b7329c88" providerId="ADAL" clId="{82B65C56-0DDA-4F6B-BC61-117E65D91B3A}" dt="2019-10-31T13:20:37.163" v="35"/>
        <pc:sldMkLst>
          <pc:docMk/>
          <pc:sldMk cId="2736104985" sldId="1226"/>
        </pc:sldMkLst>
        <pc:spChg chg="del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2" creationId="{5AF2CF7F-B1CA-40D9-B487-7FC1D9DEF6F7}"/>
          </ac:spMkLst>
        </pc:spChg>
        <pc:spChg chg="del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3" creationId="{61A4F8C9-BE4C-4212-A593-B334DC08425C}"/>
          </ac:spMkLst>
        </pc:spChg>
        <pc:spChg chg="add mod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4" creationId="{99B3B0FC-3F87-4318-A857-A0F462CAFFEA}"/>
          </ac:spMkLst>
        </pc:spChg>
        <pc:spChg chg="add mod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5" creationId="{3A9FB3B7-57FB-42BB-B446-0677226703DE}"/>
          </ac:spMkLst>
        </pc:spChg>
        <pc:spChg chg="add mod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6" creationId="{86CCEA01-F57D-41CB-89BB-D59127C3A278}"/>
          </ac:spMkLst>
        </pc:spChg>
        <pc:spChg chg="add mod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7" creationId="{899447FB-C7CD-42DA-AEBC-3440527073AC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2:27.303" v="63"/>
        <pc:sldMkLst>
          <pc:docMk/>
          <pc:sldMk cId="175485925" sldId="1227"/>
        </pc:sldMkLst>
        <pc:spChg chg="del">
          <ac:chgData name="Olha Kuklieva" userId="8058d566-3e94-4190-bb8d-b787b7329c88" providerId="ADAL" clId="{82B65C56-0DDA-4F6B-BC61-117E65D91B3A}" dt="2019-10-31T13:20:47.224" v="37"/>
          <ac:spMkLst>
            <pc:docMk/>
            <pc:sldMk cId="175485925" sldId="1227"/>
            <ac:spMk id="2" creationId="{327513D4-3B83-4300-B69B-4AC85EEDC8D9}"/>
          </ac:spMkLst>
        </pc:spChg>
        <pc:spChg chg="del">
          <ac:chgData name="Olha Kuklieva" userId="8058d566-3e94-4190-bb8d-b787b7329c88" providerId="ADAL" clId="{82B65C56-0DDA-4F6B-BC61-117E65D91B3A}" dt="2019-10-31T13:20:47.224" v="37"/>
          <ac:spMkLst>
            <pc:docMk/>
            <pc:sldMk cId="175485925" sldId="1227"/>
            <ac:spMk id="3" creationId="{C55CDE06-A103-4615-A5CF-0D391BC50FC5}"/>
          </ac:spMkLst>
        </pc:spChg>
        <pc:spChg chg="del">
          <ac:chgData name="Olha Kuklieva" userId="8058d566-3e94-4190-bb8d-b787b7329c88" providerId="ADAL" clId="{82B65C56-0DDA-4F6B-BC61-117E65D91B3A}" dt="2019-10-31T13:20:47.224" v="37"/>
          <ac:spMkLst>
            <pc:docMk/>
            <pc:sldMk cId="175485925" sldId="1227"/>
            <ac:spMk id="4" creationId="{0512DBA5-833F-4171-ABFB-4276D6BF0A4C}"/>
          </ac:spMkLst>
        </pc:spChg>
        <pc:spChg chg="del">
          <ac:chgData name="Olha Kuklieva" userId="8058d566-3e94-4190-bb8d-b787b7329c88" providerId="ADAL" clId="{82B65C56-0DDA-4F6B-BC61-117E65D91B3A}" dt="2019-10-31T13:20:47.224" v="37"/>
          <ac:spMkLst>
            <pc:docMk/>
            <pc:sldMk cId="175485925" sldId="1227"/>
            <ac:spMk id="5" creationId="{6D0FE103-98B7-4675-A27D-E67C87E88899}"/>
          </ac:spMkLst>
        </pc:spChg>
        <pc:spChg chg="add del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6" creationId="{FBDCDD2A-4E15-469D-BEA3-61049F5145CD}"/>
          </ac:spMkLst>
        </pc:spChg>
        <pc:spChg chg="add del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7" creationId="{83416B48-18DC-4F3C-9537-87FB8BA8E8A1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8" creationId="{1C879ED0-FB0F-496C-A28D-E63CA7ACFAFF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9" creationId="{CA4E5058-9026-462C-B16F-44D90B73FCAD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10" creationId="{0055DE7F-03EA-4D23-AD9C-CE1E65F90EFD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11" creationId="{E6D38E12-0B8B-4A45-AA22-FFF26BA4BDCF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12" creationId="{DDF14CDB-48E1-4C5B-B40C-D700FCD6F957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13" creationId="{276D560C-9AA8-4A22-A278-EE90E939A6AC}"/>
          </ac:spMkLst>
        </pc:spChg>
      </pc:sldChg>
      <pc:sldChg chg="addSp delSp modSp add ord">
        <pc:chgData name="Olha Kuklieva" userId="8058d566-3e94-4190-bb8d-b787b7329c88" providerId="ADAL" clId="{82B65C56-0DDA-4F6B-BC61-117E65D91B3A}" dt="2019-10-31T13:20:58.460" v="40"/>
        <pc:sldMkLst>
          <pc:docMk/>
          <pc:sldMk cId="1943036412" sldId="1228"/>
        </pc:sldMkLst>
        <pc:spChg chg="del">
          <ac:chgData name="Olha Kuklieva" userId="8058d566-3e94-4190-bb8d-b787b7329c88" providerId="ADAL" clId="{82B65C56-0DDA-4F6B-BC61-117E65D91B3A}" dt="2019-10-31T13:20:55.616" v="39"/>
          <ac:spMkLst>
            <pc:docMk/>
            <pc:sldMk cId="1943036412" sldId="1228"/>
            <ac:spMk id="2" creationId="{243A08A1-FE81-4669-8010-AB512AEBF8B5}"/>
          </ac:spMkLst>
        </pc:spChg>
        <pc:spChg chg="del">
          <ac:chgData name="Olha Kuklieva" userId="8058d566-3e94-4190-bb8d-b787b7329c88" providerId="ADAL" clId="{82B65C56-0DDA-4F6B-BC61-117E65D91B3A}" dt="2019-10-31T13:20:55.616" v="39"/>
          <ac:spMkLst>
            <pc:docMk/>
            <pc:sldMk cId="1943036412" sldId="1228"/>
            <ac:spMk id="3" creationId="{93B389C7-D385-4774-9726-10C8CAF10EAE}"/>
          </ac:spMkLst>
        </pc:spChg>
        <pc:spChg chg="add mod">
          <ac:chgData name="Olha Kuklieva" userId="8058d566-3e94-4190-bb8d-b787b7329c88" providerId="ADAL" clId="{82B65C56-0DDA-4F6B-BC61-117E65D91B3A}" dt="2019-10-31T13:20:55.616" v="39"/>
          <ac:spMkLst>
            <pc:docMk/>
            <pc:sldMk cId="1943036412" sldId="1228"/>
            <ac:spMk id="4" creationId="{CA236E6E-CCA1-48F4-8FC1-2690E5DA5F74}"/>
          </ac:spMkLst>
        </pc:spChg>
        <pc:spChg chg="add mod">
          <ac:chgData name="Olha Kuklieva" userId="8058d566-3e94-4190-bb8d-b787b7329c88" providerId="ADAL" clId="{82B65C56-0DDA-4F6B-BC61-117E65D91B3A}" dt="2019-10-31T13:20:55.616" v="39"/>
          <ac:spMkLst>
            <pc:docMk/>
            <pc:sldMk cId="1943036412" sldId="1228"/>
            <ac:spMk id="5" creationId="{9C6E0AE2-DB35-40C9-B9A1-25494B29AECD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09.202" v="42"/>
        <pc:sldMkLst>
          <pc:docMk/>
          <pc:sldMk cId="796952511" sldId="1229"/>
        </pc:sldMkLst>
        <pc:spChg chg="del">
          <ac:chgData name="Olha Kuklieva" userId="8058d566-3e94-4190-bb8d-b787b7329c88" providerId="ADAL" clId="{82B65C56-0DDA-4F6B-BC61-117E65D91B3A}" dt="2019-10-31T13:21:09.202" v="42"/>
          <ac:spMkLst>
            <pc:docMk/>
            <pc:sldMk cId="796952511" sldId="1229"/>
            <ac:spMk id="2" creationId="{E6E13410-90BD-470E-AA47-C4C5C4C388EC}"/>
          </ac:spMkLst>
        </pc:spChg>
        <pc:spChg chg="del">
          <ac:chgData name="Olha Kuklieva" userId="8058d566-3e94-4190-bb8d-b787b7329c88" providerId="ADAL" clId="{82B65C56-0DDA-4F6B-BC61-117E65D91B3A}" dt="2019-10-31T13:21:09.202" v="42"/>
          <ac:spMkLst>
            <pc:docMk/>
            <pc:sldMk cId="796952511" sldId="1229"/>
            <ac:spMk id="3" creationId="{D6DB02A1-9EBB-4826-8D38-69FD1460AFF5}"/>
          </ac:spMkLst>
        </pc:spChg>
        <pc:spChg chg="add mod">
          <ac:chgData name="Olha Kuklieva" userId="8058d566-3e94-4190-bb8d-b787b7329c88" providerId="ADAL" clId="{82B65C56-0DDA-4F6B-BC61-117E65D91B3A}" dt="2019-10-31T13:21:09.202" v="42"/>
          <ac:spMkLst>
            <pc:docMk/>
            <pc:sldMk cId="796952511" sldId="1229"/>
            <ac:spMk id="4" creationId="{5831415F-B9DB-4820-AEA0-7D4B3738F685}"/>
          </ac:spMkLst>
        </pc:spChg>
        <pc:spChg chg="add mod">
          <ac:chgData name="Olha Kuklieva" userId="8058d566-3e94-4190-bb8d-b787b7329c88" providerId="ADAL" clId="{82B65C56-0DDA-4F6B-BC61-117E65D91B3A}" dt="2019-10-31T13:21:09.202" v="42"/>
          <ac:spMkLst>
            <pc:docMk/>
            <pc:sldMk cId="796952511" sldId="1229"/>
            <ac:spMk id="5" creationId="{548BC74F-B18A-4578-98FC-BCE7C88CA179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13.117" v="44"/>
        <pc:sldMkLst>
          <pc:docMk/>
          <pc:sldMk cId="1856492653" sldId="1230"/>
        </pc:sldMkLst>
        <pc:spChg chg="del">
          <ac:chgData name="Olha Kuklieva" userId="8058d566-3e94-4190-bb8d-b787b7329c88" providerId="ADAL" clId="{82B65C56-0DDA-4F6B-BC61-117E65D91B3A}" dt="2019-10-31T13:21:13.117" v="44"/>
          <ac:spMkLst>
            <pc:docMk/>
            <pc:sldMk cId="1856492653" sldId="1230"/>
            <ac:spMk id="2" creationId="{0AC469AC-C6FF-4003-B95F-89980C5C3E02}"/>
          </ac:spMkLst>
        </pc:spChg>
        <pc:spChg chg="del">
          <ac:chgData name="Olha Kuklieva" userId="8058d566-3e94-4190-bb8d-b787b7329c88" providerId="ADAL" clId="{82B65C56-0DDA-4F6B-BC61-117E65D91B3A}" dt="2019-10-31T13:21:13.117" v="44"/>
          <ac:spMkLst>
            <pc:docMk/>
            <pc:sldMk cId="1856492653" sldId="1230"/>
            <ac:spMk id="3" creationId="{534F63C9-4974-45FF-8754-4E152E5BF9FC}"/>
          </ac:spMkLst>
        </pc:spChg>
        <pc:spChg chg="add mod">
          <ac:chgData name="Olha Kuklieva" userId="8058d566-3e94-4190-bb8d-b787b7329c88" providerId="ADAL" clId="{82B65C56-0DDA-4F6B-BC61-117E65D91B3A}" dt="2019-10-31T13:21:13.117" v="44"/>
          <ac:spMkLst>
            <pc:docMk/>
            <pc:sldMk cId="1856492653" sldId="1230"/>
            <ac:spMk id="4" creationId="{AAFA0E05-D6A3-44DB-8E1F-AE9104489031}"/>
          </ac:spMkLst>
        </pc:spChg>
        <pc:spChg chg="add mod">
          <ac:chgData name="Olha Kuklieva" userId="8058d566-3e94-4190-bb8d-b787b7329c88" providerId="ADAL" clId="{82B65C56-0DDA-4F6B-BC61-117E65D91B3A}" dt="2019-10-31T13:21:13.117" v="44"/>
          <ac:spMkLst>
            <pc:docMk/>
            <pc:sldMk cId="1856492653" sldId="1230"/>
            <ac:spMk id="5" creationId="{817D4F48-03D6-4A34-979F-5C60DD1330B6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18.439" v="46"/>
        <pc:sldMkLst>
          <pc:docMk/>
          <pc:sldMk cId="3440774989" sldId="1231"/>
        </pc:sldMkLst>
        <pc:spChg chg="del">
          <ac:chgData name="Olha Kuklieva" userId="8058d566-3e94-4190-bb8d-b787b7329c88" providerId="ADAL" clId="{82B65C56-0DDA-4F6B-BC61-117E65D91B3A}" dt="2019-10-31T13:21:18.439" v="46"/>
          <ac:spMkLst>
            <pc:docMk/>
            <pc:sldMk cId="3440774989" sldId="1231"/>
            <ac:spMk id="2" creationId="{414DAAB3-A6A9-41E2-B080-6E455B2E14B5}"/>
          </ac:spMkLst>
        </pc:spChg>
        <pc:spChg chg="del">
          <ac:chgData name="Olha Kuklieva" userId="8058d566-3e94-4190-bb8d-b787b7329c88" providerId="ADAL" clId="{82B65C56-0DDA-4F6B-BC61-117E65D91B3A}" dt="2019-10-31T13:21:18.439" v="46"/>
          <ac:spMkLst>
            <pc:docMk/>
            <pc:sldMk cId="3440774989" sldId="1231"/>
            <ac:spMk id="3" creationId="{D9233D15-17C2-49C8-AD55-6911C3DEBA37}"/>
          </ac:spMkLst>
        </pc:spChg>
        <pc:spChg chg="add mod">
          <ac:chgData name="Olha Kuklieva" userId="8058d566-3e94-4190-bb8d-b787b7329c88" providerId="ADAL" clId="{82B65C56-0DDA-4F6B-BC61-117E65D91B3A}" dt="2019-10-31T13:21:18.439" v="46"/>
          <ac:spMkLst>
            <pc:docMk/>
            <pc:sldMk cId="3440774989" sldId="1231"/>
            <ac:spMk id="4" creationId="{B89C1B92-534C-47A0-B35C-7F8EBB8DA40C}"/>
          </ac:spMkLst>
        </pc:spChg>
        <pc:spChg chg="add mod">
          <ac:chgData name="Olha Kuklieva" userId="8058d566-3e94-4190-bb8d-b787b7329c88" providerId="ADAL" clId="{82B65C56-0DDA-4F6B-BC61-117E65D91B3A}" dt="2019-10-31T13:21:18.439" v="46"/>
          <ac:spMkLst>
            <pc:docMk/>
            <pc:sldMk cId="3440774989" sldId="1231"/>
            <ac:spMk id="5" creationId="{8FA807B4-AFD7-4059-940E-031033A6C169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30.607" v="48"/>
        <pc:sldMkLst>
          <pc:docMk/>
          <pc:sldMk cId="370164559" sldId="1232"/>
        </pc:sldMkLst>
        <pc:spChg chg="del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2" creationId="{AEFF3FA5-4F9A-47C5-9282-15004FDD5FA0}"/>
          </ac:spMkLst>
        </pc:spChg>
        <pc:spChg chg="del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3" creationId="{6AA47D9C-991C-44A7-B46B-E6C01B7D3F19}"/>
          </ac:spMkLst>
        </pc:spChg>
        <pc:spChg chg="add mod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4" creationId="{C4F1E8A9-C2C6-413C-BF2D-8D22F2332193}"/>
          </ac:spMkLst>
        </pc:spChg>
        <pc:spChg chg="add mod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5" creationId="{61B47164-5C4E-46ED-A751-8C8D4443061B}"/>
          </ac:spMkLst>
        </pc:spChg>
        <pc:spChg chg="add mod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6" creationId="{74334EBB-850A-4BB3-AD6E-C0E5759930A3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35.157" v="50"/>
        <pc:sldMkLst>
          <pc:docMk/>
          <pc:sldMk cId="2206258584" sldId="1233"/>
        </pc:sldMkLst>
        <pc:spChg chg="del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2" creationId="{F1E522FB-5637-4F0F-B84F-6172AF70EDE3}"/>
          </ac:spMkLst>
        </pc:spChg>
        <pc:spChg chg="del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3" creationId="{C3DDFADB-9649-4C6A-ACE2-244024000276}"/>
          </ac:spMkLst>
        </pc:spChg>
        <pc:spChg chg="del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4" creationId="{F97ED3CC-02AE-4272-836A-215B3EB3F8AA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5" creationId="{07F232F8-3DCC-42F6-918D-253C12D87F55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6" creationId="{3BD6F3A0-B8BF-41EB-A614-48D90DB3A7F7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7" creationId="{2FF701EB-017D-4DCB-8484-2297D8189D7A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8" creationId="{F7F2DB32-9C4E-4DB0-886F-43B87BC86204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9" creationId="{C884F33B-DAF6-48C5-B73F-15CA78409C7A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10" creationId="{EB64B8B9-D9F6-4431-B684-602795A15DDD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48.777" v="55"/>
        <pc:sldMkLst>
          <pc:docMk/>
          <pc:sldMk cId="138160587" sldId="1234"/>
        </pc:sldMkLst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2" creationId="{176F6549-E1E7-4A73-BA3F-66D5A69F98EB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3" creationId="{AC47A63F-3C3D-4ECB-AB6F-A1712D885026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4" creationId="{4C0B0985-B27B-459A-943D-2997DA842B16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5" creationId="{AA329F11-EC5C-4BA6-8036-5D41DEA89FAD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6" creationId="{609B4149-A2B1-4FB0-A323-C5ACB9F5F87B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7" creationId="{5CC034BD-2514-4DEE-9F20-591D91F0F473}"/>
          </ac:spMkLst>
        </pc:spChg>
        <pc:spChg chg="add del mod">
          <ac:chgData name="Olha Kuklieva" userId="8058d566-3e94-4190-bb8d-b787b7329c88" providerId="ADAL" clId="{82B65C56-0DDA-4F6B-BC61-117E65D91B3A}" dt="2019-10-31T13:21:48.777" v="55"/>
          <ac:spMkLst>
            <pc:docMk/>
            <pc:sldMk cId="138160587" sldId="1234"/>
            <ac:spMk id="8" creationId="{63DEA8AE-C6CF-4784-93A5-86DD907A9A5C}"/>
          </ac:spMkLst>
        </pc:spChg>
        <pc:spChg chg="add del mod">
          <ac:chgData name="Olha Kuklieva" userId="8058d566-3e94-4190-bb8d-b787b7329c88" providerId="ADAL" clId="{82B65C56-0DDA-4F6B-BC61-117E65D91B3A}" dt="2019-10-31T13:21:48.777" v="55"/>
          <ac:spMkLst>
            <pc:docMk/>
            <pc:sldMk cId="138160587" sldId="1234"/>
            <ac:spMk id="9" creationId="{9680BDFE-7646-4F3A-BCA5-F47C02A39C05}"/>
          </ac:spMkLst>
        </pc:spChg>
        <pc:spChg chg="add mod">
          <ac:chgData name="Olha Kuklieva" userId="8058d566-3e94-4190-bb8d-b787b7329c88" providerId="ADAL" clId="{82B65C56-0DDA-4F6B-BC61-117E65D91B3A}" dt="2019-10-31T13:21:48.777" v="55"/>
          <ac:spMkLst>
            <pc:docMk/>
            <pc:sldMk cId="138160587" sldId="1234"/>
            <ac:spMk id="10" creationId="{C2C01860-88AA-4983-9D84-DB6CD67B99FA}"/>
          </ac:spMkLst>
        </pc:spChg>
        <pc:spChg chg="add mod">
          <ac:chgData name="Olha Kuklieva" userId="8058d566-3e94-4190-bb8d-b787b7329c88" providerId="ADAL" clId="{82B65C56-0DDA-4F6B-BC61-117E65D91B3A}" dt="2019-10-31T13:21:48.777" v="55"/>
          <ac:spMkLst>
            <pc:docMk/>
            <pc:sldMk cId="138160587" sldId="1234"/>
            <ac:spMk id="11" creationId="{CF3D1018-5EBF-47E8-BCA9-73CE5FFDDFC4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52.450" v="56"/>
        <pc:sldMkLst>
          <pc:docMk/>
          <pc:sldMk cId="1929071914" sldId="1235"/>
        </pc:sldMkLst>
        <pc:spChg chg="del">
          <ac:chgData name="Olha Kuklieva" userId="8058d566-3e94-4190-bb8d-b787b7329c88" providerId="ADAL" clId="{82B65C56-0DDA-4F6B-BC61-117E65D91B3A}" dt="2019-10-31T13:21:44.502" v="54"/>
          <ac:spMkLst>
            <pc:docMk/>
            <pc:sldMk cId="1929071914" sldId="1235"/>
            <ac:spMk id="2" creationId="{461BE51E-4C08-41AA-80FA-11C38A0245D2}"/>
          </ac:spMkLst>
        </pc:spChg>
        <pc:spChg chg="del">
          <ac:chgData name="Olha Kuklieva" userId="8058d566-3e94-4190-bb8d-b787b7329c88" providerId="ADAL" clId="{82B65C56-0DDA-4F6B-BC61-117E65D91B3A}" dt="2019-10-31T13:21:44.502" v="54"/>
          <ac:spMkLst>
            <pc:docMk/>
            <pc:sldMk cId="1929071914" sldId="1235"/>
            <ac:spMk id="3" creationId="{3E51AC74-5C4C-4D8B-8CDE-5A0F2C1E9D9C}"/>
          </ac:spMkLst>
        </pc:spChg>
        <pc:spChg chg="add del mod">
          <ac:chgData name="Olha Kuklieva" userId="8058d566-3e94-4190-bb8d-b787b7329c88" providerId="ADAL" clId="{82B65C56-0DDA-4F6B-BC61-117E65D91B3A}" dt="2019-10-31T13:21:52.450" v="56"/>
          <ac:spMkLst>
            <pc:docMk/>
            <pc:sldMk cId="1929071914" sldId="1235"/>
            <ac:spMk id="4" creationId="{7CE279CF-3BD5-4824-A27C-DC37634BDC47}"/>
          </ac:spMkLst>
        </pc:spChg>
        <pc:spChg chg="add del mod">
          <ac:chgData name="Olha Kuklieva" userId="8058d566-3e94-4190-bb8d-b787b7329c88" providerId="ADAL" clId="{82B65C56-0DDA-4F6B-BC61-117E65D91B3A}" dt="2019-10-31T13:21:52.450" v="56"/>
          <ac:spMkLst>
            <pc:docMk/>
            <pc:sldMk cId="1929071914" sldId="1235"/>
            <ac:spMk id="5" creationId="{D455A3A1-0149-49CA-9D4F-AD68D4166B21}"/>
          </ac:spMkLst>
        </pc:spChg>
        <pc:spChg chg="add mod">
          <ac:chgData name="Olha Kuklieva" userId="8058d566-3e94-4190-bb8d-b787b7329c88" providerId="ADAL" clId="{82B65C56-0DDA-4F6B-BC61-117E65D91B3A}" dt="2019-10-31T13:21:52.450" v="56"/>
          <ac:spMkLst>
            <pc:docMk/>
            <pc:sldMk cId="1929071914" sldId="1235"/>
            <ac:spMk id="6" creationId="{E7799C24-7F17-4319-B7A6-4385F217E7DA}"/>
          </ac:spMkLst>
        </pc:spChg>
        <pc:spChg chg="add mod">
          <ac:chgData name="Olha Kuklieva" userId="8058d566-3e94-4190-bb8d-b787b7329c88" providerId="ADAL" clId="{82B65C56-0DDA-4F6B-BC61-117E65D91B3A}" dt="2019-10-31T13:21:52.450" v="56"/>
          <ac:spMkLst>
            <pc:docMk/>
            <pc:sldMk cId="1929071914" sldId="1235"/>
            <ac:spMk id="7" creationId="{BB481E08-7C2D-4866-9DA7-E948FC06EE63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56.198" v="58"/>
        <pc:sldMkLst>
          <pc:docMk/>
          <pc:sldMk cId="1483906705" sldId="1236"/>
        </pc:sldMkLst>
        <pc:spChg chg="del">
          <ac:chgData name="Olha Kuklieva" userId="8058d566-3e94-4190-bb8d-b787b7329c88" providerId="ADAL" clId="{82B65C56-0DDA-4F6B-BC61-117E65D91B3A}" dt="2019-10-31T13:21:56.198" v="58"/>
          <ac:spMkLst>
            <pc:docMk/>
            <pc:sldMk cId="1483906705" sldId="1236"/>
            <ac:spMk id="2" creationId="{95DFADC9-7335-4F78-A5D4-A7BF31752D7F}"/>
          </ac:spMkLst>
        </pc:spChg>
        <pc:spChg chg="del">
          <ac:chgData name="Olha Kuklieva" userId="8058d566-3e94-4190-bb8d-b787b7329c88" providerId="ADAL" clId="{82B65C56-0DDA-4F6B-BC61-117E65D91B3A}" dt="2019-10-31T13:21:56.198" v="58"/>
          <ac:spMkLst>
            <pc:docMk/>
            <pc:sldMk cId="1483906705" sldId="1236"/>
            <ac:spMk id="3" creationId="{0269A099-CDF6-4EBA-A514-A2DAB86EFC04}"/>
          </ac:spMkLst>
        </pc:spChg>
        <pc:spChg chg="add mod">
          <ac:chgData name="Olha Kuklieva" userId="8058d566-3e94-4190-bb8d-b787b7329c88" providerId="ADAL" clId="{82B65C56-0DDA-4F6B-BC61-117E65D91B3A}" dt="2019-10-31T13:21:56.198" v="58"/>
          <ac:spMkLst>
            <pc:docMk/>
            <pc:sldMk cId="1483906705" sldId="1236"/>
            <ac:spMk id="4" creationId="{9C0E98AF-C5CD-4FAB-A01E-D24E37D15F8E}"/>
          </ac:spMkLst>
        </pc:spChg>
        <pc:spChg chg="add mod">
          <ac:chgData name="Olha Kuklieva" userId="8058d566-3e94-4190-bb8d-b787b7329c88" providerId="ADAL" clId="{82B65C56-0DDA-4F6B-BC61-117E65D91B3A}" dt="2019-10-31T13:21:56.198" v="58"/>
          <ac:spMkLst>
            <pc:docMk/>
            <pc:sldMk cId="1483906705" sldId="1236"/>
            <ac:spMk id="5" creationId="{2D815465-9810-4297-B7C7-CB93EFFC3510}"/>
          </ac:spMkLst>
        </pc:spChg>
      </pc:sldChg>
      <pc:sldChg chg="delSp add">
        <pc:chgData name="Olha Kuklieva" userId="8058d566-3e94-4190-bb8d-b787b7329c88" providerId="ADAL" clId="{82B65C56-0DDA-4F6B-BC61-117E65D91B3A}" dt="2019-10-31T13:22:04.395" v="60"/>
        <pc:sldMkLst>
          <pc:docMk/>
          <pc:sldMk cId="1744341630" sldId="1237"/>
        </pc:sldMkLst>
        <pc:spChg chg="del">
          <ac:chgData name="Olha Kuklieva" userId="8058d566-3e94-4190-bb8d-b787b7329c88" providerId="ADAL" clId="{82B65C56-0DDA-4F6B-BC61-117E65D91B3A}" dt="2019-10-31T13:22:04.395" v="60"/>
          <ac:spMkLst>
            <pc:docMk/>
            <pc:sldMk cId="1744341630" sldId="1237"/>
            <ac:spMk id="2" creationId="{1498270B-F795-4657-B078-0A65B2F27EA8}"/>
          </ac:spMkLst>
        </pc:spChg>
        <pc:spChg chg="del">
          <ac:chgData name="Olha Kuklieva" userId="8058d566-3e94-4190-bb8d-b787b7329c88" providerId="ADAL" clId="{82B65C56-0DDA-4F6B-BC61-117E65D91B3A}" dt="2019-10-31T13:22:04.395" v="60"/>
          <ac:spMkLst>
            <pc:docMk/>
            <pc:sldMk cId="1744341630" sldId="1237"/>
            <ac:spMk id="3" creationId="{73635B2F-3EEC-4D33-BAC8-1F7FD7E72004}"/>
          </ac:spMkLst>
        </pc:spChg>
      </pc:sldChg>
      <pc:sldChg chg="addSp modSp add">
        <pc:chgData name="Olha Kuklieva" userId="8058d566-3e94-4190-bb8d-b787b7329c88" providerId="ADAL" clId="{82B65C56-0DDA-4F6B-BC61-117E65D91B3A}" dt="2019-10-31T13:22:12.857" v="62"/>
        <pc:sldMkLst>
          <pc:docMk/>
          <pc:sldMk cId="2199953829" sldId="1238"/>
        </pc:sldMkLst>
        <pc:spChg chg="add mod">
          <ac:chgData name="Olha Kuklieva" userId="8058d566-3e94-4190-bb8d-b787b7329c88" providerId="ADAL" clId="{82B65C56-0DDA-4F6B-BC61-117E65D91B3A}" dt="2019-10-31T13:22:12.857" v="62"/>
          <ac:spMkLst>
            <pc:docMk/>
            <pc:sldMk cId="2199953829" sldId="1238"/>
            <ac:spMk id="2" creationId="{8C88C5F5-6CB3-4FAC-992E-C7AF0C1AEAA9}"/>
          </ac:spMkLst>
        </pc:spChg>
        <pc:spChg chg="add mod">
          <ac:chgData name="Olha Kuklieva" userId="8058d566-3e94-4190-bb8d-b787b7329c88" providerId="ADAL" clId="{82B65C56-0DDA-4F6B-BC61-117E65D91B3A}" dt="2019-10-31T13:22:12.857" v="62"/>
          <ac:spMkLst>
            <pc:docMk/>
            <pc:sldMk cId="2199953829" sldId="1238"/>
            <ac:spMk id="3" creationId="{84A8E77E-B539-4F18-9F02-51D8362FC622}"/>
          </ac:spMkLst>
        </pc:spChg>
        <pc:spChg chg="add mod">
          <ac:chgData name="Olha Kuklieva" userId="8058d566-3e94-4190-bb8d-b787b7329c88" providerId="ADAL" clId="{82B65C56-0DDA-4F6B-BC61-117E65D91B3A}" dt="2019-10-31T13:22:12.857" v="62"/>
          <ac:spMkLst>
            <pc:docMk/>
            <pc:sldMk cId="2199953829" sldId="1238"/>
            <ac:spMk id="4" creationId="{7F538B34-5B01-4C18-9A86-345B2E5C88AA}"/>
          </ac:spMkLst>
        </pc:spChg>
      </pc:sldChg>
      <pc:sldChg chg="del ord">
        <pc:chgData name="Olha Kuklieva" userId="8058d566-3e94-4190-bb8d-b787b7329c88" providerId="ADAL" clId="{82B65C56-0DDA-4F6B-BC61-117E65D91B3A}" dt="2019-10-31T13:25:54.534" v="66" actId="2696"/>
        <pc:sldMkLst>
          <pc:docMk/>
          <pc:sldMk cId="1639771642" sldId="1239"/>
        </pc:sldMkLst>
      </pc:sldChg>
      <pc:sldChg chg="del ord">
        <pc:chgData name="Olha Kuklieva" userId="8058d566-3e94-4190-bb8d-b787b7329c88" providerId="ADAL" clId="{82B65C56-0DDA-4F6B-BC61-117E65D91B3A}" dt="2019-10-31T13:25:54.541" v="67" actId="2696"/>
        <pc:sldMkLst>
          <pc:docMk/>
          <pc:sldMk cId="671565239" sldId="1240"/>
        </pc:sldMkLst>
      </pc:sldChg>
      <pc:sldMasterChg chg="modSldLayout">
        <pc:chgData name="Olha Kuklieva" userId="8058d566-3e94-4190-bb8d-b787b7329c88" providerId="ADAL" clId="{82B65C56-0DDA-4F6B-BC61-117E65D91B3A}" dt="2019-10-31T13:20:21.167" v="32"/>
        <pc:sldMasterMkLst>
          <pc:docMk/>
          <pc:sldMasterMk cId="3674229508" sldId="2147484777"/>
        </pc:sldMasterMkLst>
        <pc:sldLayoutChg chg="addSp delSp">
          <pc:chgData name="Olha Kuklieva" userId="8058d566-3e94-4190-bb8d-b787b7329c88" providerId="ADAL" clId="{82B65C56-0DDA-4F6B-BC61-117E65D91B3A}" dt="2019-10-31T13:20:21.167" v="32"/>
          <pc:sldLayoutMkLst>
            <pc:docMk/>
            <pc:sldMasterMk cId="3674229508" sldId="2147484777"/>
            <pc:sldLayoutMk cId="103784457" sldId="2147484780"/>
          </pc:sldLayoutMkLst>
          <pc:spChg chg="del">
            <ac:chgData name="Olha Kuklieva" userId="8058d566-3e94-4190-bb8d-b787b7329c88" providerId="ADAL" clId="{82B65C56-0DDA-4F6B-BC61-117E65D91B3A}" dt="2019-10-31T13:20:20.660" v="31" actId="478"/>
            <ac:spMkLst>
              <pc:docMk/>
              <pc:sldMasterMk cId="3674229508" sldId="2147484777"/>
              <pc:sldLayoutMk cId="103784457" sldId="2147484780"/>
              <ac:spMk id="7" creationId="{00000000-0000-0000-0000-000000000000}"/>
            </ac:spMkLst>
          </pc:spChg>
          <pc:spChg chg="add">
            <ac:chgData name="Olha Kuklieva" userId="8058d566-3e94-4190-bb8d-b787b7329c88" providerId="ADAL" clId="{82B65C56-0DDA-4F6B-BC61-117E65D91B3A}" dt="2019-10-31T13:20:21.167" v="32"/>
            <ac:spMkLst>
              <pc:docMk/>
              <pc:sldMasterMk cId="3674229508" sldId="2147484777"/>
              <pc:sldLayoutMk cId="103784457" sldId="2147484780"/>
              <ac:spMk id="10" creationId="{7E951F8F-95DA-4545-9B7B-92CF0D985F6F}"/>
            </ac:spMkLst>
          </pc:spChg>
        </pc:sldLayoutChg>
      </pc:sldMasterChg>
      <pc:sldMasterChg chg="modSldLayout">
        <pc:chgData name="Olha Kuklieva" userId="8058d566-3e94-4190-bb8d-b787b7329c88" providerId="ADAL" clId="{82B65C56-0DDA-4F6B-BC61-117E65D91B3A}" dt="2019-10-31T13:20:02.333" v="28" actId="1076"/>
        <pc:sldMasterMkLst>
          <pc:docMk/>
          <pc:sldMasterMk cId="341790936" sldId="2147484789"/>
        </pc:sldMasterMkLst>
        <pc:sldLayoutChg chg="modSp">
          <pc:chgData name="Olha Kuklieva" userId="8058d566-3e94-4190-bb8d-b787b7329c88" providerId="ADAL" clId="{82B65C56-0DDA-4F6B-BC61-117E65D91B3A}" dt="2019-10-31T13:20:02.333" v="28" actId="1076"/>
          <pc:sldLayoutMkLst>
            <pc:docMk/>
            <pc:sldMasterMk cId="341790936" sldId="2147484789"/>
            <pc:sldLayoutMk cId="3124640893" sldId="2147484792"/>
          </pc:sldLayoutMkLst>
          <pc:spChg chg="mod">
            <ac:chgData name="Olha Kuklieva" userId="8058d566-3e94-4190-bb8d-b787b7329c88" providerId="ADAL" clId="{82B65C56-0DDA-4F6B-BC61-117E65D91B3A}" dt="2019-10-31T13:19:18.002" v="5" actId="20577"/>
            <ac:spMkLst>
              <pc:docMk/>
              <pc:sldMasterMk cId="341790936" sldId="2147484789"/>
              <pc:sldLayoutMk cId="3124640893" sldId="2147484792"/>
              <ac:spMk id="3" creationId="{00000000-0000-0000-0000-000000000000}"/>
            </ac:spMkLst>
          </pc:spChg>
          <pc:spChg chg="mod">
            <ac:chgData name="Olha Kuklieva" userId="8058d566-3e94-4190-bb8d-b787b7329c88" providerId="ADAL" clId="{82B65C56-0DDA-4F6B-BC61-117E65D91B3A}" dt="2019-10-31T13:20:02.333" v="28" actId="1076"/>
            <ac:spMkLst>
              <pc:docMk/>
              <pc:sldMasterMk cId="341790936" sldId="2147484789"/>
              <pc:sldLayoutMk cId="3124640893" sldId="2147484792"/>
              <ac:spMk id="7" creationId="{00000000-0000-0000-0000-000000000000}"/>
            </ac:spMkLst>
          </pc:spChg>
        </pc:sldLayoutChg>
      </pc:sldMasterChg>
      <pc:sldMasterChg chg="modSldLayout">
        <pc:chgData name="Olha Kuklieva" userId="8058d566-3e94-4190-bb8d-b787b7329c88" providerId="ADAL" clId="{82B65C56-0DDA-4F6B-BC61-117E65D91B3A}" dt="2019-10-31T13:20:08.977" v="30"/>
        <pc:sldMasterMkLst>
          <pc:docMk/>
          <pc:sldMasterMk cId="3849270835" sldId="2147484842"/>
        </pc:sldMasterMkLst>
        <pc:sldLayoutChg chg="addSp delSp">
          <pc:chgData name="Olha Kuklieva" userId="8058d566-3e94-4190-bb8d-b787b7329c88" providerId="ADAL" clId="{82B65C56-0DDA-4F6B-BC61-117E65D91B3A}" dt="2019-10-31T13:20:08.977" v="30"/>
          <pc:sldLayoutMkLst>
            <pc:docMk/>
            <pc:sldMasterMk cId="3849270835" sldId="2147484842"/>
            <pc:sldLayoutMk cId="2933953185" sldId="2147484850"/>
          </pc:sldLayoutMkLst>
          <pc:spChg chg="add">
            <ac:chgData name="Olha Kuklieva" userId="8058d566-3e94-4190-bb8d-b787b7329c88" providerId="ADAL" clId="{82B65C56-0DDA-4F6B-BC61-117E65D91B3A}" dt="2019-10-31T13:20:08.977" v="30"/>
            <ac:spMkLst>
              <pc:docMk/>
              <pc:sldMasterMk cId="3849270835" sldId="2147484842"/>
              <pc:sldLayoutMk cId="2933953185" sldId="2147484850"/>
              <ac:spMk id="6" creationId="{6DDF5AB6-195E-47F9-91E3-98E599C01EFB}"/>
            </ac:spMkLst>
          </pc:spChg>
          <pc:spChg chg="del">
            <ac:chgData name="Olha Kuklieva" userId="8058d566-3e94-4190-bb8d-b787b7329c88" providerId="ADAL" clId="{82B65C56-0DDA-4F6B-BC61-117E65D91B3A}" dt="2019-10-31T13:20:08.389" v="29" actId="478"/>
            <ac:spMkLst>
              <pc:docMk/>
              <pc:sldMasterMk cId="3849270835" sldId="2147484842"/>
              <pc:sldLayoutMk cId="2933953185" sldId="2147484850"/>
              <ac:spMk id="7" creationId="{00000000-0000-0000-0000-000000000000}"/>
            </ac:spMkLst>
          </pc:spChg>
        </pc:sldLayoutChg>
      </pc:sldMasterChg>
    </pc:docChg>
  </pc:docChgLst>
  <pc:docChgLst>
    <pc:chgData name="Briana Mendoza" userId="c91bfef7-954f-4b54-95a0-187db890a228" providerId="ADAL" clId="{DE0A7EBB-A71E-E244-9638-CA7B1C0FB579}"/>
    <pc:docChg chg="addSld modSld">
      <pc:chgData name="Briana Mendoza" userId="c91bfef7-954f-4b54-95a0-187db890a228" providerId="ADAL" clId="{DE0A7EBB-A71E-E244-9638-CA7B1C0FB579}" dt="2020-02-11T15:37:01.634" v="2"/>
      <pc:docMkLst>
        <pc:docMk/>
      </pc:docMkLst>
      <pc:sldChg chg="addSp delSp modSp add">
        <pc:chgData name="Briana Mendoza" userId="c91bfef7-954f-4b54-95a0-187db890a228" providerId="ADAL" clId="{DE0A7EBB-A71E-E244-9638-CA7B1C0FB579}" dt="2020-02-11T15:37:01.634" v="2"/>
        <pc:sldMkLst>
          <pc:docMk/>
          <pc:sldMk cId="801574221" sldId="1239"/>
        </pc:sldMkLst>
        <pc:spChg chg="del">
          <ac:chgData name="Briana Mendoza" userId="c91bfef7-954f-4b54-95a0-187db890a228" providerId="ADAL" clId="{DE0A7EBB-A71E-E244-9638-CA7B1C0FB579}" dt="2020-02-11T15:36:41.101" v="1"/>
          <ac:spMkLst>
            <pc:docMk/>
            <pc:sldMk cId="801574221" sldId="1239"/>
            <ac:spMk id="2" creationId="{74E54B86-7300-084E-A2EA-4C64CC1F82ED}"/>
          </ac:spMkLst>
        </pc:spChg>
        <pc:spChg chg="del">
          <ac:chgData name="Briana Mendoza" userId="c91bfef7-954f-4b54-95a0-187db890a228" providerId="ADAL" clId="{DE0A7EBB-A71E-E244-9638-CA7B1C0FB579}" dt="2020-02-11T15:36:41.101" v="1"/>
          <ac:spMkLst>
            <pc:docMk/>
            <pc:sldMk cId="801574221" sldId="1239"/>
            <ac:spMk id="3" creationId="{2AC26678-36D1-1940-989C-87092E5FFD6F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4" creationId="{40755D8C-6560-E04B-A898-B88A03B4DA47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5" creationId="{EA190C6B-83CF-FA44-B2A2-0FC1B75C04A6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6" creationId="{8E679A29-6F90-6C4C-970A-85B34E6A8B5C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7" creationId="{E541A164-7EC1-2246-A6BF-402A097BD6ED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8" creationId="{F64460B3-2375-9D4D-8234-4174BC3B6295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9" creationId="{18176AEF-88AB-C24B-8F30-A8413B879A09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0" creationId="{FE6F92B3-0A64-344F-AACB-4E6E187DC37E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1" creationId="{C4182C9D-1897-824D-B491-0F7A8B610D23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2" creationId="{0BB31010-45BB-7746-BE81-D42559C95C3A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3" creationId="{D89F69B0-8928-7C44-AAF4-023C48E652CF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4" creationId="{16B6D339-815F-5140-BA2E-F4D179F7E23F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5" creationId="{3028D1EB-7057-3649-9CA8-4717FC9099A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6818D-8EB4-40E0-B412-1AB8722040CC}" type="datetimeFigureOut">
              <a:rPr lang="en-GB"/>
              <a:pPr>
                <a:defRPr/>
              </a:pPr>
              <a:t>07/09/2020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7524555-7A4A-402C-AA8C-9E148724DB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5913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524555-7A4A-402C-AA8C-9E148724DB57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304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524555-7A4A-402C-AA8C-9E148724DB57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100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GRADIENT-1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CF45043-0DF6-7844-A454-194D648F9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  <p:sp>
        <p:nvSpPr>
          <p:cNvPr id="10" name="Title 8">
            <a:extLst>
              <a:ext uri="{FF2B5EF4-FFF2-40B4-BE49-F238E27FC236}">
                <a16:creationId xmlns="" xmlns:a16="http://schemas.microsoft.com/office/drawing/2014/main" id="{353C5CCE-34CF-4745-B8D7-AF744DB56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668307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1000"/>
              </a:lnSpc>
              <a:defRPr sz="1500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</a:t>
            </a:r>
            <a:r>
              <a:rPr lang="uk-UA"/>
              <a:t/>
            </a:r>
            <a:br>
              <a:rPr lang="uk-UA"/>
            </a:br>
            <a:r>
              <a:rPr lang="en-US"/>
              <a:t>TO</a:t>
            </a:r>
            <a:r>
              <a:rPr lang="uk-UA"/>
              <a:t> </a:t>
            </a:r>
            <a:r>
              <a:rPr lang="en-US"/>
              <a:t>BE</a:t>
            </a:r>
            <a:r>
              <a:rPr lang="uk-UA"/>
              <a:t> </a:t>
            </a:r>
            <a:r>
              <a:rPr lang="en-US"/>
              <a:t>CAPI</a:t>
            </a:r>
            <a:r>
              <a:rPr lang="uk-UA"/>
              <a:t/>
            </a:r>
            <a:br>
              <a:rPr lang="uk-UA"/>
            </a:br>
            <a:r>
              <a:rPr lang="en-US"/>
              <a:t>TALIZED</a:t>
            </a:r>
          </a:p>
        </p:txBody>
      </p:sp>
    </p:spTree>
    <p:extLst>
      <p:ext uri="{BB962C8B-B14F-4D97-AF65-F5344CB8AC3E}">
        <p14:creationId xmlns:p14="http://schemas.microsoft.com/office/powerpoint/2010/main" val="8165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LIDE-GRADIENT-2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solidFill>
                  <a:schemeClr val="tx1"/>
                </a:solidFill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9906801-963A-2748-A48D-2607EEFEA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9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ONE-COLUMN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CC0A6A9-FB31-4A19-A170-D23A18C938E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30000">
                <a:schemeClr val="accent6"/>
              </a:gs>
              <a:gs pos="100000">
                <a:schemeClr val="accent4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Rectangle 2"/>
          <p:cNvSpPr/>
          <p:nvPr userDrawn="1"/>
        </p:nvSpPr>
        <p:spPr>
          <a:xfrm>
            <a:off x="0" y="1744980"/>
            <a:ext cx="12192000" cy="51130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50" y="5906728"/>
            <a:ext cx="154184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84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R ICONS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51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5045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_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1C47469-3B03-E44C-89B5-F697BC2200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72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WO-COLUMNS-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91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HREE-COLUMNS-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743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ESCRIPTION-SIDETEXT-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</a:t>
            </a:r>
            <a:r>
              <a:rPr lang="uk-UA"/>
              <a:t/>
            </a:r>
            <a:br>
              <a:rPr lang="uk-UA"/>
            </a:br>
            <a:r>
              <a:rPr lang="en-US"/>
              <a:t>BE CAPITA</a:t>
            </a:r>
            <a:r>
              <a:rPr lang="uk-UA"/>
              <a:t/>
            </a:r>
            <a:br>
              <a:rPr lang="uk-UA"/>
            </a:br>
            <a:r>
              <a:rPr lang="en-US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317994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LEFT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9239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IDETEXT-PROCESS-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8956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105400" y="2057401"/>
            <a:ext cx="1981200" cy="685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73152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9525000" y="2057401"/>
            <a:ext cx="1981200" cy="685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B4B68A2E-49F8-4BDA-BD1A-488169336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</p:spTree>
    <p:extLst>
      <p:ext uri="{BB962C8B-B14F-4D97-AF65-F5344CB8AC3E}">
        <p14:creationId xmlns:p14="http://schemas.microsoft.com/office/powerpoint/2010/main" val="2905492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E-COLUMN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0" i="0">
                <a:solidFill>
                  <a:prstClr val="black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668672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GRADIENT-1">
    <p:bg>
      <p:bgPr>
        <a:gradFill flip="none" rotWithShape="1">
          <a:gsLst>
            <a:gs pos="0">
              <a:srgbClr val="8F2585"/>
            </a:gs>
            <a:gs pos="100000">
              <a:srgbClr val="F26D26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CF45043-0DF6-7844-A454-194D648F9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  <p:sp>
        <p:nvSpPr>
          <p:cNvPr id="10" name="Title 8">
            <a:extLst>
              <a:ext uri="{FF2B5EF4-FFF2-40B4-BE49-F238E27FC236}">
                <a16:creationId xmlns="" xmlns:a16="http://schemas.microsoft.com/office/drawing/2014/main" id="{353C5CCE-34CF-4745-B8D7-AF744DB56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668307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1000"/>
              </a:lnSpc>
              <a:defRPr sz="1500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</a:t>
            </a:r>
            <a:r>
              <a:rPr lang="uk-UA"/>
              <a:t/>
            </a:r>
            <a:br>
              <a:rPr lang="uk-UA"/>
            </a:br>
            <a:r>
              <a:rPr lang="en-US"/>
              <a:t>TO</a:t>
            </a:r>
            <a:r>
              <a:rPr lang="uk-UA"/>
              <a:t> </a:t>
            </a:r>
            <a:r>
              <a:rPr lang="en-US"/>
              <a:t>BE</a:t>
            </a:r>
            <a:r>
              <a:rPr lang="uk-UA"/>
              <a:t> </a:t>
            </a:r>
            <a:r>
              <a:rPr lang="en-US"/>
              <a:t>CAPI</a:t>
            </a:r>
            <a:r>
              <a:rPr lang="uk-UA"/>
              <a:t/>
            </a:r>
            <a:br>
              <a:rPr lang="uk-UA"/>
            </a:br>
            <a:r>
              <a:rPr lang="en-US"/>
              <a:t>TALIZED</a:t>
            </a:r>
          </a:p>
        </p:txBody>
      </p:sp>
    </p:spTree>
    <p:extLst>
      <p:ext uri="{BB962C8B-B14F-4D97-AF65-F5344CB8AC3E}">
        <p14:creationId xmlns:p14="http://schemas.microsoft.com/office/powerpoint/2010/main" val="4199888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LIDE-GRADIENT-2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solidFill>
                  <a:schemeClr val="tx1"/>
                </a:solidFill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9906801-963A-2748-A48D-2607EEFEA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65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ONE-COLUMN-DARK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1744980"/>
            <a:ext cx="12192000" cy="51130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50" y="5906728"/>
            <a:ext cx="154184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40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ICONS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7044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R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2273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_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1C47469-3B03-E44C-89B5-F697BC2200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67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WO-COLUMNS-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63711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HREE-COLUMNS-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72389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ESCRIPTION-SIDETEXT-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</a:t>
            </a:r>
            <a:r>
              <a:rPr lang="uk-UA"/>
              <a:t/>
            </a:r>
            <a:br>
              <a:rPr lang="uk-UA"/>
            </a:br>
            <a:r>
              <a:rPr lang="en-US"/>
              <a:t>BE CAPITA</a:t>
            </a:r>
            <a:r>
              <a:rPr lang="uk-UA"/>
              <a:t/>
            </a:r>
            <a:br>
              <a:rPr lang="uk-UA"/>
            </a:br>
            <a:r>
              <a:rPr lang="en-US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32967322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LEFT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82367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IDETEXT-PROCESS-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8956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105400" y="2057401"/>
            <a:ext cx="1981200" cy="685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73152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9525000" y="2057401"/>
            <a:ext cx="1981200" cy="685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B4B68A2E-49F8-4BDA-BD1A-488169336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</p:spTree>
    <p:extLst>
      <p:ext uri="{BB962C8B-B14F-4D97-AF65-F5344CB8AC3E}">
        <p14:creationId xmlns:p14="http://schemas.microsoft.com/office/powerpoint/2010/main" val="36662433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LIDE-DARK-1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5459753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0500"/>
              </a:lnSpc>
              <a:defRPr sz="15000">
                <a:solidFill>
                  <a:schemeClr val="tx1"/>
                </a:solidFill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</a:t>
            </a:r>
            <a:r>
              <a:rPr lang="uk-UA"/>
              <a:t/>
            </a:r>
            <a:br>
              <a:rPr lang="uk-UA"/>
            </a:br>
            <a:r>
              <a:rPr lang="en-US"/>
              <a:t>TO</a:t>
            </a:r>
            <a:r>
              <a:rPr lang="uk-UA"/>
              <a:t> </a:t>
            </a:r>
            <a:r>
              <a:rPr lang="en-US"/>
              <a:t>BE</a:t>
            </a:r>
            <a:r>
              <a:rPr lang="uk-UA"/>
              <a:t> </a:t>
            </a:r>
            <a:r>
              <a:rPr lang="en-US"/>
              <a:t>CAPI</a:t>
            </a:r>
            <a:r>
              <a:rPr lang="uk-UA"/>
              <a:t/>
            </a:r>
            <a:br>
              <a:rPr lang="uk-UA"/>
            </a:br>
            <a:r>
              <a:rPr lang="en-US"/>
              <a:t>TALIZED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CF45043-0DF6-7844-A454-194D648F9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706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DARK-2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solidFill>
                  <a:schemeClr val="tx1"/>
                </a:solidFill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9906801-963A-2748-A48D-2607EEFEA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854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-ONE-COLUMN-DARK">
    <p:bg>
      <p:bgPr>
        <a:gradFill flip="none" rotWithShape="1">
          <a:gsLst>
            <a:gs pos="0">
              <a:schemeClr val="accent6"/>
            </a:gs>
            <a:gs pos="30000">
              <a:schemeClr val="accent6"/>
            </a:gs>
            <a:gs pos="100000">
              <a:srgbClr val="7030A0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1744980"/>
            <a:ext cx="12192000" cy="51130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50" y="5906728"/>
            <a:ext cx="1541845" cy="26547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="" xmlns:a16="http://schemas.microsoft.com/office/drawing/2014/main" id="{6DDF5AB6-195E-47F9-91E3-98E599C01E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39531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ONE-COLUMN-DARK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320D1B1E-8401-8049-8729-0C74A6C192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307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R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27206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631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TWO-COLUMNS-GRADIENT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11217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THREE-COLUMNS-GRADIENT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86831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DESCRIPTION-SIDETEXT-GRADIENT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</a:t>
            </a:r>
            <a:r>
              <a:rPr lang="uk-UA"/>
              <a:t/>
            </a:r>
            <a:br>
              <a:rPr lang="uk-UA"/>
            </a:br>
            <a:r>
              <a:rPr lang="en-US"/>
              <a:t>BE CAPITA</a:t>
            </a:r>
            <a:r>
              <a:rPr lang="uk-UA"/>
              <a:t/>
            </a:r>
            <a:br>
              <a:rPr lang="uk-UA"/>
            </a:br>
            <a:r>
              <a:rPr lang="en-US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25208856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-LEFT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885753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IMELINE-DARK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-28575" y="2743200"/>
            <a:ext cx="122529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 userDrawn="1"/>
        </p:nvSpPr>
        <p:spPr>
          <a:xfrm>
            <a:off x="6172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Oval 25"/>
          <p:cNvSpPr/>
          <p:nvPr userDrawn="1"/>
        </p:nvSpPr>
        <p:spPr>
          <a:xfrm>
            <a:off x="28270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Oval 26"/>
          <p:cNvSpPr/>
          <p:nvPr userDrawn="1"/>
        </p:nvSpPr>
        <p:spPr>
          <a:xfrm>
            <a:off x="50368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Oval 27"/>
          <p:cNvSpPr/>
          <p:nvPr userDrawn="1"/>
        </p:nvSpPr>
        <p:spPr>
          <a:xfrm>
            <a:off x="72466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Oval 28"/>
          <p:cNvSpPr/>
          <p:nvPr userDrawn="1"/>
        </p:nvSpPr>
        <p:spPr>
          <a:xfrm>
            <a:off x="94564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28956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114925" y="2057400"/>
            <a:ext cx="1466850" cy="809897"/>
          </a:xfrm>
          <a:prstGeom prst="rect">
            <a:avLst/>
          </a:prstGeom>
          <a:noFill/>
          <a:ln>
            <a:noFill/>
          </a:ln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73152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534525" y="207645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5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28956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511492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7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73152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51547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D2C70A87-6824-3248-B448-307E7C5BC0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28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2295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78" r:id="rId1"/>
    <p:sldLayoutId id="2147484779" r:id="rId2"/>
    <p:sldLayoutId id="2147484780" r:id="rId3"/>
    <p:sldLayoutId id="2147484802" r:id="rId4"/>
    <p:sldLayoutId id="2147484781" r:id="rId5"/>
    <p:sldLayoutId id="2147484782" r:id="rId6"/>
    <p:sldLayoutId id="2147484783" r:id="rId7"/>
    <p:sldLayoutId id="2147484784" r:id="rId8"/>
    <p:sldLayoutId id="2147484785" r:id="rId9"/>
    <p:sldLayoutId id="2147484786" r:id="rId10"/>
    <p:sldLayoutId id="2147484787" r:id="rId11"/>
    <p:sldLayoutId id="214748478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32">
          <p15:clr>
            <a:srgbClr val="F26B43"/>
          </p15:clr>
        </p15:guide>
        <p15:guide id="4" pos="724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864">
          <p15:clr>
            <a:srgbClr val="F26B43"/>
          </p15:clr>
        </p15:guide>
        <p15:guide id="7" orient="horz" pos="3456">
          <p15:clr>
            <a:srgbClr val="F26B43"/>
          </p15:clr>
        </p15:guide>
        <p15:guide id="8" orient="horz" pos="3888">
          <p15:clr>
            <a:srgbClr val="F26B43"/>
          </p15:clr>
        </p15:guide>
        <p15:guide id="9" pos="1680">
          <p15:clr>
            <a:srgbClr val="F26B43"/>
          </p15:clr>
        </p15:guide>
        <p15:guide id="10" pos="1824">
          <p15:clr>
            <a:srgbClr val="F26B43"/>
          </p15:clr>
        </p15:guide>
        <p15:guide id="11" pos="2616">
          <p15:clr>
            <a:srgbClr val="F26B43"/>
          </p15:clr>
        </p15:guide>
        <p15:guide id="12" pos="3072">
          <p15:clr>
            <a:srgbClr val="F26B43"/>
          </p15:clr>
        </p15:guide>
        <p15:guide id="13" pos="2760">
          <p15:clr>
            <a:srgbClr val="F26B43"/>
          </p15:clr>
        </p15:guide>
        <p15:guide id="14" pos="3216">
          <p15:clr>
            <a:srgbClr val="F26B43"/>
          </p15:clr>
        </p15:guide>
        <p15:guide id="15" pos="4464">
          <p15:clr>
            <a:srgbClr val="F26B43"/>
          </p15:clr>
        </p15:guide>
        <p15:guide id="16" pos="4608">
          <p15:clr>
            <a:srgbClr val="F26B43"/>
          </p15:clr>
        </p15:guide>
        <p15:guide id="17" pos="4920">
          <p15:clr>
            <a:srgbClr val="F26B43"/>
          </p15:clr>
        </p15:guide>
        <p15:guide id="18" pos="5064">
          <p15:clr>
            <a:srgbClr val="F26B43"/>
          </p15:clr>
        </p15:guide>
        <p15:guide id="19" pos="5856">
          <p15:clr>
            <a:srgbClr val="F26B43"/>
          </p15:clr>
        </p15:guide>
        <p15:guide id="20" pos="6000">
          <p15:clr>
            <a:srgbClr val="F26B43"/>
          </p15:clr>
        </p15:guide>
        <p15:guide id="21" orient="horz" pos="1296">
          <p15:clr>
            <a:srgbClr val="F26B43"/>
          </p15:clr>
        </p15:guide>
        <p15:guide id="22" orient="horz" pos="1728">
          <p15:clr>
            <a:srgbClr val="F26B43"/>
          </p15:clr>
        </p15:guide>
        <p15:guide id="23" pos="3768">
          <p15:clr>
            <a:srgbClr val="F26B43"/>
          </p15:clr>
        </p15:guide>
        <p15:guide id="24" pos="39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09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90" r:id="rId1"/>
    <p:sldLayoutId id="2147484791" r:id="rId2"/>
    <p:sldLayoutId id="2147484792" r:id="rId3"/>
    <p:sldLayoutId id="2147484793" r:id="rId4"/>
    <p:sldLayoutId id="2147484803" r:id="rId5"/>
    <p:sldLayoutId id="2147484794" r:id="rId6"/>
    <p:sldLayoutId id="2147484795" r:id="rId7"/>
    <p:sldLayoutId id="2147484796" r:id="rId8"/>
    <p:sldLayoutId id="2147484797" r:id="rId9"/>
    <p:sldLayoutId id="2147484798" r:id="rId10"/>
    <p:sldLayoutId id="21474847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32">
          <p15:clr>
            <a:srgbClr val="F26B43"/>
          </p15:clr>
        </p15:guide>
        <p15:guide id="4" pos="724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864">
          <p15:clr>
            <a:srgbClr val="F26B43"/>
          </p15:clr>
        </p15:guide>
        <p15:guide id="7" orient="horz" pos="3456">
          <p15:clr>
            <a:srgbClr val="F26B43"/>
          </p15:clr>
        </p15:guide>
        <p15:guide id="8" orient="horz" pos="3888">
          <p15:clr>
            <a:srgbClr val="F26B43"/>
          </p15:clr>
        </p15:guide>
        <p15:guide id="9" pos="1680">
          <p15:clr>
            <a:srgbClr val="F26B43"/>
          </p15:clr>
        </p15:guide>
        <p15:guide id="10" pos="1824">
          <p15:clr>
            <a:srgbClr val="F26B43"/>
          </p15:clr>
        </p15:guide>
        <p15:guide id="11" pos="2616">
          <p15:clr>
            <a:srgbClr val="F26B43"/>
          </p15:clr>
        </p15:guide>
        <p15:guide id="12" pos="3072">
          <p15:clr>
            <a:srgbClr val="F26B43"/>
          </p15:clr>
        </p15:guide>
        <p15:guide id="13" pos="2760">
          <p15:clr>
            <a:srgbClr val="F26B43"/>
          </p15:clr>
        </p15:guide>
        <p15:guide id="14" pos="3216">
          <p15:clr>
            <a:srgbClr val="F26B43"/>
          </p15:clr>
        </p15:guide>
        <p15:guide id="15" pos="4464">
          <p15:clr>
            <a:srgbClr val="F26B43"/>
          </p15:clr>
        </p15:guide>
        <p15:guide id="16" pos="4608">
          <p15:clr>
            <a:srgbClr val="F26B43"/>
          </p15:clr>
        </p15:guide>
        <p15:guide id="17" pos="4920">
          <p15:clr>
            <a:srgbClr val="F26B43"/>
          </p15:clr>
        </p15:guide>
        <p15:guide id="18" pos="5064">
          <p15:clr>
            <a:srgbClr val="F26B43"/>
          </p15:clr>
        </p15:guide>
        <p15:guide id="19" pos="5856">
          <p15:clr>
            <a:srgbClr val="F26B43"/>
          </p15:clr>
        </p15:guide>
        <p15:guide id="20" pos="6000">
          <p15:clr>
            <a:srgbClr val="F26B43"/>
          </p15:clr>
        </p15:guide>
        <p15:guide id="21" orient="horz" pos="1296">
          <p15:clr>
            <a:srgbClr val="F26B43"/>
          </p15:clr>
        </p15:guide>
        <p15:guide id="22" orient="horz" pos="1728">
          <p15:clr>
            <a:srgbClr val="F26B43"/>
          </p15:clr>
        </p15:guide>
        <p15:guide id="23" pos="3768">
          <p15:clr>
            <a:srgbClr val="F26B43"/>
          </p15:clr>
        </p15:guide>
        <p15:guide id="24" pos="391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2708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844" r:id="rId1"/>
    <p:sldLayoutId id="2147484845" r:id="rId2"/>
    <p:sldLayoutId id="2147484850" r:id="rId3"/>
    <p:sldLayoutId id="2147484849" r:id="rId4"/>
    <p:sldLayoutId id="2147484853" r:id="rId5"/>
    <p:sldLayoutId id="2147484854" r:id="rId6"/>
    <p:sldLayoutId id="2147484855" r:id="rId7"/>
    <p:sldLayoutId id="2147484856" r:id="rId8"/>
    <p:sldLayoutId id="2147484857" r:id="rId9"/>
    <p:sldLayoutId id="2147484858" r:id="rId10"/>
    <p:sldLayoutId id="21474848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32">
          <p15:clr>
            <a:srgbClr val="F26B43"/>
          </p15:clr>
        </p15:guide>
        <p15:guide id="4" pos="724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864">
          <p15:clr>
            <a:srgbClr val="F26B43"/>
          </p15:clr>
        </p15:guide>
        <p15:guide id="7" orient="horz" pos="3456">
          <p15:clr>
            <a:srgbClr val="F26B43"/>
          </p15:clr>
        </p15:guide>
        <p15:guide id="8" orient="horz" pos="3888">
          <p15:clr>
            <a:srgbClr val="F26B43"/>
          </p15:clr>
        </p15:guide>
        <p15:guide id="9" pos="1680">
          <p15:clr>
            <a:srgbClr val="F26B43"/>
          </p15:clr>
        </p15:guide>
        <p15:guide id="10" pos="1824">
          <p15:clr>
            <a:srgbClr val="F26B43"/>
          </p15:clr>
        </p15:guide>
        <p15:guide id="11" pos="2616">
          <p15:clr>
            <a:srgbClr val="F26B43"/>
          </p15:clr>
        </p15:guide>
        <p15:guide id="12" pos="3072">
          <p15:clr>
            <a:srgbClr val="F26B43"/>
          </p15:clr>
        </p15:guide>
        <p15:guide id="13" pos="2760">
          <p15:clr>
            <a:srgbClr val="F26B43"/>
          </p15:clr>
        </p15:guide>
        <p15:guide id="14" pos="3216">
          <p15:clr>
            <a:srgbClr val="F26B43"/>
          </p15:clr>
        </p15:guide>
        <p15:guide id="15" pos="4464">
          <p15:clr>
            <a:srgbClr val="F26B43"/>
          </p15:clr>
        </p15:guide>
        <p15:guide id="16" pos="4608">
          <p15:clr>
            <a:srgbClr val="F26B43"/>
          </p15:clr>
        </p15:guide>
        <p15:guide id="17" pos="4920">
          <p15:clr>
            <a:srgbClr val="F26B43"/>
          </p15:clr>
        </p15:guide>
        <p15:guide id="18" pos="5064">
          <p15:clr>
            <a:srgbClr val="F26B43"/>
          </p15:clr>
        </p15:guide>
        <p15:guide id="19" pos="5856">
          <p15:clr>
            <a:srgbClr val="F26B43"/>
          </p15:clr>
        </p15:guide>
        <p15:guide id="20" pos="6000">
          <p15:clr>
            <a:srgbClr val="F26B43"/>
          </p15:clr>
        </p15:guide>
        <p15:guide id="21" orient="horz" pos="1296">
          <p15:clr>
            <a:srgbClr val="F26B43"/>
          </p15:clr>
        </p15:guide>
        <p15:guide id="22" orient="horz" pos="1728">
          <p15:clr>
            <a:srgbClr val="F26B43"/>
          </p15:clr>
        </p15:guide>
        <p15:guide id="23" pos="3768">
          <p15:clr>
            <a:srgbClr val="F26B43"/>
          </p15:clr>
        </p15:guide>
        <p15:guide id="24" pos="3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2ality.com/2016/02/async-functions.html" TargetMode="Externa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6BFCD7C-0C79-467A-9369-0675D4B541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by </a:t>
            </a:r>
            <a:r>
              <a:rPr lang="en-US" dirty="0" err="1" smtClean="0"/>
              <a:t>Yuliia</a:t>
            </a:r>
            <a:r>
              <a:rPr lang="en-US" dirty="0" smtClean="0"/>
              <a:t> </a:t>
            </a:r>
            <a:r>
              <a:rPr lang="en-US" dirty="0" err="1" smtClean="0"/>
              <a:t>Tsurkan</a:t>
            </a:r>
            <a:endParaRPr lang="uk-UA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314A52-F715-4894-9739-384FC3085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8308" y="174929"/>
            <a:ext cx="12390783" cy="54343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JavaScript ES7, ES8, ES9, </a:t>
            </a:r>
            <a:r>
              <a:rPr lang="en-US" dirty="0" smtClean="0"/>
              <a:t>ES10, ES11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0119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69994" y="1760561"/>
            <a:ext cx="7792872" cy="31085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ECMAScript</a:t>
            </a:r>
            <a:endParaRPr lang="en-US" sz="96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algn="ctr"/>
            <a:r>
              <a:rPr lang="en-US" sz="10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2</a:t>
            </a:r>
            <a:r>
              <a:rPr lang="en-US" sz="100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016(ES7)</a:t>
            </a:r>
            <a:endParaRPr lang="ru-RU" sz="10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548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26BA086-93B2-44A2-8B1B-22E693D2A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 </a:t>
            </a:r>
            <a:r>
              <a:rPr lang="en-US" dirty="0" err="1"/>
              <a:t>Array.prototype.includes</a:t>
            </a:r>
            <a:r>
              <a:rPr lang="en-US" dirty="0"/>
              <a:t>()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124" y="1798243"/>
            <a:ext cx="8714799" cy="48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3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2.</a:t>
            </a:r>
            <a:r>
              <a:rPr lang="en-US" dirty="0"/>
              <a:t> Exponentiation </a:t>
            </a:r>
            <a:r>
              <a:rPr lang="en-US" dirty="0" smtClean="0"/>
              <a:t>operator 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52" y="1989161"/>
            <a:ext cx="10550896" cy="329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57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69994" y="1760561"/>
            <a:ext cx="7792872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dirty="0" err="1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ECMAScript</a:t>
            </a:r>
            <a:endParaRPr lang="en-US" sz="96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algn="ctr"/>
            <a:r>
              <a:rPr lang="en-US" sz="100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2017(ES8)</a:t>
            </a:r>
            <a:endParaRPr lang="ru-RU" sz="10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48121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1.</a:t>
            </a:r>
            <a:r>
              <a:rPr lang="en-US" dirty="0">
                <a:hlinkClick r:id="rId2"/>
              </a:rPr>
              <a:t> </a:t>
            </a:r>
            <a:r>
              <a:rPr lang="en-US" dirty="0" err="1" smtClean="0"/>
              <a:t>Async</a:t>
            </a:r>
            <a:r>
              <a:rPr lang="en-US" dirty="0" smtClean="0"/>
              <a:t> Functions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13" y="1808069"/>
            <a:ext cx="6629374" cy="483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03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dirty="0" smtClean="0"/>
              <a:t>. </a:t>
            </a:r>
            <a:r>
              <a:rPr lang="en-US" dirty="0" err="1"/>
              <a:t>Object.values</a:t>
            </a:r>
            <a:r>
              <a:rPr lang="en-US" dirty="0" smtClean="0"/>
              <a:t>(); 3.Object.entries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02" y="1866331"/>
            <a:ext cx="7113036" cy="425069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669" y="1866331"/>
            <a:ext cx="6230219" cy="425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72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4.</a:t>
            </a:r>
            <a:r>
              <a:rPr lang="en-US" dirty="0"/>
              <a:t>  </a:t>
            </a:r>
            <a:r>
              <a:rPr lang="en-US" dirty="0" err="1"/>
              <a:t>padStart</a:t>
            </a:r>
            <a:r>
              <a:rPr lang="en-US" dirty="0" smtClean="0"/>
              <a:t>(); 5.</a:t>
            </a:r>
            <a:r>
              <a:rPr lang="en-US" dirty="0"/>
              <a:t> </a:t>
            </a:r>
            <a:r>
              <a:rPr lang="en-US" dirty="0" err="1"/>
              <a:t>padEnd</a:t>
            </a:r>
            <a:r>
              <a:rPr lang="en-US" dirty="0" smtClean="0"/>
              <a:t>();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56" y="1660163"/>
            <a:ext cx="6318840" cy="449642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887" y="1660163"/>
            <a:ext cx="6064155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8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</a:t>
            </a:r>
            <a:r>
              <a:rPr lang="en-US" dirty="0"/>
              <a:t> </a:t>
            </a:r>
            <a:r>
              <a:rPr lang="en-US" dirty="0" err="1"/>
              <a:t>Object.getOwnPropertyDescriptors</a:t>
            </a:r>
            <a:r>
              <a:rPr lang="en-US" dirty="0"/>
              <a:t>()</a:t>
            </a:r>
            <a:br>
              <a:rPr lang="en-US" dirty="0"/>
            </a:b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225" y="1814902"/>
            <a:ext cx="8516204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9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69994" y="1760561"/>
            <a:ext cx="7792872" cy="31085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ECMAScript</a:t>
            </a:r>
            <a:endParaRPr lang="en-US" sz="9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en-US" sz="100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2018(ES9)</a:t>
            </a:r>
            <a:endParaRPr lang="ru-RU" sz="10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144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1. </a:t>
            </a:r>
            <a:r>
              <a:rPr lang="en-US" b="1" dirty="0"/>
              <a:t>Rest/Spread Properties</a:t>
            </a:r>
            <a:br>
              <a:rPr lang="en-US" b="1" dirty="0"/>
            </a:b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71" y="1514901"/>
            <a:ext cx="10198857" cy="53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26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b="1" dirty="0"/>
              <a:t>Asynchronous Iteration</a:t>
            </a:r>
            <a:br>
              <a:rPr lang="en-US" b="1" dirty="0"/>
            </a:b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746318"/>
            <a:ext cx="10404754" cy="431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56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b="1" dirty="0" err="1"/>
              <a:t>Promise.prototype.finally</a:t>
            </a:r>
            <a:r>
              <a:rPr lang="en-US" b="1" dirty="0"/>
              <a:t>()</a:t>
            </a:r>
            <a:br>
              <a:rPr lang="en-US" b="1" dirty="0"/>
            </a:b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18" y="2320119"/>
            <a:ext cx="11113748" cy="276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937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Regular expression improvements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78" y="2057400"/>
            <a:ext cx="11814421" cy="370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61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69994" y="1760561"/>
            <a:ext cx="7792872" cy="31085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ECMAScript</a:t>
            </a:r>
            <a:endParaRPr lang="en-US" sz="96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algn="ctr"/>
            <a:r>
              <a:rPr lang="en-US" sz="100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2019(ES10)</a:t>
            </a:r>
            <a:endParaRPr lang="ru-RU" sz="10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04765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1-2. </a:t>
            </a:r>
            <a:r>
              <a:rPr lang="en-US" b="1" dirty="0" err="1"/>
              <a:t>Array.flat</a:t>
            </a:r>
            <a:r>
              <a:rPr lang="en-US" b="1" dirty="0"/>
              <a:t>() </a:t>
            </a:r>
            <a:r>
              <a:rPr lang="en-US" b="1" dirty="0" smtClean="0"/>
              <a:t>and</a:t>
            </a:r>
            <a:r>
              <a:rPr lang="ru-RU" b="1" dirty="0" smtClean="0"/>
              <a:t> </a:t>
            </a:r>
            <a:r>
              <a:rPr lang="en-US" b="1" dirty="0" err="1"/>
              <a:t>Array.flatMap</a:t>
            </a:r>
            <a:r>
              <a:rPr lang="en-US" b="1" dirty="0"/>
              <a:t>()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10" y="1828305"/>
            <a:ext cx="6450036" cy="335784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746" y="1828305"/>
            <a:ext cx="5410955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130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3.Object.fromEntries()</a:t>
            </a:r>
            <a:br>
              <a:rPr lang="en-US" b="1" dirty="0"/>
            </a:b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92" y="1771662"/>
            <a:ext cx="5792008" cy="492511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182" y="1875921"/>
            <a:ext cx="4991797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975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685800" y="0"/>
            <a:ext cx="10970526" cy="1467135"/>
          </a:xfrm>
        </p:spPr>
        <p:txBody>
          <a:bodyPr/>
          <a:lstStyle/>
          <a:p>
            <a:pPr algn="ctr"/>
            <a:r>
              <a:rPr lang="en-US" b="1" dirty="0" smtClean="0"/>
              <a:t>4-5.</a:t>
            </a:r>
            <a:r>
              <a:rPr lang="en-US" b="1" dirty="0"/>
              <a:t> </a:t>
            </a:r>
            <a:r>
              <a:rPr lang="en-US" b="1" dirty="0" err="1" smtClean="0"/>
              <a:t>String.trimStart</a:t>
            </a:r>
            <a:r>
              <a:rPr lang="en-US" b="1" dirty="0"/>
              <a:t>() &amp; </a:t>
            </a:r>
            <a:r>
              <a:rPr lang="en-US" b="1" dirty="0" err="1"/>
              <a:t>String.trimEnd</a:t>
            </a:r>
            <a:r>
              <a:rPr lang="en-US" b="1" dirty="0" smtClean="0"/>
              <a:t>()</a:t>
            </a:r>
            <a:br>
              <a:rPr lang="en-US" b="1" dirty="0" smtClean="0"/>
            </a:br>
            <a:r>
              <a:rPr lang="en-US" b="1" dirty="0" smtClean="0"/>
              <a:t>6.</a:t>
            </a:r>
            <a:r>
              <a:rPr lang="en-US" b="1" dirty="0"/>
              <a:t> Optional Catch Binding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23" y="1818763"/>
            <a:ext cx="5925377" cy="366763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126" y="1581810"/>
            <a:ext cx="5819048" cy="5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25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94982" y="463124"/>
            <a:ext cx="10820400" cy="955866"/>
          </a:xfrm>
        </p:spPr>
        <p:txBody>
          <a:bodyPr/>
          <a:lstStyle/>
          <a:p>
            <a:pPr algn="ctr"/>
            <a:r>
              <a:rPr lang="en-US" b="1" dirty="0" smtClean="0"/>
              <a:t>7. </a:t>
            </a:r>
            <a:r>
              <a:rPr lang="en-US" b="1" dirty="0" err="1" smtClean="0"/>
              <a:t>Symbol.description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470" y="2057400"/>
            <a:ext cx="6089423" cy="333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5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69994" y="1760561"/>
            <a:ext cx="7792872" cy="31085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ECMAScript</a:t>
            </a:r>
            <a:endParaRPr lang="en-US" sz="9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en-US" sz="100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2020(ES11)</a:t>
            </a:r>
            <a:endParaRPr lang="ru-RU" sz="10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2340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</a:t>
            </a:r>
            <a:r>
              <a:rPr lang="en-US" dirty="0"/>
              <a:t> </a:t>
            </a:r>
            <a:r>
              <a:rPr lang="en-US" dirty="0" smtClean="0"/>
              <a:t>Private </a:t>
            </a:r>
            <a:r>
              <a:rPr lang="en-US" dirty="0"/>
              <a:t>Fields</a:t>
            </a:r>
            <a:br>
              <a:rPr lang="en-US" dirty="0"/>
            </a:b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54" y="2142716"/>
            <a:ext cx="11245755" cy="320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23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</a:t>
            </a:r>
            <a:r>
              <a:rPr lang="en-US" dirty="0"/>
              <a:t> Static Fields</a:t>
            </a:r>
            <a:br>
              <a:rPr lang="en-US" dirty="0"/>
            </a:b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057400"/>
            <a:ext cx="11107448" cy="345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1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/>
              <a:t>BigInt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902" y="1696492"/>
            <a:ext cx="8033668" cy="484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6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</a:t>
            </a:r>
            <a:r>
              <a:rPr lang="en-US" dirty="0"/>
              <a:t> </a:t>
            </a:r>
            <a:r>
              <a:rPr lang="en-US" dirty="0" err="1"/>
              <a:t>Promise.allSettled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62" y="2057400"/>
            <a:ext cx="11793476" cy="306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72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</a:t>
            </a:r>
            <a:r>
              <a:rPr lang="en-US" dirty="0"/>
              <a:t> </a:t>
            </a:r>
            <a:r>
              <a:rPr lang="en-US" dirty="0" err="1" smtClean="0"/>
              <a:t>globalThis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513" y="2277914"/>
            <a:ext cx="6093577" cy="298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3575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GRADIENT 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Custom 1">
      <a:majorFont>
        <a:latin typeface="Proxima Nova Black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EDBDD289-3946-6C44-95DC-76383EF7028A}" vid="{6D763B00-EF50-F542-BB8F-59F84E5659F4}"/>
    </a:ext>
  </a:extLst>
</a:theme>
</file>

<file path=ppt/theme/theme2.xml><?xml version="1.0" encoding="utf-8"?>
<a:theme xmlns:a="http://schemas.openxmlformats.org/drawingml/2006/main" name="2_GRADIENT 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Custom 1">
      <a:majorFont>
        <a:latin typeface="Proxima Nova Black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EDBDD289-3946-6C44-95DC-76383EF7028A}" vid="{6D763B00-EF50-F542-BB8F-59F84E5659F4}"/>
    </a:ext>
  </a:extLst>
</a:theme>
</file>

<file path=ppt/theme/theme3.xml><?xml version="1.0" encoding="utf-8"?>
<a:theme xmlns:a="http://schemas.openxmlformats.org/drawingml/2006/main" name="2_DARK 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Custom 1">
      <a:majorFont>
        <a:latin typeface="Proxima Nova Black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EDBDD289-3946-6C44-95DC-76383EF7028A}" vid="{6D763B00-EF50-F542-BB8F-59F84E5659F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041a__x043e__x043c__x0435__x0442__x0430__x0440_ xmlns="835f28f2-30f1-4728-84d2-86d96e14348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95FC54A15F344D83577B1CDDD67A5D" ma:contentTypeVersion="13" ma:contentTypeDescription="Create a new document." ma:contentTypeScope="" ma:versionID="30ded57c9b2156718eb8cc7b0e4246dc">
  <xsd:schema xmlns:xsd="http://www.w3.org/2001/XMLSchema" xmlns:xs="http://www.w3.org/2001/XMLSchema" xmlns:p="http://schemas.microsoft.com/office/2006/metadata/properties" xmlns:ns2="341e6018-ac0a-4dfb-8409-db9e0d25502e" xmlns:ns3="835f28f2-30f1-4728-84d2-86d96e143488" targetNamespace="http://schemas.microsoft.com/office/2006/metadata/properties" ma:root="true" ma:fieldsID="a0d1831635397921c92a19e568dfc949" ns2:_="" ns3:_="">
    <xsd:import namespace="341e6018-ac0a-4dfb-8409-db9e0d25502e"/>
    <xsd:import namespace="835f28f2-30f1-4728-84d2-86d96e14348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_x041a__x043e__x043c__x0435__x0442__x0430__x0440_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1e6018-ac0a-4dfb-8409-db9e0d25502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5f28f2-30f1-4728-84d2-86d96e1434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_x041a__x043e__x043c__x0435__x0442__x0430__x0440_" ma:index="16" nillable="true" ma:displayName="Кометар" ma:internalName="_x041a__x043e__x043c__x0435__x0442__x0430__x0440_">
      <xsd:simpleType>
        <xsd:restriction base="dms:Text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033E08-7FE9-4F6D-B155-A8777B4A5A57}">
  <ds:schemaRefs>
    <ds:schemaRef ds:uri="http://purl.org/dc/elements/1.1/"/>
    <ds:schemaRef ds:uri="http://schemas.microsoft.com/office/2006/metadata/properties"/>
    <ds:schemaRef ds:uri="835f28f2-30f1-4728-84d2-86d96e143488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341e6018-ac0a-4dfb-8409-db9e0d25502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BCFD5A9-9FF3-42E0-89D7-BF5BFC61DD60}">
  <ds:schemaRefs>
    <ds:schemaRef ds:uri="341e6018-ac0a-4dfb-8409-db9e0d25502e"/>
    <ds:schemaRef ds:uri="835f28f2-30f1-4728-84d2-86d96e1434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96B3B9E-03D8-4766-BF45-6129617CF0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</TotalTime>
  <Words>108</Words>
  <Application>Microsoft Office PowerPoint</Application>
  <PresentationFormat>Широкоэкранный</PresentationFormat>
  <Paragraphs>33</Paragraphs>
  <Slides>26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26</vt:i4>
      </vt:variant>
    </vt:vector>
  </HeadingPairs>
  <TitlesOfParts>
    <vt:vector size="34" baseType="lpstr">
      <vt:lpstr>Arial</vt:lpstr>
      <vt:lpstr>Calibri</vt:lpstr>
      <vt:lpstr>Open Sans</vt:lpstr>
      <vt:lpstr>Open Sans Regular</vt:lpstr>
      <vt:lpstr>Proxima Nova Black</vt:lpstr>
      <vt:lpstr>1_GRADIENT THEME</vt:lpstr>
      <vt:lpstr>2_GRADIENT THEME</vt:lpstr>
      <vt:lpstr>2_DARK THEME</vt:lpstr>
      <vt:lpstr>JavaScript ES7, ES8, ES9, ES10, ES11</vt:lpstr>
      <vt:lpstr>Презентация PowerPoint</vt:lpstr>
      <vt:lpstr>1. Array.prototype.includes()</vt:lpstr>
      <vt:lpstr>2. Exponentiation operator  </vt:lpstr>
      <vt:lpstr>Презентация PowerPoint</vt:lpstr>
      <vt:lpstr>1. Async Functions</vt:lpstr>
      <vt:lpstr>2. Object.values(); 3.Object.entries()  </vt:lpstr>
      <vt:lpstr>4.  padStart(); 5. padEnd();  </vt:lpstr>
      <vt:lpstr>6. Object.getOwnPropertyDescriptors() </vt:lpstr>
      <vt:lpstr>Презентация PowerPoint</vt:lpstr>
      <vt:lpstr>1. Rest/Spread Properties </vt:lpstr>
      <vt:lpstr>2. Asynchronous Iteration </vt:lpstr>
      <vt:lpstr>3. Promise.prototype.finally() </vt:lpstr>
      <vt:lpstr>4. Regular expression improvements</vt:lpstr>
      <vt:lpstr>Презентация PowerPoint</vt:lpstr>
      <vt:lpstr>1-2. Array.flat() and Array.flatMap() </vt:lpstr>
      <vt:lpstr>3.Object.fromEntries() </vt:lpstr>
      <vt:lpstr>4-5. String.trimStart() &amp; String.trimEnd() 6. Optional Catch Binding  </vt:lpstr>
      <vt:lpstr>7. Symbol.description  </vt:lpstr>
      <vt:lpstr>Презентация PowerPoint</vt:lpstr>
      <vt:lpstr>1. Private Fields </vt:lpstr>
      <vt:lpstr>2. Static Fields </vt:lpstr>
      <vt:lpstr>3. BigInt </vt:lpstr>
      <vt:lpstr>4. Promise.allSettled </vt:lpstr>
      <vt:lpstr>5. globalThis  </vt:lpstr>
      <vt:lpstr>Презентация PowerPoint</vt:lpstr>
    </vt:vector>
  </TitlesOfParts>
  <Company>Verint Systems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508/WCAG SERVICE</dc:title>
  <dc:creator>Strutynska, Viktoriya</dc:creator>
  <cp:lastModifiedBy>Юлія Цуркан</cp:lastModifiedBy>
  <cp:revision>19</cp:revision>
  <dcterms:created xsi:type="dcterms:W3CDTF">2018-11-02T13:55:27Z</dcterms:created>
  <dcterms:modified xsi:type="dcterms:W3CDTF">2020-09-08T00:27:52Z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0x0101004195FC54A15F344D83577B1CDDD67A5D</vt:lpwstr>
  </property>
</Properties>
</file>